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0"/>
  </p:notesMasterIdLst>
  <p:sldIdLst>
    <p:sldId id="256" r:id="rId2"/>
    <p:sldId id="318" r:id="rId3"/>
    <p:sldId id="319" r:id="rId4"/>
    <p:sldId id="310" r:id="rId5"/>
    <p:sldId id="309" r:id="rId6"/>
    <p:sldId id="324" r:id="rId7"/>
    <p:sldId id="325" r:id="rId8"/>
    <p:sldId id="320" r:id="rId9"/>
    <p:sldId id="311" r:id="rId10"/>
    <p:sldId id="261" r:id="rId11"/>
    <p:sldId id="259" r:id="rId12"/>
    <p:sldId id="321" r:id="rId13"/>
    <p:sldId id="312" r:id="rId14"/>
    <p:sldId id="322" r:id="rId15"/>
    <p:sldId id="260" r:id="rId16"/>
    <p:sldId id="313" r:id="rId17"/>
    <p:sldId id="314" r:id="rId18"/>
    <p:sldId id="262" r:id="rId19"/>
    <p:sldId id="263" r:id="rId20"/>
    <p:sldId id="265" r:id="rId21"/>
    <p:sldId id="315" r:id="rId22"/>
    <p:sldId id="316" r:id="rId23"/>
    <p:sldId id="266" r:id="rId24"/>
    <p:sldId id="317" r:id="rId25"/>
    <p:sldId id="272" r:id="rId26"/>
    <p:sldId id="326" r:id="rId27"/>
    <p:sldId id="328" r:id="rId28"/>
    <p:sldId id="329"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43762F-2EDA-4845-8B42-360F46D7D34F}">
  <a:tblStyle styleId="{D243762F-2EDA-4845-8B42-360F46D7D34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734"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7E890F8-70A2-B282-363E-C2D396FA2514}"/>
            </a:ext>
          </a:extLst>
        </p:cNvPr>
        <p:cNvGrpSpPr/>
        <p:nvPr/>
      </p:nvGrpSpPr>
      <p:grpSpPr>
        <a:xfrm>
          <a:off x="0" y="0"/>
          <a:ext cx="0" cy="0"/>
          <a:chOff x="0" y="0"/>
          <a:chExt cx="0" cy="0"/>
        </a:xfrm>
      </p:grpSpPr>
      <p:sp>
        <p:nvSpPr>
          <p:cNvPr id="184" name="Google Shape;184;p:notes">
            <a:extLst>
              <a:ext uri="{FF2B5EF4-FFF2-40B4-BE49-F238E27FC236}">
                <a16:creationId xmlns:a16="http://schemas.microsoft.com/office/drawing/2014/main" id="{CE517EC1-F287-D6E4-E2E8-DA7DE567F2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p:notes">
            <a:extLst>
              <a:ext uri="{FF2B5EF4-FFF2-40B4-BE49-F238E27FC236}">
                <a16:creationId xmlns:a16="http://schemas.microsoft.com/office/drawing/2014/main" id="{495E881E-7B24-FFF1-7C2C-28E32766C3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4948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5084F33C-415C-F6FC-DE03-3C9DD9B53AAE}"/>
            </a:ext>
          </a:extLst>
        </p:cNvPr>
        <p:cNvGrpSpPr/>
        <p:nvPr/>
      </p:nvGrpSpPr>
      <p:grpSpPr>
        <a:xfrm>
          <a:off x="0" y="0"/>
          <a:ext cx="0" cy="0"/>
          <a:chOff x="0" y="0"/>
          <a:chExt cx="0" cy="0"/>
        </a:xfrm>
      </p:grpSpPr>
      <p:sp>
        <p:nvSpPr>
          <p:cNvPr id="184" name="Google Shape;184;p:notes">
            <a:extLst>
              <a:ext uri="{FF2B5EF4-FFF2-40B4-BE49-F238E27FC236}">
                <a16:creationId xmlns:a16="http://schemas.microsoft.com/office/drawing/2014/main" id="{4E744E86-88CC-594F-EE89-4D431C197E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p:notes">
            <a:extLst>
              <a:ext uri="{FF2B5EF4-FFF2-40B4-BE49-F238E27FC236}">
                <a16:creationId xmlns:a16="http://schemas.microsoft.com/office/drawing/2014/main" id="{36837D10-8471-5C34-0883-109E7BF88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366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CE7EFBA9-A9E0-1606-5E7D-6DE0344D6F98}"/>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8FF9C5F8-14B9-CD5B-0D48-DCBFD0C8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0F18C7B3-9415-3191-DCD2-9D39DEFF53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613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B34D637A-D43D-28B6-ACEF-3073BC0CE50D}"/>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9658FD57-7982-0C7F-D8C4-A8D61BE421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080A2871-EB83-21E9-B8BC-FF4ABA295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0661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C794717B-B0F2-BBB2-E5E4-2AE731BD8F3D}"/>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B0E1C9A0-D4B7-81B4-1935-2EDF16C960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2714D416-EED5-87EE-71E8-ABEBA5D171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32753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39B7F9FC-6F04-12C2-1535-DB45DFDB2126}"/>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F031D35C-BFC0-2985-25E5-398D13F6D2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FBE2F8F5-7A69-6B28-44E2-9481CD71C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5464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D6EC6029-D695-51B5-1FED-8CD1D5C37E3D}"/>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656D339F-38C5-112E-5411-90DDADE266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92E2AB88-E6F2-5467-93BA-6CFCE3B039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45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6D352234-66AB-73F2-B4FD-4AE029A6D1CA}"/>
            </a:ext>
          </a:extLst>
        </p:cNvPr>
        <p:cNvGrpSpPr/>
        <p:nvPr/>
      </p:nvGrpSpPr>
      <p:grpSpPr>
        <a:xfrm>
          <a:off x="0" y="0"/>
          <a:ext cx="0" cy="0"/>
          <a:chOff x="0" y="0"/>
          <a:chExt cx="0" cy="0"/>
        </a:xfrm>
      </p:grpSpPr>
      <p:sp>
        <p:nvSpPr>
          <p:cNvPr id="438" name="Google Shape;438;g1ddb2be1cdd_0_8384:notes">
            <a:extLst>
              <a:ext uri="{FF2B5EF4-FFF2-40B4-BE49-F238E27FC236}">
                <a16:creationId xmlns:a16="http://schemas.microsoft.com/office/drawing/2014/main" id="{8BDDEA08-2AA8-E00B-9ABA-0A7C510EFB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a:extLst>
              <a:ext uri="{FF2B5EF4-FFF2-40B4-BE49-F238E27FC236}">
                <a16:creationId xmlns:a16="http://schemas.microsoft.com/office/drawing/2014/main" id="{01B9FBD3-4E86-9E81-562F-4871005EB3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6820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1" name="Google Shape;741;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1ddb2be1cdd_0_83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ddb2be1cdd_0_8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B43BC855-8906-C952-AFDB-45B4DAB7B350}"/>
            </a:ext>
          </a:extLst>
        </p:cNvPr>
        <p:cNvGrpSpPr/>
        <p:nvPr/>
      </p:nvGrpSpPr>
      <p:grpSpPr>
        <a:xfrm>
          <a:off x="0" y="0"/>
          <a:ext cx="0" cy="0"/>
          <a:chOff x="0" y="0"/>
          <a:chExt cx="0" cy="0"/>
        </a:xfrm>
      </p:grpSpPr>
      <p:sp>
        <p:nvSpPr>
          <p:cNvPr id="669" name="Google Shape;669;g10f9e629ec3_0_31:notes">
            <a:extLst>
              <a:ext uri="{FF2B5EF4-FFF2-40B4-BE49-F238E27FC236}">
                <a16:creationId xmlns:a16="http://schemas.microsoft.com/office/drawing/2014/main" id="{0FBC027F-44C3-FBC1-3B26-9C757FAEF3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a:extLst>
              <a:ext uri="{FF2B5EF4-FFF2-40B4-BE49-F238E27FC236}">
                <a16:creationId xmlns:a16="http://schemas.microsoft.com/office/drawing/2014/main" id="{60060C1D-E9EE-F5AA-B659-9A147688E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9117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C2DA940A-315A-0624-9035-6F3235839E65}"/>
            </a:ext>
          </a:extLst>
        </p:cNvPr>
        <p:cNvGrpSpPr/>
        <p:nvPr/>
      </p:nvGrpSpPr>
      <p:grpSpPr>
        <a:xfrm>
          <a:off x="0" y="0"/>
          <a:ext cx="0" cy="0"/>
          <a:chOff x="0" y="0"/>
          <a:chExt cx="0" cy="0"/>
        </a:xfrm>
      </p:grpSpPr>
      <p:sp>
        <p:nvSpPr>
          <p:cNvPr id="669" name="Google Shape;669;g10f9e629ec3_0_31:notes">
            <a:extLst>
              <a:ext uri="{FF2B5EF4-FFF2-40B4-BE49-F238E27FC236}">
                <a16:creationId xmlns:a16="http://schemas.microsoft.com/office/drawing/2014/main" id="{57B6AD05-45FA-3826-47A7-2D423653C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a:extLst>
              <a:ext uri="{FF2B5EF4-FFF2-40B4-BE49-F238E27FC236}">
                <a16:creationId xmlns:a16="http://schemas.microsoft.com/office/drawing/2014/main" id="{18E2D836-71F6-01CB-75D1-9910546F69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9178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0B5B9972-4C2A-2DAA-6B49-CA127A4AB287}"/>
            </a:ext>
          </a:extLst>
        </p:cNvPr>
        <p:cNvGrpSpPr/>
        <p:nvPr/>
      </p:nvGrpSpPr>
      <p:grpSpPr>
        <a:xfrm>
          <a:off x="0" y="0"/>
          <a:ext cx="0" cy="0"/>
          <a:chOff x="0" y="0"/>
          <a:chExt cx="0" cy="0"/>
        </a:xfrm>
      </p:grpSpPr>
      <p:sp>
        <p:nvSpPr>
          <p:cNvPr id="669" name="Google Shape;669;g10f9e629ec3_0_31:notes">
            <a:extLst>
              <a:ext uri="{FF2B5EF4-FFF2-40B4-BE49-F238E27FC236}">
                <a16:creationId xmlns:a16="http://schemas.microsoft.com/office/drawing/2014/main" id="{ABA9D5C1-4C7F-A7C9-AEC6-59A70129A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a:extLst>
              <a:ext uri="{FF2B5EF4-FFF2-40B4-BE49-F238E27FC236}">
                <a16:creationId xmlns:a16="http://schemas.microsoft.com/office/drawing/2014/main" id="{8723ECAD-92A7-8B86-B835-49D3D18DF5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6944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10f9e629ec3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D3CFB3D8-72EE-7864-B658-8C4B214D0D6D}"/>
            </a:ext>
          </a:extLst>
        </p:cNvPr>
        <p:cNvGrpSpPr/>
        <p:nvPr/>
      </p:nvGrpSpPr>
      <p:grpSpPr>
        <a:xfrm>
          <a:off x="0" y="0"/>
          <a:ext cx="0" cy="0"/>
          <a:chOff x="0" y="0"/>
          <a:chExt cx="0" cy="0"/>
        </a:xfrm>
      </p:grpSpPr>
      <p:sp>
        <p:nvSpPr>
          <p:cNvPr id="669" name="Google Shape;669;g10f9e629ec3_0_31:notes">
            <a:extLst>
              <a:ext uri="{FF2B5EF4-FFF2-40B4-BE49-F238E27FC236}">
                <a16:creationId xmlns:a16="http://schemas.microsoft.com/office/drawing/2014/main" id="{5E005C16-144F-322A-8C67-9C73D2D882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a:extLst>
              <a:ext uri="{FF2B5EF4-FFF2-40B4-BE49-F238E27FC236}">
                <a16:creationId xmlns:a16="http://schemas.microsoft.com/office/drawing/2014/main" id="{9BD3D065-B0F1-A77C-97D4-CA99B1CBD9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6512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088183D9-55EE-AB33-C530-DEA564111C27}"/>
            </a:ext>
          </a:extLst>
        </p:cNvPr>
        <p:cNvGrpSpPr/>
        <p:nvPr/>
      </p:nvGrpSpPr>
      <p:grpSpPr>
        <a:xfrm>
          <a:off x="0" y="0"/>
          <a:ext cx="0" cy="0"/>
          <a:chOff x="0" y="0"/>
          <a:chExt cx="0" cy="0"/>
        </a:xfrm>
      </p:grpSpPr>
      <p:sp>
        <p:nvSpPr>
          <p:cNvPr id="669" name="Google Shape;669;g10f9e629ec3_0_31:notes">
            <a:extLst>
              <a:ext uri="{FF2B5EF4-FFF2-40B4-BE49-F238E27FC236}">
                <a16:creationId xmlns:a16="http://schemas.microsoft.com/office/drawing/2014/main" id="{F029FE74-38B8-58F3-A24D-440E9B1997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0f9e629ec3_0_31:notes">
            <a:extLst>
              <a:ext uri="{FF2B5EF4-FFF2-40B4-BE49-F238E27FC236}">
                <a16:creationId xmlns:a16="http://schemas.microsoft.com/office/drawing/2014/main" id="{62FEC7B7-08A6-243F-8867-BD33AF876B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57305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10f9e629ec3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3" name="Google Shape;933;g10f9e629ec3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11e7c571f2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11e7c571f2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1ddb2be1cdd_0_8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ddb2be1cdd_0_8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a:extLst>
            <a:ext uri="{FF2B5EF4-FFF2-40B4-BE49-F238E27FC236}">
              <a16:creationId xmlns:a16="http://schemas.microsoft.com/office/drawing/2014/main" id="{AD77B480-EEF9-AB52-370E-64D4C38E31AF}"/>
            </a:ext>
          </a:extLst>
        </p:cNvPr>
        <p:cNvGrpSpPr/>
        <p:nvPr/>
      </p:nvGrpSpPr>
      <p:grpSpPr>
        <a:xfrm>
          <a:off x="0" y="0"/>
          <a:ext cx="0" cy="0"/>
          <a:chOff x="0" y="0"/>
          <a:chExt cx="0" cy="0"/>
        </a:xfrm>
      </p:grpSpPr>
      <p:sp>
        <p:nvSpPr>
          <p:cNvPr id="1174" name="Google Shape;1174;g1ddb2be1cdd_0_8618:notes">
            <a:extLst>
              <a:ext uri="{FF2B5EF4-FFF2-40B4-BE49-F238E27FC236}">
                <a16:creationId xmlns:a16="http://schemas.microsoft.com/office/drawing/2014/main" id="{71AB2B59-FD1E-C7F3-6E43-630F6F9685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ddb2be1cdd_0_8618:notes">
            <a:extLst>
              <a:ext uri="{FF2B5EF4-FFF2-40B4-BE49-F238E27FC236}">
                <a16:creationId xmlns:a16="http://schemas.microsoft.com/office/drawing/2014/main" id="{4D3C4C54-55D2-DC5D-0C3C-BA737F10B1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50077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a:extLst>
            <a:ext uri="{FF2B5EF4-FFF2-40B4-BE49-F238E27FC236}">
              <a16:creationId xmlns:a16="http://schemas.microsoft.com/office/drawing/2014/main" id="{5510F1A6-5557-5BEC-E3CD-99127485BDC6}"/>
            </a:ext>
          </a:extLst>
        </p:cNvPr>
        <p:cNvGrpSpPr/>
        <p:nvPr/>
      </p:nvGrpSpPr>
      <p:grpSpPr>
        <a:xfrm>
          <a:off x="0" y="0"/>
          <a:ext cx="0" cy="0"/>
          <a:chOff x="0" y="0"/>
          <a:chExt cx="0" cy="0"/>
        </a:xfrm>
      </p:grpSpPr>
      <p:sp>
        <p:nvSpPr>
          <p:cNvPr id="1174" name="Google Shape;1174;g1ddb2be1cdd_0_8618:notes">
            <a:extLst>
              <a:ext uri="{FF2B5EF4-FFF2-40B4-BE49-F238E27FC236}">
                <a16:creationId xmlns:a16="http://schemas.microsoft.com/office/drawing/2014/main" id="{7FEB375B-9C8F-B973-4E1D-C8D4697014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1ddb2be1cdd_0_8618:notes">
            <a:extLst>
              <a:ext uri="{FF2B5EF4-FFF2-40B4-BE49-F238E27FC236}">
                <a16:creationId xmlns:a16="http://schemas.microsoft.com/office/drawing/2014/main" id="{5415F70C-01EE-F6B8-6F0F-9370960A5C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09620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g1ddb2be1cdd_0_88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2" name="Google Shape;1222;g1ddb2be1cdd_0_8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a:extLst>
            <a:ext uri="{FF2B5EF4-FFF2-40B4-BE49-F238E27FC236}">
              <a16:creationId xmlns:a16="http://schemas.microsoft.com/office/drawing/2014/main" id="{ACBC36A4-B7BC-0A9E-F3A3-418B300DF6EF}"/>
            </a:ext>
          </a:extLst>
        </p:cNvPr>
        <p:cNvGrpSpPr/>
        <p:nvPr/>
      </p:nvGrpSpPr>
      <p:grpSpPr>
        <a:xfrm>
          <a:off x="0" y="0"/>
          <a:ext cx="0" cy="0"/>
          <a:chOff x="0" y="0"/>
          <a:chExt cx="0" cy="0"/>
        </a:xfrm>
      </p:grpSpPr>
      <p:sp>
        <p:nvSpPr>
          <p:cNvPr id="1221" name="Google Shape;1221;g1ddb2be1cdd_0_8803:notes">
            <a:extLst>
              <a:ext uri="{FF2B5EF4-FFF2-40B4-BE49-F238E27FC236}">
                <a16:creationId xmlns:a16="http://schemas.microsoft.com/office/drawing/2014/main" id="{C21836F0-AA66-AEA7-2377-DCE7DA2F7E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2" name="Google Shape;1222;g1ddb2be1cdd_0_8803:notes">
            <a:extLst>
              <a:ext uri="{FF2B5EF4-FFF2-40B4-BE49-F238E27FC236}">
                <a16:creationId xmlns:a16="http://schemas.microsoft.com/office/drawing/2014/main" id="{D2F8AFC6-58BF-7AC1-3EC8-712688A525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3640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p:cNvGrpSpPr/>
        <p:nvPr/>
      </p:nvGrpSpPr>
      <p:grpSpPr>
        <a:xfrm>
          <a:off x="0" y="0"/>
          <a:ext cx="0" cy="0"/>
          <a:chOff x="0" y="0"/>
          <a:chExt cx="0" cy="0"/>
        </a:xfrm>
      </p:grpSpPr>
      <p:sp>
        <p:nvSpPr>
          <p:cNvPr id="1795" name="Google Shape;1795;g1105afc42a3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1105afc42a3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615157C4-5354-16A2-50A6-FC05501B17A5}"/>
            </a:ext>
          </a:extLst>
        </p:cNvPr>
        <p:cNvGrpSpPr/>
        <p:nvPr/>
      </p:nvGrpSpPr>
      <p:grpSpPr>
        <a:xfrm>
          <a:off x="0" y="0"/>
          <a:ext cx="0" cy="0"/>
          <a:chOff x="0" y="0"/>
          <a:chExt cx="0" cy="0"/>
        </a:xfrm>
      </p:grpSpPr>
      <p:sp>
        <p:nvSpPr>
          <p:cNvPr id="1795" name="Google Shape;1795;g1105afc42a3_1_34:notes">
            <a:extLst>
              <a:ext uri="{FF2B5EF4-FFF2-40B4-BE49-F238E27FC236}">
                <a16:creationId xmlns:a16="http://schemas.microsoft.com/office/drawing/2014/main" id="{4DD13378-6B2F-EC7C-7B8C-AA7C6CE432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1105afc42a3_1_34:notes">
            <a:extLst>
              <a:ext uri="{FF2B5EF4-FFF2-40B4-BE49-F238E27FC236}">
                <a16:creationId xmlns:a16="http://schemas.microsoft.com/office/drawing/2014/main" id="{2F350238-9ED6-A1BD-220B-A09CF4C861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1545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6BD9BDCA-57EA-9F8C-9876-EE1A3F010F80}"/>
            </a:ext>
          </a:extLst>
        </p:cNvPr>
        <p:cNvGrpSpPr/>
        <p:nvPr/>
      </p:nvGrpSpPr>
      <p:grpSpPr>
        <a:xfrm>
          <a:off x="0" y="0"/>
          <a:ext cx="0" cy="0"/>
          <a:chOff x="0" y="0"/>
          <a:chExt cx="0" cy="0"/>
        </a:xfrm>
      </p:grpSpPr>
      <p:sp>
        <p:nvSpPr>
          <p:cNvPr id="1795" name="Google Shape;1795;g1105afc42a3_1_34:notes">
            <a:extLst>
              <a:ext uri="{FF2B5EF4-FFF2-40B4-BE49-F238E27FC236}">
                <a16:creationId xmlns:a16="http://schemas.microsoft.com/office/drawing/2014/main" id="{B7D16F75-467E-A71D-B8E8-874DEA0DFD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1105afc42a3_1_34:notes">
            <a:extLst>
              <a:ext uri="{FF2B5EF4-FFF2-40B4-BE49-F238E27FC236}">
                <a16:creationId xmlns:a16="http://schemas.microsoft.com/office/drawing/2014/main" id="{F461F55E-8ED4-2F8F-325A-57F7293604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031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4">
          <a:extLst>
            <a:ext uri="{FF2B5EF4-FFF2-40B4-BE49-F238E27FC236}">
              <a16:creationId xmlns:a16="http://schemas.microsoft.com/office/drawing/2014/main" id="{8735C46C-8C7C-3996-E446-902318656FF6}"/>
            </a:ext>
          </a:extLst>
        </p:cNvPr>
        <p:cNvGrpSpPr/>
        <p:nvPr/>
      </p:nvGrpSpPr>
      <p:grpSpPr>
        <a:xfrm>
          <a:off x="0" y="0"/>
          <a:ext cx="0" cy="0"/>
          <a:chOff x="0" y="0"/>
          <a:chExt cx="0" cy="0"/>
        </a:xfrm>
      </p:grpSpPr>
      <p:sp>
        <p:nvSpPr>
          <p:cNvPr id="1795" name="Google Shape;1795;g1105afc42a3_1_34:notes">
            <a:extLst>
              <a:ext uri="{FF2B5EF4-FFF2-40B4-BE49-F238E27FC236}">
                <a16:creationId xmlns:a16="http://schemas.microsoft.com/office/drawing/2014/main" id="{A0812D8A-DCFA-9A68-1239-DD0AF69F26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6" name="Google Shape;1796;g1105afc42a3_1_34:notes">
            <a:extLst>
              <a:ext uri="{FF2B5EF4-FFF2-40B4-BE49-F238E27FC236}">
                <a16:creationId xmlns:a16="http://schemas.microsoft.com/office/drawing/2014/main" id="{FA0F96EA-5FA7-AE7B-7289-74B2D9711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2731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4624950" y="921100"/>
            <a:ext cx="4529150" cy="4229875"/>
          </a:xfrm>
          <a:custGeom>
            <a:avLst/>
            <a:gdLst/>
            <a:ahLst/>
            <a:cxnLst/>
            <a:rect l="l" t="t" r="r" b="b"/>
            <a:pathLst>
              <a:path w="181166" h="169195" extrusionOk="0">
                <a:moveTo>
                  <a:pt x="100061" y="168709"/>
                </a:moveTo>
                <a:lnTo>
                  <a:pt x="0" y="102162"/>
                </a:lnTo>
                <a:lnTo>
                  <a:pt x="101613" y="44989"/>
                </a:lnTo>
                <a:lnTo>
                  <a:pt x="180731" y="0"/>
                </a:lnTo>
                <a:lnTo>
                  <a:pt x="181166" y="169195"/>
                </a:lnTo>
                <a:close/>
              </a:path>
            </a:pathLst>
          </a:custGeom>
          <a:solidFill>
            <a:srgbClr val="878787">
              <a:alpha val="13210"/>
            </a:srgbClr>
          </a:solidFill>
          <a:ln>
            <a:noFill/>
          </a:ln>
        </p:spPr>
      </p:sp>
      <p:sp>
        <p:nvSpPr>
          <p:cNvPr id="10" name="Google Shape;10;p2"/>
          <p:cNvSpPr/>
          <p:nvPr/>
        </p:nvSpPr>
        <p:spPr>
          <a:xfrm>
            <a:off x="0" y="1029"/>
            <a:ext cx="1204425" cy="1201925"/>
          </a:xfrm>
          <a:custGeom>
            <a:avLst/>
            <a:gdLst/>
            <a:ahLst/>
            <a:cxnLst/>
            <a:rect l="l" t="t" r="r" b="b"/>
            <a:pathLst>
              <a:path w="48177" h="48077" extrusionOk="0">
                <a:moveTo>
                  <a:pt x="0" y="48077"/>
                </a:moveTo>
                <a:lnTo>
                  <a:pt x="48177" y="20304"/>
                </a:lnTo>
                <a:lnTo>
                  <a:pt x="13736" y="0"/>
                </a:lnTo>
                <a:lnTo>
                  <a:pt x="0" y="0"/>
                </a:lnTo>
                <a:lnTo>
                  <a:pt x="0" y="24468"/>
                </a:lnTo>
                <a:close/>
              </a:path>
            </a:pathLst>
          </a:custGeom>
          <a:solidFill>
            <a:srgbClr val="878787">
              <a:alpha val="13210"/>
            </a:srgbClr>
          </a:solidFill>
          <a:ln>
            <a:noFill/>
          </a:ln>
        </p:spPr>
      </p:sp>
      <p:sp>
        <p:nvSpPr>
          <p:cNvPr id="11" name="Google Shape;11;p2"/>
          <p:cNvSpPr txBox="1">
            <a:spLocks noGrp="1"/>
          </p:cNvSpPr>
          <p:nvPr>
            <p:ph type="ctrTitle"/>
          </p:nvPr>
        </p:nvSpPr>
        <p:spPr>
          <a:xfrm>
            <a:off x="771700" y="1370075"/>
            <a:ext cx="4038600" cy="2414700"/>
          </a:xfrm>
          <a:prstGeom prst="rect">
            <a:avLst/>
          </a:prstGeom>
        </p:spPr>
        <p:txBody>
          <a:bodyPr spcFirstLastPara="1" wrap="square" lIns="91425" tIns="91425" rIns="91425" bIns="91425" anchor="ctr" anchorCtr="0">
            <a:noAutofit/>
          </a:bodyPr>
          <a:lstStyle>
            <a:lvl1pPr lvl="0">
              <a:lnSpc>
                <a:spcPct val="85000"/>
              </a:lnSpc>
              <a:spcBef>
                <a:spcPts val="0"/>
              </a:spcBef>
              <a:spcAft>
                <a:spcPts val="0"/>
              </a:spcAft>
              <a:buSzPts val="5200"/>
              <a:buNone/>
              <a:defRPr sz="8500" b="1">
                <a:latin typeface="Oswald"/>
                <a:ea typeface="Oswald"/>
                <a:cs typeface="Oswald"/>
                <a:sym typeface="Oswa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771700" y="3784525"/>
            <a:ext cx="40386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atin typeface="Nunito Medium"/>
                <a:ea typeface="Nunito Medium"/>
                <a:cs typeface="Nunito Medium"/>
                <a:sym typeface="Nunito Medium"/>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57550" y="2257625"/>
            <a:ext cx="6228900" cy="8418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3989850" y="1146375"/>
            <a:ext cx="1164300" cy="841800"/>
          </a:xfrm>
          <a:prstGeom prst="rect">
            <a:avLst/>
          </a:prstGeom>
          <a:solidFill>
            <a:srgbClr val="878787">
              <a:alpha val="13210"/>
            </a:srgbClr>
          </a:solidFill>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1457550" y="3212875"/>
            <a:ext cx="6228900" cy="434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 name="Google Shape;17;p3"/>
          <p:cNvSpPr/>
          <p:nvPr/>
        </p:nvSpPr>
        <p:spPr>
          <a:xfrm>
            <a:off x="6197225" y="3419375"/>
            <a:ext cx="2967394" cy="1731617"/>
          </a:xfrm>
          <a:custGeom>
            <a:avLst/>
            <a:gdLst/>
            <a:ahLst/>
            <a:cxnLst/>
            <a:rect l="l" t="t" r="r" b="b"/>
            <a:pathLst>
              <a:path w="242088" h="141270" extrusionOk="0">
                <a:moveTo>
                  <a:pt x="0" y="141172"/>
                </a:moveTo>
                <a:lnTo>
                  <a:pt x="39560" y="112084"/>
                </a:lnTo>
                <a:lnTo>
                  <a:pt x="171424" y="0"/>
                </a:lnTo>
                <a:lnTo>
                  <a:pt x="242088" y="52708"/>
                </a:lnTo>
                <a:lnTo>
                  <a:pt x="241669" y="141270"/>
                </a:lnTo>
                <a:close/>
              </a:path>
            </a:pathLst>
          </a:custGeom>
          <a:solidFill>
            <a:srgbClr val="878787">
              <a:alpha val="13210"/>
            </a:srgbClr>
          </a:solidFill>
          <a:ln>
            <a:noFill/>
          </a:ln>
        </p:spPr>
      </p:sp>
      <p:sp>
        <p:nvSpPr>
          <p:cNvPr id="18" name="Google Shape;18;p3"/>
          <p:cNvSpPr/>
          <p:nvPr/>
        </p:nvSpPr>
        <p:spPr>
          <a:xfrm>
            <a:off x="0" y="1029"/>
            <a:ext cx="1204425" cy="1201925"/>
          </a:xfrm>
          <a:custGeom>
            <a:avLst/>
            <a:gdLst/>
            <a:ahLst/>
            <a:cxnLst/>
            <a:rect l="l" t="t" r="r" b="b"/>
            <a:pathLst>
              <a:path w="48177" h="48077" extrusionOk="0">
                <a:moveTo>
                  <a:pt x="0" y="48077"/>
                </a:moveTo>
                <a:lnTo>
                  <a:pt x="48177" y="20304"/>
                </a:lnTo>
                <a:lnTo>
                  <a:pt x="13736" y="0"/>
                </a:lnTo>
                <a:lnTo>
                  <a:pt x="0" y="0"/>
                </a:lnTo>
                <a:lnTo>
                  <a:pt x="0" y="24468"/>
                </a:lnTo>
                <a:close/>
              </a:path>
            </a:pathLst>
          </a:custGeom>
          <a:solidFill>
            <a:srgbClr val="878787">
              <a:alpha val="13210"/>
            </a:srgbClr>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a:off x="6197225" y="3419375"/>
            <a:ext cx="2967394" cy="1731617"/>
          </a:xfrm>
          <a:custGeom>
            <a:avLst/>
            <a:gdLst/>
            <a:ahLst/>
            <a:cxnLst/>
            <a:rect l="l" t="t" r="r" b="b"/>
            <a:pathLst>
              <a:path w="242088" h="141270" extrusionOk="0">
                <a:moveTo>
                  <a:pt x="0" y="141172"/>
                </a:moveTo>
                <a:lnTo>
                  <a:pt x="39560" y="112084"/>
                </a:lnTo>
                <a:lnTo>
                  <a:pt x="171424" y="0"/>
                </a:lnTo>
                <a:lnTo>
                  <a:pt x="242088" y="52708"/>
                </a:lnTo>
                <a:lnTo>
                  <a:pt x="241669" y="141270"/>
                </a:lnTo>
                <a:close/>
              </a:path>
            </a:pathLst>
          </a:custGeom>
          <a:solidFill>
            <a:srgbClr val="878787">
              <a:alpha val="13210"/>
            </a:srgbClr>
          </a:solidFill>
          <a:ln>
            <a:noFill/>
          </a:ln>
        </p:spPr>
      </p:sp>
      <p:sp>
        <p:nvSpPr>
          <p:cNvPr id="26" name="Google Shape;26;p5"/>
          <p:cNvSpPr txBox="1">
            <a:spLocks noGrp="1"/>
          </p:cNvSpPr>
          <p:nvPr>
            <p:ph type="subTitle" idx="1"/>
          </p:nvPr>
        </p:nvSpPr>
        <p:spPr>
          <a:xfrm>
            <a:off x="1290763" y="1548500"/>
            <a:ext cx="2907600" cy="518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1"/>
              </a:buClr>
              <a:buSzPts val="2500"/>
              <a:buFont typeface="Bebas Neue"/>
              <a:buNone/>
              <a:defRPr sz="2100" b="1">
                <a:solidFill>
                  <a:schemeClr val="dk1"/>
                </a:solidFill>
                <a:latin typeface="Oswald"/>
                <a:ea typeface="Oswald"/>
                <a:cs typeface="Oswald"/>
                <a:sym typeface="Oswald"/>
              </a:defRPr>
            </a:lvl1pPr>
            <a:lvl2pPr lvl="1"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a:endParaRPr/>
          </a:p>
        </p:txBody>
      </p:sp>
      <p:sp>
        <p:nvSpPr>
          <p:cNvPr id="27" name="Google Shape;27;p5"/>
          <p:cNvSpPr txBox="1">
            <a:spLocks noGrp="1"/>
          </p:cNvSpPr>
          <p:nvPr>
            <p:ph type="subTitle" idx="2"/>
          </p:nvPr>
        </p:nvSpPr>
        <p:spPr>
          <a:xfrm>
            <a:off x="4945638" y="1548500"/>
            <a:ext cx="2907600" cy="518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5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500"/>
              <a:buFont typeface="Bebas Neue"/>
              <a:buNone/>
              <a:defRPr sz="2500">
                <a:solidFill>
                  <a:schemeClr val="dk1"/>
                </a:solidFill>
                <a:latin typeface="Bebas Neue"/>
                <a:ea typeface="Bebas Neue"/>
                <a:cs typeface="Bebas Neue"/>
                <a:sym typeface="Bebas Neue"/>
              </a:defRPr>
            </a:lvl9pPr>
          </a:lstStyle>
          <a:p>
            <a:endParaRPr/>
          </a:p>
        </p:txBody>
      </p:sp>
      <p:sp>
        <p:nvSpPr>
          <p:cNvPr id="28" name="Google Shape;28;p5"/>
          <p:cNvSpPr txBox="1">
            <a:spLocks noGrp="1"/>
          </p:cNvSpPr>
          <p:nvPr>
            <p:ph type="subTitle" idx="3"/>
          </p:nvPr>
        </p:nvSpPr>
        <p:spPr>
          <a:xfrm>
            <a:off x="1290775" y="2104900"/>
            <a:ext cx="2907600" cy="187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400"/>
              <a:buChar char="■"/>
              <a:defRPr/>
            </a:lvl1pPr>
            <a:lvl2pPr lvl="1" algn="ctr" rtl="0">
              <a:lnSpc>
                <a:spcPct val="100000"/>
              </a:lnSpc>
              <a:spcBef>
                <a:spcPts val="160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29" name="Google Shape;29;p5"/>
          <p:cNvSpPr txBox="1">
            <a:spLocks noGrp="1"/>
          </p:cNvSpPr>
          <p:nvPr>
            <p:ph type="subTitle" idx="4"/>
          </p:nvPr>
        </p:nvSpPr>
        <p:spPr>
          <a:xfrm>
            <a:off x="4945650" y="2104900"/>
            <a:ext cx="2907600" cy="187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400"/>
              <a:buChar char="■"/>
              <a:defRPr/>
            </a:lvl1pPr>
            <a:lvl2pPr lvl="1" algn="ctr" rtl="0">
              <a:lnSpc>
                <a:spcPct val="100000"/>
              </a:lnSpc>
              <a:spcBef>
                <a:spcPts val="160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30" name="Google Shape;3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sp>
        <p:nvSpPr>
          <p:cNvPr id="36" name="Google Shape;36;p7"/>
          <p:cNvSpPr/>
          <p:nvPr/>
        </p:nvSpPr>
        <p:spPr>
          <a:xfrm>
            <a:off x="4624950" y="572050"/>
            <a:ext cx="4539625" cy="4578925"/>
          </a:xfrm>
          <a:custGeom>
            <a:avLst/>
            <a:gdLst/>
            <a:ahLst/>
            <a:cxnLst/>
            <a:rect l="l" t="t" r="r" b="b"/>
            <a:pathLst>
              <a:path w="181585" h="183157" extrusionOk="0">
                <a:moveTo>
                  <a:pt x="113636" y="183059"/>
                </a:moveTo>
                <a:lnTo>
                  <a:pt x="0" y="116124"/>
                </a:lnTo>
                <a:lnTo>
                  <a:pt x="181119" y="0"/>
                </a:lnTo>
                <a:lnTo>
                  <a:pt x="181585" y="94595"/>
                </a:lnTo>
                <a:lnTo>
                  <a:pt x="181166" y="183157"/>
                </a:lnTo>
                <a:close/>
              </a:path>
            </a:pathLst>
          </a:custGeom>
          <a:solidFill>
            <a:srgbClr val="878787">
              <a:alpha val="13210"/>
            </a:srgbClr>
          </a:solidFill>
          <a:ln>
            <a:noFill/>
          </a:ln>
        </p:spPr>
      </p:sp>
      <p:sp>
        <p:nvSpPr>
          <p:cNvPr id="37" name="Google Shape;37;p7"/>
          <p:cNvSpPr/>
          <p:nvPr/>
        </p:nvSpPr>
        <p:spPr>
          <a:xfrm>
            <a:off x="0" y="4359550"/>
            <a:ext cx="1835700" cy="7839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subTitle" idx="1"/>
          </p:nvPr>
        </p:nvSpPr>
        <p:spPr>
          <a:xfrm>
            <a:off x="720000" y="1546325"/>
            <a:ext cx="4025400" cy="2049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39" name="Google Shape;39;p7"/>
          <p:cNvSpPr txBox="1">
            <a:spLocks noGrp="1"/>
          </p:cNvSpPr>
          <p:nvPr>
            <p:ph type="title"/>
          </p:nvPr>
        </p:nvSpPr>
        <p:spPr>
          <a:xfrm>
            <a:off x="720000" y="445025"/>
            <a:ext cx="4253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42" name="Google Shape;42;p8"/>
          <p:cNvSpPr/>
          <p:nvPr/>
        </p:nvSpPr>
        <p:spPr>
          <a:xfrm>
            <a:off x="5249074" y="2948851"/>
            <a:ext cx="3915168" cy="2202046"/>
          </a:xfrm>
          <a:custGeom>
            <a:avLst/>
            <a:gdLst/>
            <a:ahLst/>
            <a:cxnLst/>
            <a:rect l="l" t="t" r="r" b="b"/>
            <a:pathLst>
              <a:path w="242088" h="141270" extrusionOk="0">
                <a:moveTo>
                  <a:pt x="0" y="141172"/>
                </a:moveTo>
                <a:lnTo>
                  <a:pt x="39560" y="112084"/>
                </a:lnTo>
                <a:lnTo>
                  <a:pt x="171424" y="0"/>
                </a:lnTo>
                <a:lnTo>
                  <a:pt x="242088" y="52708"/>
                </a:lnTo>
                <a:lnTo>
                  <a:pt x="241669" y="141270"/>
                </a:lnTo>
                <a:close/>
              </a:path>
            </a:pathLst>
          </a:custGeom>
          <a:solidFill>
            <a:srgbClr val="878787">
              <a:alpha val="13210"/>
            </a:srgbClr>
          </a:solidFill>
          <a:ln>
            <a:noFill/>
          </a:ln>
        </p:spPr>
      </p:sp>
      <p:sp>
        <p:nvSpPr>
          <p:cNvPr id="43" name="Google Shape;43;p8"/>
          <p:cNvSpPr/>
          <p:nvPr/>
        </p:nvSpPr>
        <p:spPr>
          <a:xfrm>
            <a:off x="-7975" y="1025"/>
            <a:ext cx="1516025" cy="1746400"/>
          </a:xfrm>
          <a:custGeom>
            <a:avLst/>
            <a:gdLst/>
            <a:ahLst/>
            <a:cxnLst/>
            <a:rect l="l" t="t" r="r" b="b"/>
            <a:pathLst>
              <a:path w="60641" h="69856" extrusionOk="0">
                <a:moveTo>
                  <a:pt x="0" y="69856"/>
                </a:moveTo>
                <a:lnTo>
                  <a:pt x="60641" y="27088"/>
                </a:lnTo>
                <a:lnTo>
                  <a:pt x="14055" y="0"/>
                </a:lnTo>
                <a:lnTo>
                  <a:pt x="319" y="0"/>
                </a:lnTo>
                <a:lnTo>
                  <a:pt x="319" y="24468"/>
                </a:lnTo>
                <a:close/>
              </a:path>
            </a:pathLst>
          </a:custGeom>
          <a:solidFill>
            <a:srgbClr val="878787">
              <a:alpha val="13210"/>
            </a:srgbClr>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720000" y="1246038"/>
            <a:ext cx="3811500" cy="8418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6" name="Google Shape;46;p9"/>
          <p:cNvSpPr txBox="1">
            <a:spLocks noGrp="1"/>
          </p:cNvSpPr>
          <p:nvPr>
            <p:ph type="subTitle" idx="1"/>
          </p:nvPr>
        </p:nvSpPr>
        <p:spPr>
          <a:xfrm>
            <a:off x="720000" y="2074963"/>
            <a:ext cx="3811500" cy="197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 name="Google Shape;47;p9"/>
          <p:cNvSpPr/>
          <p:nvPr/>
        </p:nvSpPr>
        <p:spPr>
          <a:xfrm>
            <a:off x="3112375" y="1619225"/>
            <a:ext cx="6052200" cy="3531750"/>
          </a:xfrm>
          <a:custGeom>
            <a:avLst/>
            <a:gdLst/>
            <a:ahLst/>
            <a:cxnLst/>
            <a:rect l="l" t="t" r="r" b="b"/>
            <a:pathLst>
              <a:path w="242088" h="141270" extrusionOk="0">
                <a:moveTo>
                  <a:pt x="0" y="141172"/>
                </a:moveTo>
                <a:lnTo>
                  <a:pt x="39560" y="112084"/>
                </a:lnTo>
                <a:lnTo>
                  <a:pt x="171424" y="0"/>
                </a:lnTo>
                <a:lnTo>
                  <a:pt x="242088" y="52708"/>
                </a:lnTo>
                <a:lnTo>
                  <a:pt x="241669" y="141270"/>
                </a:lnTo>
                <a:close/>
              </a:path>
            </a:pathLst>
          </a:custGeom>
          <a:solidFill>
            <a:srgbClr val="878787">
              <a:alpha val="13210"/>
            </a:srgbClr>
          </a:solidFill>
          <a:ln>
            <a:noFill/>
          </a:ln>
        </p:spPr>
      </p:sp>
      <p:sp>
        <p:nvSpPr>
          <p:cNvPr id="48" name="Google Shape;48;p9"/>
          <p:cNvSpPr/>
          <p:nvPr/>
        </p:nvSpPr>
        <p:spPr>
          <a:xfrm>
            <a:off x="0" y="1029"/>
            <a:ext cx="1204425" cy="1201925"/>
          </a:xfrm>
          <a:custGeom>
            <a:avLst/>
            <a:gdLst/>
            <a:ahLst/>
            <a:cxnLst/>
            <a:rect l="l" t="t" r="r" b="b"/>
            <a:pathLst>
              <a:path w="48177" h="48077" extrusionOk="0">
                <a:moveTo>
                  <a:pt x="0" y="48077"/>
                </a:moveTo>
                <a:lnTo>
                  <a:pt x="48177" y="20304"/>
                </a:lnTo>
                <a:lnTo>
                  <a:pt x="13736" y="0"/>
                </a:lnTo>
                <a:lnTo>
                  <a:pt x="0" y="0"/>
                </a:lnTo>
                <a:lnTo>
                  <a:pt x="0" y="24468"/>
                </a:lnTo>
                <a:close/>
              </a:path>
            </a:pathLst>
          </a:custGeom>
          <a:solidFill>
            <a:srgbClr val="878787">
              <a:alpha val="13210"/>
            </a:srgbClr>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1151550" y="3316500"/>
            <a:ext cx="68409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95" name="Google Shape;95;p14"/>
          <p:cNvSpPr txBox="1">
            <a:spLocks noGrp="1"/>
          </p:cNvSpPr>
          <p:nvPr>
            <p:ph type="subTitle" idx="1"/>
          </p:nvPr>
        </p:nvSpPr>
        <p:spPr>
          <a:xfrm>
            <a:off x="1151550" y="1375800"/>
            <a:ext cx="6840900" cy="1740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500"/>
              <a:buNone/>
              <a:defRPr sz="3100"/>
            </a:lvl1pPr>
            <a:lvl2pPr lvl="1" algn="ctr" rtl="0">
              <a:lnSpc>
                <a:spcPct val="100000"/>
              </a:lnSpc>
              <a:spcBef>
                <a:spcPts val="0"/>
              </a:spcBef>
              <a:spcAft>
                <a:spcPts val="0"/>
              </a:spcAft>
              <a:buSzPts val="3500"/>
              <a:buNone/>
              <a:defRPr sz="3500"/>
            </a:lvl2pPr>
            <a:lvl3pPr lvl="2" algn="ctr" rtl="0">
              <a:lnSpc>
                <a:spcPct val="100000"/>
              </a:lnSpc>
              <a:spcBef>
                <a:spcPts val="0"/>
              </a:spcBef>
              <a:spcAft>
                <a:spcPts val="0"/>
              </a:spcAft>
              <a:buSzPts val="3500"/>
              <a:buNone/>
              <a:defRPr sz="3500"/>
            </a:lvl3pPr>
            <a:lvl4pPr lvl="3" algn="ctr" rtl="0">
              <a:lnSpc>
                <a:spcPct val="100000"/>
              </a:lnSpc>
              <a:spcBef>
                <a:spcPts val="0"/>
              </a:spcBef>
              <a:spcAft>
                <a:spcPts val="0"/>
              </a:spcAft>
              <a:buSzPts val="3500"/>
              <a:buNone/>
              <a:defRPr sz="3500"/>
            </a:lvl4pPr>
            <a:lvl5pPr lvl="4" algn="ctr" rtl="0">
              <a:lnSpc>
                <a:spcPct val="100000"/>
              </a:lnSpc>
              <a:spcBef>
                <a:spcPts val="0"/>
              </a:spcBef>
              <a:spcAft>
                <a:spcPts val="0"/>
              </a:spcAft>
              <a:buSzPts val="3500"/>
              <a:buNone/>
              <a:defRPr sz="3500"/>
            </a:lvl5pPr>
            <a:lvl6pPr lvl="5" algn="ctr" rtl="0">
              <a:lnSpc>
                <a:spcPct val="100000"/>
              </a:lnSpc>
              <a:spcBef>
                <a:spcPts val="0"/>
              </a:spcBef>
              <a:spcAft>
                <a:spcPts val="0"/>
              </a:spcAft>
              <a:buSzPts val="3500"/>
              <a:buNone/>
              <a:defRPr sz="3500"/>
            </a:lvl6pPr>
            <a:lvl7pPr lvl="6" algn="ctr" rtl="0">
              <a:lnSpc>
                <a:spcPct val="100000"/>
              </a:lnSpc>
              <a:spcBef>
                <a:spcPts val="0"/>
              </a:spcBef>
              <a:spcAft>
                <a:spcPts val="0"/>
              </a:spcAft>
              <a:buSzPts val="3500"/>
              <a:buNone/>
              <a:defRPr sz="3500"/>
            </a:lvl7pPr>
            <a:lvl8pPr lvl="7" algn="ctr" rtl="0">
              <a:lnSpc>
                <a:spcPct val="100000"/>
              </a:lnSpc>
              <a:spcBef>
                <a:spcPts val="0"/>
              </a:spcBef>
              <a:spcAft>
                <a:spcPts val="0"/>
              </a:spcAft>
              <a:buSzPts val="3500"/>
              <a:buNone/>
              <a:defRPr sz="3500"/>
            </a:lvl8pPr>
            <a:lvl9pPr lvl="8" algn="ctr" rtl="0">
              <a:lnSpc>
                <a:spcPct val="100000"/>
              </a:lnSpc>
              <a:spcBef>
                <a:spcPts val="0"/>
              </a:spcBef>
              <a:spcAft>
                <a:spcPts val="0"/>
              </a:spcAft>
              <a:buSzPts val="3500"/>
              <a:buNone/>
              <a:defRPr sz="3500"/>
            </a:lvl9pPr>
          </a:lstStyle>
          <a:p>
            <a:endParaRPr/>
          </a:p>
        </p:txBody>
      </p:sp>
      <p:sp>
        <p:nvSpPr>
          <p:cNvPr id="96" name="Google Shape;96;p14"/>
          <p:cNvSpPr/>
          <p:nvPr/>
        </p:nvSpPr>
        <p:spPr>
          <a:xfrm>
            <a:off x="0" y="4188550"/>
            <a:ext cx="2236200" cy="9549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4"/>
          <p:cNvSpPr/>
          <p:nvPr/>
        </p:nvSpPr>
        <p:spPr>
          <a:xfrm flipH="1">
            <a:off x="7939575" y="0"/>
            <a:ext cx="1204425" cy="1201925"/>
          </a:xfrm>
          <a:custGeom>
            <a:avLst/>
            <a:gdLst/>
            <a:ahLst/>
            <a:cxnLst/>
            <a:rect l="l" t="t" r="r" b="b"/>
            <a:pathLst>
              <a:path w="48177" h="48077" extrusionOk="0">
                <a:moveTo>
                  <a:pt x="0" y="48077"/>
                </a:moveTo>
                <a:lnTo>
                  <a:pt x="48177" y="20304"/>
                </a:lnTo>
                <a:lnTo>
                  <a:pt x="13736" y="0"/>
                </a:lnTo>
                <a:lnTo>
                  <a:pt x="0" y="0"/>
                </a:lnTo>
                <a:lnTo>
                  <a:pt x="0" y="24468"/>
                </a:lnTo>
                <a:close/>
              </a:path>
            </a:pathLst>
          </a:custGeom>
          <a:solidFill>
            <a:srgbClr val="878787">
              <a:alpha val="13210"/>
            </a:srgbClr>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6" name="Google Shape;116;p18"/>
          <p:cNvSpPr txBox="1">
            <a:spLocks noGrp="1"/>
          </p:cNvSpPr>
          <p:nvPr>
            <p:ph type="subTitle" idx="1"/>
          </p:nvPr>
        </p:nvSpPr>
        <p:spPr>
          <a:xfrm>
            <a:off x="720000" y="2612550"/>
            <a:ext cx="2445000" cy="4335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17" name="Google Shape;117;p18"/>
          <p:cNvSpPr txBox="1">
            <a:spLocks noGrp="1"/>
          </p:cNvSpPr>
          <p:nvPr>
            <p:ph type="subTitle" idx="2"/>
          </p:nvPr>
        </p:nvSpPr>
        <p:spPr>
          <a:xfrm>
            <a:off x="720000" y="3058108"/>
            <a:ext cx="2445000" cy="91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8" name="Google Shape;118;p18"/>
          <p:cNvSpPr txBox="1">
            <a:spLocks noGrp="1"/>
          </p:cNvSpPr>
          <p:nvPr>
            <p:ph type="subTitle" idx="3"/>
          </p:nvPr>
        </p:nvSpPr>
        <p:spPr>
          <a:xfrm>
            <a:off x="3349500" y="3058108"/>
            <a:ext cx="2445000" cy="91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18"/>
          <p:cNvSpPr txBox="1">
            <a:spLocks noGrp="1"/>
          </p:cNvSpPr>
          <p:nvPr>
            <p:ph type="subTitle" idx="4"/>
          </p:nvPr>
        </p:nvSpPr>
        <p:spPr>
          <a:xfrm>
            <a:off x="5979000" y="3058108"/>
            <a:ext cx="2445000" cy="918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0" name="Google Shape;120;p18"/>
          <p:cNvSpPr txBox="1">
            <a:spLocks noGrp="1"/>
          </p:cNvSpPr>
          <p:nvPr>
            <p:ph type="subTitle" idx="5"/>
          </p:nvPr>
        </p:nvSpPr>
        <p:spPr>
          <a:xfrm>
            <a:off x="3349500" y="2612550"/>
            <a:ext cx="2445000" cy="4335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21" name="Google Shape;121;p18"/>
          <p:cNvSpPr txBox="1">
            <a:spLocks noGrp="1"/>
          </p:cNvSpPr>
          <p:nvPr>
            <p:ph type="subTitle" idx="6"/>
          </p:nvPr>
        </p:nvSpPr>
        <p:spPr>
          <a:xfrm>
            <a:off x="5979000" y="2612550"/>
            <a:ext cx="2445000" cy="4335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22" name="Google Shape;122;p18"/>
          <p:cNvSpPr/>
          <p:nvPr/>
        </p:nvSpPr>
        <p:spPr>
          <a:xfrm>
            <a:off x="7283250" y="3253375"/>
            <a:ext cx="1881221" cy="1897507"/>
          </a:xfrm>
          <a:custGeom>
            <a:avLst/>
            <a:gdLst/>
            <a:ahLst/>
            <a:cxnLst/>
            <a:rect l="l" t="t" r="r" b="b"/>
            <a:pathLst>
              <a:path w="181585" h="183157" extrusionOk="0">
                <a:moveTo>
                  <a:pt x="113636" y="183059"/>
                </a:moveTo>
                <a:lnTo>
                  <a:pt x="0" y="116124"/>
                </a:lnTo>
                <a:lnTo>
                  <a:pt x="181119" y="0"/>
                </a:lnTo>
                <a:lnTo>
                  <a:pt x="181585" y="94595"/>
                </a:lnTo>
                <a:lnTo>
                  <a:pt x="181166" y="183157"/>
                </a:lnTo>
                <a:close/>
              </a:path>
            </a:pathLst>
          </a:custGeom>
          <a:solidFill>
            <a:srgbClr val="878787">
              <a:alpha val="13210"/>
            </a:srgbClr>
          </a:solidFill>
          <a:ln>
            <a:noFill/>
          </a:ln>
        </p:spPr>
      </p:sp>
      <p:sp>
        <p:nvSpPr>
          <p:cNvPr id="123" name="Google Shape;123;p18"/>
          <p:cNvSpPr/>
          <p:nvPr/>
        </p:nvSpPr>
        <p:spPr>
          <a:xfrm rot="10800000" flipH="1">
            <a:off x="0" y="0"/>
            <a:ext cx="1835700" cy="7839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24"/>
        <p:cNvGrpSpPr/>
        <p:nvPr/>
      </p:nvGrpSpPr>
      <p:grpSpPr>
        <a:xfrm>
          <a:off x="0" y="0"/>
          <a:ext cx="0" cy="0"/>
          <a:chOff x="0" y="0"/>
          <a:chExt cx="0" cy="0"/>
        </a:xfrm>
      </p:grpSpPr>
      <p:sp>
        <p:nvSpPr>
          <p:cNvPr id="125" name="Google Shape;125;p19"/>
          <p:cNvSpPr/>
          <p:nvPr/>
        </p:nvSpPr>
        <p:spPr>
          <a:xfrm rot="10800000" flipH="1">
            <a:off x="0" y="125"/>
            <a:ext cx="2467500" cy="10536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7" name="Google Shape;127;p19"/>
          <p:cNvSpPr txBox="1">
            <a:spLocks noGrp="1"/>
          </p:cNvSpPr>
          <p:nvPr>
            <p:ph type="subTitle" idx="1"/>
          </p:nvPr>
        </p:nvSpPr>
        <p:spPr>
          <a:xfrm>
            <a:off x="1373642" y="1696675"/>
            <a:ext cx="25116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28" name="Google Shape;128;p19"/>
          <p:cNvSpPr txBox="1">
            <a:spLocks noGrp="1"/>
          </p:cNvSpPr>
          <p:nvPr>
            <p:ph type="subTitle" idx="2"/>
          </p:nvPr>
        </p:nvSpPr>
        <p:spPr>
          <a:xfrm>
            <a:off x="1373625" y="2269375"/>
            <a:ext cx="25116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19"/>
          <p:cNvSpPr txBox="1">
            <a:spLocks noGrp="1"/>
          </p:cNvSpPr>
          <p:nvPr>
            <p:ph type="subTitle" idx="3"/>
          </p:nvPr>
        </p:nvSpPr>
        <p:spPr>
          <a:xfrm>
            <a:off x="5258763" y="2269375"/>
            <a:ext cx="25116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0" name="Google Shape;130;p19"/>
          <p:cNvSpPr txBox="1">
            <a:spLocks noGrp="1"/>
          </p:cNvSpPr>
          <p:nvPr>
            <p:ph type="subTitle" idx="4"/>
          </p:nvPr>
        </p:nvSpPr>
        <p:spPr>
          <a:xfrm>
            <a:off x="1373625" y="4040300"/>
            <a:ext cx="25116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1" name="Google Shape;131;p19"/>
          <p:cNvSpPr txBox="1">
            <a:spLocks noGrp="1"/>
          </p:cNvSpPr>
          <p:nvPr>
            <p:ph type="subTitle" idx="5"/>
          </p:nvPr>
        </p:nvSpPr>
        <p:spPr>
          <a:xfrm>
            <a:off x="5258763" y="4040300"/>
            <a:ext cx="25116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2" name="Google Shape;132;p19"/>
          <p:cNvSpPr txBox="1">
            <a:spLocks noGrp="1"/>
          </p:cNvSpPr>
          <p:nvPr>
            <p:ph type="subTitle" idx="6"/>
          </p:nvPr>
        </p:nvSpPr>
        <p:spPr>
          <a:xfrm>
            <a:off x="1373642" y="3467600"/>
            <a:ext cx="25116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3" name="Google Shape;133;p19"/>
          <p:cNvSpPr txBox="1">
            <a:spLocks noGrp="1"/>
          </p:cNvSpPr>
          <p:nvPr>
            <p:ph type="subTitle" idx="7"/>
          </p:nvPr>
        </p:nvSpPr>
        <p:spPr>
          <a:xfrm>
            <a:off x="5258775" y="1696675"/>
            <a:ext cx="25116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34" name="Google Shape;134;p19"/>
          <p:cNvSpPr txBox="1">
            <a:spLocks noGrp="1"/>
          </p:cNvSpPr>
          <p:nvPr>
            <p:ph type="subTitle" idx="8"/>
          </p:nvPr>
        </p:nvSpPr>
        <p:spPr>
          <a:xfrm>
            <a:off x="5258775" y="3467600"/>
            <a:ext cx="25116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100" b="1">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1"/>
        <p:cNvGrpSpPr/>
        <p:nvPr/>
      </p:nvGrpSpPr>
      <p:grpSpPr>
        <a:xfrm>
          <a:off x="0" y="0"/>
          <a:ext cx="0" cy="0"/>
          <a:chOff x="0" y="0"/>
          <a:chExt cx="0" cy="0"/>
        </a:xfrm>
      </p:grpSpPr>
      <p:sp>
        <p:nvSpPr>
          <p:cNvPr id="172" name="Google Shape;172;p23"/>
          <p:cNvSpPr/>
          <p:nvPr/>
        </p:nvSpPr>
        <p:spPr>
          <a:xfrm rot="10800000">
            <a:off x="0" y="0"/>
            <a:ext cx="3487340" cy="3517530"/>
          </a:xfrm>
          <a:custGeom>
            <a:avLst/>
            <a:gdLst/>
            <a:ahLst/>
            <a:cxnLst/>
            <a:rect l="l" t="t" r="r" b="b"/>
            <a:pathLst>
              <a:path w="181585" h="183157" extrusionOk="0">
                <a:moveTo>
                  <a:pt x="113636" y="183059"/>
                </a:moveTo>
                <a:lnTo>
                  <a:pt x="0" y="116124"/>
                </a:lnTo>
                <a:lnTo>
                  <a:pt x="181119" y="0"/>
                </a:lnTo>
                <a:lnTo>
                  <a:pt x="181585" y="94595"/>
                </a:lnTo>
                <a:lnTo>
                  <a:pt x="181166" y="183157"/>
                </a:lnTo>
                <a:close/>
              </a:path>
            </a:pathLst>
          </a:custGeom>
          <a:solidFill>
            <a:srgbClr val="878787">
              <a:alpha val="13210"/>
            </a:srgbClr>
          </a:solidFill>
          <a:ln>
            <a:noFill/>
          </a:ln>
        </p:spPr>
      </p:sp>
      <p:sp>
        <p:nvSpPr>
          <p:cNvPr id="173" name="Google Shape;173;p23"/>
          <p:cNvSpPr/>
          <p:nvPr/>
        </p:nvSpPr>
        <p:spPr>
          <a:xfrm flipH="1">
            <a:off x="7308300" y="4359600"/>
            <a:ext cx="1835700" cy="7839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74"/>
        <p:cNvGrpSpPr/>
        <p:nvPr/>
      </p:nvGrpSpPr>
      <p:grpSpPr>
        <a:xfrm>
          <a:off x="0" y="0"/>
          <a:ext cx="0" cy="0"/>
          <a:chOff x="0" y="0"/>
          <a:chExt cx="0" cy="0"/>
        </a:xfrm>
      </p:grpSpPr>
      <p:sp>
        <p:nvSpPr>
          <p:cNvPr id="175" name="Google Shape;175;p24"/>
          <p:cNvSpPr/>
          <p:nvPr/>
        </p:nvSpPr>
        <p:spPr>
          <a:xfrm>
            <a:off x="7198400" y="3167775"/>
            <a:ext cx="1966112" cy="1983132"/>
          </a:xfrm>
          <a:custGeom>
            <a:avLst/>
            <a:gdLst/>
            <a:ahLst/>
            <a:cxnLst/>
            <a:rect l="l" t="t" r="r" b="b"/>
            <a:pathLst>
              <a:path w="181585" h="183157" extrusionOk="0">
                <a:moveTo>
                  <a:pt x="113636" y="183059"/>
                </a:moveTo>
                <a:lnTo>
                  <a:pt x="0" y="116124"/>
                </a:lnTo>
                <a:lnTo>
                  <a:pt x="181119" y="0"/>
                </a:lnTo>
                <a:lnTo>
                  <a:pt x="181585" y="94595"/>
                </a:lnTo>
                <a:lnTo>
                  <a:pt x="181166" y="183157"/>
                </a:lnTo>
                <a:close/>
              </a:path>
            </a:pathLst>
          </a:custGeom>
          <a:solidFill>
            <a:srgbClr val="878787">
              <a:alpha val="13210"/>
            </a:srgbClr>
          </a:solidFill>
          <a:ln>
            <a:noFill/>
          </a:ln>
        </p:spPr>
      </p:sp>
      <p:sp>
        <p:nvSpPr>
          <p:cNvPr id="176" name="Google Shape;176;p24"/>
          <p:cNvSpPr/>
          <p:nvPr/>
        </p:nvSpPr>
        <p:spPr>
          <a:xfrm>
            <a:off x="0" y="4359550"/>
            <a:ext cx="1835700" cy="783900"/>
          </a:xfrm>
          <a:prstGeom prst="rtTriangle">
            <a:avLst/>
          </a:pr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2pPr>
            <a:lvl3pPr lvl="2"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3pPr>
            <a:lvl4pPr lvl="3"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4pPr>
            <a:lvl5pPr lvl="4"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5pPr>
            <a:lvl6pPr lvl="5"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6pPr>
            <a:lvl7pPr lvl="6"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7pPr>
            <a:lvl8pPr lvl="7"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8pPr>
            <a:lvl9pPr lvl="8" rtl="0">
              <a:spcBef>
                <a:spcPts val="0"/>
              </a:spcBef>
              <a:spcAft>
                <a:spcPts val="0"/>
              </a:spcAft>
              <a:buClr>
                <a:schemeClr val="dk1"/>
              </a:buClr>
              <a:buSzPts val="3500"/>
              <a:buFont typeface="Oswald"/>
              <a:buNone/>
              <a:defRPr sz="3500" b="1">
                <a:solidFill>
                  <a:schemeClr val="dk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8" r:id="rId7"/>
    <p:sldLayoutId id="2147483660" r:id="rId8"/>
    <p:sldLayoutId id="2147483664" r:id="rId9"/>
    <p:sldLayoutId id="2147483665" r:id="rId10"/>
    <p:sldLayoutId id="2147483669" r:id="rId11"/>
    <p:sldLayoutId id="214748367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8"/>
          <p:cNvSpPr txBox="1">
            <a:spLocks noGrp="1"/>
          </p:cNvSpPr>
          <p:nvPr>
            <p:ph type="ctrTitle"/>
          </p:nvPr>
        </p:nvSpPr>
        <p:spPr>
          <a:xfrm>
            <a:off x="645066" y="1518229"/>
            <a:ext cx="5081658" cy="2296247"/>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sz="4000" dirty="0">
                <a:solidFill>
                  <a:schemeClr val="tx2"/>
                </a:solidFill>
                <a:latin typeface="Bahnschrift SemiBold Condensed" panose="020B0502040204020203" pitchFamily="34" charset="0"/>
              </a:rPr>
              <a:t>THUẬT TOÁN K-NEAREST NEIGHBORS TRONG PHÁT HIỆN TẤN CÔNG DDoS SYN FLOOD</a:t>
            </a:r>
            <a:endParaRPr sz="4000" dirty="0">
              <a:solidFill>
                <a:schemeClr val="tx2"/>
              </a:solidFill>
              <a:latin typeface="Bahnschrift SemiBold Condensed" panose="020B0502040204020203" pitchFamily="34" charset="0"/>
            </a:endParaRPr>
          </a:p>
        </p:txBody>
      </p:sp>
      <p:sp>
        <p:nvSpPr>
          <p:cNvPr id="188" name="Google Shape;188;p28"/>
          <p:cNvSpPr txBox="1">
            <a:spLocks noGrp="1"/>
          </p:cNvSpPr>
          <p:nvPr>
            <p:ph type="subTitle" idx="1"/>
          </p:nvPr>
        </p:nvSpPr>
        <p:spPr>
          <a:xfrm>
            <a:off x="771700" y="3784525"/>
            <a:ext cx="4038600" cy="40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Nhóm</a:t>
            </a:r>
            <a:r>
              <a:rPr lang="en-US" dirty="0"/>
              <a:t> </a:t>
            </a:r>
            <a:r>
              <a:rPr lang="en-US" dirty="0" err="1"/>
              <a:t>Trình</a:t>
            </a:r>
            <a:r>
              <a:rPr lang="en-US" dirty="0"/>
              <a:t> </a:t>
            </a:r>
            <a:r>
              <a:rPr lang="en-US" dirty="0" err="1"/>
              <a:t>Bày</a:t>
            </a:r>
            <a:r>
              <a:rPr lang="en-US" dirty="0"/>
              <a:t>: 06</a:t>
            </a:r>
            <a:endParaRPr dirty="0"/>
          </a:p>
        </p:txBody>
      </p:sp>
      <p:cxnSp>
        <p:nvCxnSpPr>
          <p:cNvPr id="189" name="Google Shape;189;p28"/>
          <p:cNvCxnSpPr/>
          <p:nvPr/>
        </p:nvCxnSpPr>
        <p:spPr>
          <a:xfrm>
            <a:off x="771700" y="3799500"/>
            <a:ext cx="3647100" cy="0"/>
          </a:xfrm>
          <a:prstGeom prst="straightConnector1">
            <a:avLst/>
          </a:prstGeom>
          <a:noFill/>
          <a:ln w="19050" cap="flat" cmpd="sng">
            <a:solidFill>
              <a:schemeClr val="lt2"/>
            </a:solidFill>
            <a:prstDash val="solid"/>
            <a:round/>
            <a:headEnd type="none" w="med" len="med"/>
            <a:tailEnd type="none" w="med" len="med"/>
          </a:ln>
        </p:spPr>
      </p:cxnSp>
      <p:sp>
        <p:nvSpPr>
          <p:cNvPr id="190" name="Google Shape;190;p28"/>
          <p:cNvSpPr/>
          <p:nvPr/>
        </p:nvSpPr>
        <p:spPr>
          <a:xfrm>
            <a:off x="8085254" y="4932620"/>
            <a:ext cx="58710" cy="86695"/>
          </a:xfrm>
          <a:custGeom>
            <a:avLst/>
            <a:gdLst/>
            <a:ahLst/>
            <a:cxnLst/>
            <a:rect l="l" t="t" r="r" b="b"/>
            <a:pathLst>
              <a:path w="472" h="697" extrusionOk="0">
                <a:moveTo>
                  <a:pt x="63" y="1"/>
                </a:moveTo>
                <a:lnTo>
                  <a:pt x="0" y="697"/>
                </a:lnTo>
                <a:lnTo>
                  <a:pt x="0" y="697"/>
                </a:lnTo>
                <a:lnTo>
                  <a:pt x="471" y="430"/>
                </a:lnTo>
                <a:lnTo>
                  <a:pt x="63" y="1"/>
                </a:lnTo>
                <a:close/>
              </a:path>
            </a:pathLst>
          </a:custGeom>
          <a:solidFill>
            <a:srgbClr val="108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28"/>
          <p:cNvGrpSpPr/>
          <p:nvPr/>
        </p:nvGrpSpPr>
        <p:grpSpPr>
          <a:xfrm>
            <a:off x="5603384" y="171226"/>
            <a:ext cx="2918649" cy="4538349"/>
            <a:chOff x="5425952" y="484073"/>
            <a:chExt cx="2918649" cy="4538349"/>
          </a:xfrm>
        </p:grpSpPr>
        <p:sp>
          <p:nvSpPr>
            <p:cNvPr id="192" name="Google Shape;192;p28"/>
            <p:cNvSpPr/>
            <p:nvPr/>
          </p:nvSpPr>
          <p:spPr>
            <a:xfrm>
              <a:off x="5425952" y="484073"/>
              <a:ext cx="1201808" cy="1125537"/>
            </a:xfrm>
            <a:custGeom>
              <a:avLst/>
              <a:gdLst/>
              <a:ahLst/>
              <a:cxnLst/>
              <a:rect l="l" t="t" r="r" b="b"/>
              <a:pathLst>
                <a:path w="9662" h="9049" extrusionOk="0">
                  <a:moveTo>
                    <a:pt x="7030" y="0"/>
                  </a:moveTo>
                  <a:cubicBezTo>
                    <a:pt x="6894" y="0"/>
                    <a:pt x="6744" y="43"/>
                    <a:pt x="6586" y="134"/>
                  </a:cubicBezTo>
                  <a:cubicBezTo>
                    <a:pt x="6183" y="367"/>
                    <a:pt x="5831" y="857"/>
                    <a:pt x="5634" y="1397"/>
                  </a:cubicBezTo>
                  <a:cubicBezTo>
                    <a:pt x="5429" y="930"/>
                    <a:pt x="5069" y="669"/>
                    <a:pt x="4623" y="669"/>
                  </a:cubicBezTo>
                  <a:cubicBezTo>
                    <a:pt x="4383" y="669"/>
                    <a:pt x="4118" y="745"/>
                    <a:pt x="3839" y="906"/>
                  </a:cubicBezTo>
                  <a:cubicBezTo>
                    <a:pt x="2788" y="1512"/>
                    <a:pt x="1931" y="3098"/>
                    <a:pt x="1864" y="4515"/>
                  </a:cubicBezTo>
                  <a:cubicBezTo>
                    <a:pt x="1759" y="4545"/>
                    <a:pt x="1651" y="4591"/>
                    <a:pt x="1540" y="4655"/>
                  </a:cubicBezTo>
                  <a:cubicBezTo>
                    <a:pt x="689" y="5146"/>
                    <a:pt x="0" y="6464"/>
                    <a:pt x="0" y="7597"/>
                  </a:cubicBezTo>
                  <a:cubicBezTo>
                    <a:pt x="0" y="8210"/>
                    <a:pt x="203" y="8645"/>
                    <a:pt x="523" y="8836"/>
                  </a:cubicBezTo>
                  <a:cubicBezTo>
                    <a:pt x="643" y="8908"/>
                    <a:pt x="780" y="8946"/>
                    <a:pt x="929" y="8946"/>
                  </a:cubicBezTo>
                  <a:cubicBezTo>
                    <a:pt x="1116" y="8946"/>
                    <a:pt x="1323" y="8886"/>
                    <a:pt x="1540" y="8761"/>
                  </a:cubicBezTo>
                  <a:cubicBezTo>
                    <a:pt x="1840" y="8588"/>
                    <a:pt x="2118" y="8311"/>
                    <a:pt x="2355" y="7978"/>
                  </a:cubicBezTo>
                  <a:cubicBezTo>
                    <a:pt x="2407" y="8652"/>
                    <a:pt x="2745" y="9048"/>
                    <a:pt x="3212" y="9048"/>
                  </a:cubicBezTo>
                  <a:cubicBezTo>
                    <a:pt x="3387" y="9048"/>
                    <a:pt x="3580" y="8993"/>
                    <a:pt x="3782" y="8876"/>
                  </a:cubicBezTo>
                  <a:cubicBezTo>
                    <a:pt x="4297" y="8579"/>
                    <a:pt x="4746" y="7957"/>
                    <a:pt x="5000" y="7268"/>
                  </a:cubicBezTo>
                  <a:cubicBezTo>
                    <a:pt x="5150" y="7447"/>
                    <a:pt x="5350" y="7545"/>
                    <a:pt x="5581" y="7545"/>
                  </a:cubicBezTo>
                  <a:cubicBezTo>
                    <a:pt x="5755" y="7545"/>
                    <a:pt x="5946" y="7490"/>
                    <a:pt x="6147" y="7373"/>
                  </a:cubicBezTo>
                  <a:cubicBezTo>
                    <a:pt x="6834" y="6977"/>
                    <a:pt x="7408" y="6002"/>
                    <a:pt x="7549" y="5060"/>
                  </a:cubicBezTo>
                  <a:cubicBezTo>
                    <a:pt x="7556" y="5061"/>
                    <a:pt x="7563" y="5061"/>
                    <a:pt x="7570" y="5061"/>
                  </a:cubicBezTo>
                  <a:cubicBezTo>
                    <a:pt x="7752" y="5061"/>
                    <a:pt x="7953" y="5005"/>
                    <a:pt x="8163" y="4883"/>
                  </a:cubicBezTo>
                  <a:cubicBezTo>
                    <a:pt x="8990" y="4405"/>
                    <a:pt x="9662" y="3123"/>
                    <a:pt x="9662" y="2019"/>
                  </a:cubicBezTo>
                  <a:cubicBezTo>
                    <a:pt x="9662" y="1197"/>
                    <a:pt x="9290" y="706"/>
                    <a:pt x="8758" y="706"/>
                  </a:cubicBezTo>
                  <a:cubicBezTo>
                    <a:pt x="8576" y="706"/>
                    <a:pt x="8374" y="764"/>
                    <a:pt x="8163" y="886"/>
                  </a:cubicBezTo>
                  <a:cubicBezTo>
                    <a:pt x="7996" y="983"/>
                    <a:pt x="7835" y="1113"/>
                    <a:pt x="7685" y="1267"/>
                  </a:cubicBezTo>
                  <a:cubicBezTo>
                    <a:pt x="7698" y="1170"/>
                    <a:pt x="7706" y="1074"/>
                    <a:pt x="7706" y="981"/>
                  </a:cubicBezTo>
                  <a:cubicBezTo>
                    <a:pt x="7706" y="367"/>
                    <a:pt x="7428" y="0"/>
                    <a:pt x="70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3" name="Google Shape;193;p28"/>
            <p:cNvSpPr/>
            <p:nvPr/>
          </p:nvSpPr>
          <p:spPr>
            <a:xfrm>
              <a:off x="5490880" y="1551401"/>
              <a:ext cx="74258" cy="74381"/>
            </a:xfrm>
            <a:custGeom>
              <a:avLst/>
              <a:gdLst/>
              <a:ahLst/>
              <a:cxnLst/>
              <a:rect l="l" t="t" r="r" b="b"/>
              <a:pathLst>
                <a:path w="597" h="598" extrusionOk="0">
                  <a:moveTo>
                    <a:pt x="541" y="1"/>
                  </a:moveTo>
                  <a:lnTo>
                    <a:pt x="1" y="255"/>
                  </a:lnTo>
                  <a:lnTo>
                    <a:pt x="596" y="597"/>
                  </a:lnTo>
                  <a:lnTo>
                    <a:pt x="5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4" name="Google Shape;194;p28"/>
            <p:cNvSpPr/>
            <p:nvPr/>
          </p:nvSpPr>
          <p:spPr>
            <a:xfrm>
              <a:off x="5778826" y="1565581"/>
              <a:ext cx="74382" cy="74381"/>
            </a:xfrm>
            <a:custGeom>
              <a:avLst/>
              <a:gdLst/>
              <a:ahLst/>
              <a:cxnLst/>
              <a:rect l="l" t="t" r="r" b="b"/>
              <a:pathLst>
                <a:path w="598" h="598" extrusionOk="0">
                  <a:moveTo>
                    <a:pt x="541" y="0"/>
                  </a:moveTo>
                  <a:lnTo>
                    <a:pt x="1" y="255"/>
                  </a:lnTo>
                  <a:lnTo>
                    <a:pt x="598" y="597"/>
                  </a:lnTo>
                  <a:lnTo>
                    <a:pt x="598" y="597"/>
                  </a:lnTo>
                  <a:lnTo>
                    <a:pt x="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5" name="Google Shape;195;p28"/>
            <p:cNvSpPr/>
            <p:nvPr/>
          </p:nvSpPr>
          <p:spPr>
            <a:xfrm>
              <a:off x="6069384" y="1376395"/>
              <a:ext cx="74133" cy="74132"/>
            </a:xfrm>
            <a:custGeom>
              <a:avLst/>
              <a:gdLst/>
              <a:ahLst/>
              <a:cxnLst/>
              <a:rect l="l" t="t" r="r" b="b"/>
              <a:pathLst>
                <a:path w="596" h="596" extrusionOk="0">
                  <a:moveTo>
                    <a:pt x="541" y="0"/>
                  </a:moveTo>
                  <a:lnTo>
                    <a:pt x="0" y="253"/>
                  </a:lnTo>
                  <a:lnTo>
                    <a:pt x="596" y="596"/>
                  </a:lnTo>
                  <a:lnTo>
                    <a:pt x="54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6" name="Google Shape;196;p28"/>
            <p:cNvSpPr/>
            <p:nvPr/>
          </p:nvSpPr>
          <p:spPr>
            <a:xfrm>
              <a:off x="6065403" y="584450"/>
              <a:ext cx="60202" cy="57713"/>
            </a:xfrm>
            <a:custGeom>
              <a:avLst/>
              <a:gdLst/>
              <a:ahLst/>
              <a:cxnLst/>
              <a:rect l="l" t="t" r="r" b="b"/>
              <a:pathLst>
                <a:path w="484" h="464" extrusionOk="0">
                  <a:moveTo>
                    <a:pt x="1" y="0"/>
                  </a:moveTo>
                  <a:lnTo>
                    <a:pt x="123" y="463"/>
                  </a:lnTo>
                  <a:lnTo>
                    <a:pt x="484" y="283"/>
                  </a:lnTo>
                  <a:lnTo>
                    <a:pt x="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7" name="Google Shape;197;p28"/>
            <p:cNvSpPr/>
            <p:nvPr/>
          </p:nvSpPr>
          <p:spPr>
            <a:xfrm>
              <a:off x="6332826" y="491536"/>
              <a:ext cx="64805" cy="57713"/>
            </a:xfrm>
            <a:custGeom>
              <a:avLst/>
              <a:gdLst/>
              <a:ahLst/>
              <a:cxnLst/>
              <a:rect l="l" t="t" r="r" b="b"/>
              <a:pathLst>
                <a:path w="521" h="464" extrusionOk="0">
                  <a:moveTo>
                    <a:pt x="0" y="1"/>
                  </a:moveTo>
                  <a:lnTo>
                    <a:pt x="122" y="464"/>
                  </a:lnTo>
                  <a:lnTo>
                    <a:pt x="520" y="305"/>
                  </a:lnTo>
                  <a:lnTo>
                    <a:pt x="0" y="1"/>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8" name="Google Shape;198;p28"/>
            <p:cNvSpPr/>
            <p:nvPr/>
          </p:nvSpPr>
          <p:spPr>
            <a:xfrm>
              <a:off x="6562934" y="584450"/>
              <a:ext cx="64805" cy="57713"/>
            </a:xfrm>
            <a:custGeom>
              <a:avLst/>
              <a:gdLst/>
              <a:ahLst/>
              <a:cxnLst/>
              <a:rect l="l" t="t" r="r" b="b"/>
              <a:pathLst>
                <a:path w="521" h="464" extrusionOk="0">
                  <a:moveTo>
                    <a:pt x="0" y="0"/>
                  </a:moveTo>
                  <a:lnTo>
                    <a:pt x="123" y="463"/>
                  </a:lnTo>
                  <a:lnTo>
                    <a:pt x="521" y="304"/>
                  </a:lnTo>
                  <a:lnTo>
                    <a:pt x="0"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9" name="Google Shape;199;p28"/>
            <p:cNvSpPr/>
            <p:nvPr/>
          </p:nvSpPr>
          <p:spPr>
            <a:xfrm>
              <a:off x="5493492" y="523130"/>
              <a:ext cx="1201932" cy="1125662"/>
            </a:xfrm>
            <a:custGeom>
              <a:avLst/>
              <a:gdLst/>
              <a:ahLst/>
              <a:cxnLst/>
              <a:rect l="l" t="t" r="r" b="b"/>
              <a:pathLst>
                <a:path w="9663" h="9050" extrusionOk="0">
                  <a:moveTo>
                    <a:pt x="7030" y="1"/>
                  </a:moveTo>
                  <a:cubicBezTo>
                    <a:pt x="6894" y="1"/>
                    <a:pt x="6744" y="44"/>
                    <a:pt x="6586" y="135"/>
                  </a:cubicBezTo>
                  <a:cubicBezTo>
                    <a:pt x="6183" y="368"/>
                    <a:pt x="5831" y="858"/>
                    <a:pt x="5633" y="1399"/>
                  </a:cubicBezTo>
                  <a:cubicBezTo>
                    <a:pt x="5429" y="931"/>
                    <a:pt x="5068" y="670"/>
                    <a:pt x="4623" y="670"/>
                  </a:cubicBezTo>
                  <a:cubicBezTo>
                    <a:pt x="4383" y="670"/>
                    <a:pt x="4117" y="746"/>
                    <a:pt x="3839" y="907"/>
                  </a:cubicBezTo>
                  <a:cubicBezTo>
                    <a:pt x="2788" y="1514"/>
                    <a:pt x="1931" y="3099"/>
                    <a:pt x="1865" y="4516"/>
                  </a:cubicBezTo>
                  <a:cubicBezTo>
                    <a:pt x="1760" y="4546"/>
                    <a:pt x="1652" y="4592"/>
                    <a:pt x="1540" y="4656"/>
                  </a:cubicBezTo>
                  <a:cubicBezTo>
                    <a:pt x="690" y="5147"/>
                    <a:pt x="1" y="6465"/>
                    <a:pt x="1" y="7598"/>
                  </a:cubicBezTo>
                  <a:cubicBezTo>
                    <a:pt x="1" y="8442"/>
                    <a:pt x="383" y="8947"/>
                    <a:pt x="929" y="8947"/>
                  </a:cubicBezTo>
                  <a:cubicBezTo>
                    <a:pt x="1117" y="8947"/>
                    <a:pt x="1323" y="8887"/>
                    <a:pt x="1540" y="8762"/>
                  </a:cubicBezTo>
                  <a:cubicBezTo>
                    <a:pt x="1840" y="8590"/>
                    <a:pt x="2118" y="8313"/>
                    <a:pt x="2354" y="7979"/>
                  </a:cubicBezTo>
                  <a:cubicBezTo>
                    <a:pt x="2407" y="8652"/>
                    <a:pt x="2745" y="9049"/>
                    <a:pt x="3213" y="9049"/>
                  </a:cubicBezTo>
                  <a:cubicBezTo>
                    <a:pt x="3387" y="9049"/>
                    <a:pt x="3580" y="8994"/>
                    <a:pt x="3782" y="8877"/>
                  </a:cubicBezTo>
                  <a:cubicBezTo>
                    <a:pt x="4297" y="8580"/>
                    <a:pt x="4746" y="7958"/>
                    <a:pt x="4999" y="7269"/>
                  </a:cubicBezTo>
                  <a:cubicBezTo>
                    <a:pt x="5149" y="7448"/>
                    <a:pt x="5349" y="7546"/>
                    <a:pt x="5581" y="7546"/>
                  </a:cubicBezTo>
                  <a:cubicBezTo>
                    <a:pt x="5754" y="7546"/>
                    <a:pt x="5946" y="7491"/>
                    <a:pt x="6147" y="7375"/>
                  </a:cubicBezTo>
                  <a:cubicBezTo>
                    <a:pt x="6834" y="6978"/>
                    <a:pt x="7408" y="6003"/>
                    <a:pt x="7549" y="5062"/>
                  </a:cubicBezTo>
                  <a:cubicBezTo>
                    <a:pt x="7556" y="5062"/>
                    <a:pt x="7563" y="5062"/>
                    <a:pt x="7570" y="5062"/>
                  </a:cubicBezTo>
                  <a:cubicBezTo>
                    <a:pt x="7751" y="5062"/>
                    <a:pt x="7952" y="5006"/>
                    <a:pt x="8163" y="4884"/>
                  </a:cubicBezTo>
                  <a:cubicBezTo>
                    <a:pt x="8991" y="4406"/>
                    <a:pt x="9661" y="3124"/>
                    <a:pt x="9661" y="2020"/>
                  </a:cubicBezTo>
                  <a:cubicBezTo>
                    <a:pt x="9662" y="1199"/>
                    <a:pt x="9290" y="707"/>
                    <a:pt x="8758" y="707"/>
                  </a:cubicBezTo>
                  <a:cubicBezTo>
                    <a:pt x="8576" y="707"/>
                    <a:pt x="8374" y="765"/>
                    <a:pt x="8163" y="887"/>
                  </a:cubicBezTo>
                  <a:cubicBezTo>
                    <a:pt x="7996" y="983"/>
                    <a:pt x="7836" y="1114"/>
                    <a:pt x="7685" y="1268"/>
                  </a:cubicBezTo>
                  <a:cubicBezTo>
                    <a:pt x="7699" y="1171"/>
                    <a:pt x="7705" y="1076"/>
                    <a:pt x="7705" y="981"/>
                  </a:cubicBezTo>
                  <a:cubicBezTo>
                    <a:pt x="7705" y="368"/>
                    <a:pt x="7428" y="1"/>
                    <a:pt x="7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0" name="Google Shape;200;p28"/>
            <p:cNvSpPr/>
            <p:nvPr/>
          </p:nvSpPr>
          <p:spPr>
            <a:xfrm>
              <a:off x="6002217" y="845032"/>
              <a:ext cx="523536" cy="379491"/>
            </a:xfrm>
            <a:custGeom>
              <a:avLst/>
              <a:gdLst/>
              <a:ahLst/>
              <a:cxnLst/>
              <a:rect l="l" t="t" r="r" b="b"/>
              <a:pathLst>
                <a:path w="4209" h="3051" extrusionOk="0">
                  <a:moveTo>
                    <a:pt x="4209" y="1"/>
                  </a:moveTo>
                  <a:lnTo>
                    <a:pt x="1" y="2440"/>
                  </a:lnTo>
                  <a:lnTo>
                    <a:pt x="1" y="3050"/>
                  </a:lnTo>
                  <a:lnTo>
                    <a:pt x="4209" y="611"/>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1" name="Google Shape;201;p28"/>
            <p:cNvSpPr/>
            <p:nvPr/>
          </p:nvSpPr>
          <p:spPr>
            <a:xfrm>
              <a:off x="6159437" y="969290"/>
              <a:ext cx="367433" cy="288319"/>
            </a:xfrm>
            <a:custGeom>
              <a:avLst/>
              <a:gdLst/>
              <a:ahLst/>
              <a:cxnLst/>
              <a:rect l="l" t="t" r="r" b="b"/>
              <a:pathLst>
                <a:path w="2954" h="2318" extrusionOk="0">
                  <a:moveTo>
                    <a:pt x="2954" y="1"/>
                  </a:moveTo>
                  <a:lnTo>
                    <a:pt x="0" y="1707"/>
                  </a:lnTo>
                  <a:lnTo>
                    <a:pt x="0" y="2317"/>
                  </a:lnTo>
                  <a:lnTo>
                    <a:pt x="2954" y="611"/>
                  </a:lnTo>
                  <a:lnTo>
                    <a:pt x="29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2" name="Google Shape;202;p28"/>
            <p:cNvSpPr/>
            <p:nvPr/>
          </p:nvSpPr>
          <p:spPr>
            <a:xfrm>
              <a:off x="5776089" y="1286342"/>
              <a:ext cx="28857" cy="68037"/>
            </a:xfrm>
            <a:custGeom>
              <a:avLst/>
              <a:gdLst/>
              <a:ahLst/>
              <a:cxnLst/>
              <a:rect l="l" t="t" r="r" b="b"/>
              <a:pathLst>
                <a:path w="232" h="547" extrusionOk="0">
                  <a:moveTo>
                    <a:pt x="85" y="0"/>
                  </a:moveTo>
                  <a:lnTo>
                    <a:pt x="0" y="50"/>
                  </a:lnTo>
                  <a:lnTo>
                    <a:pt x="0" y="546"/>
                  </a:lnTo>
                  <a:lnTo>
                    <a:pt x="231" y="413"/>
                  </a:lnTo>
                  <a:lnTo>
                    <a:pt x="231" y="319"/>
                  </a:lnTo>
                  <a:lnTo>
                    <a:pt x="85" y="403"/>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3" name="Google Shape;203;p28"/>
            <p:cNvSpPr/>
            <p:nvPr/>
          </p:nvSpPr>
          <p:spPr>
            <a:xfrm>
              <a:off x="5807931" y="1257858"/>
              <a:ext cx="42167" cy="69779"/>
            </a:xfrm>
            <a:custGeom>
              <a:avLst/>
              <a:gdLst/>
              <a:ahLst/>
              <a:cxnLst/>
              <a:rect l="l" t="t" r="r" b="b"/>
              <a:pathLst>
                <a:path w="339" h="561" extrusionOk="0">
                  <a:moveTo>
                    <a:pt x="199" y="111"/>
                  </a:moveTo>
                  <a:cubicBezTo>
                    <a:pt x="232" y="111"/>
                    <a:pt x="252" y="153"/>
                    <a:pt x="252" y="231"/>
                  </a:cubicBezTo>
                  <a:cubicBezTo>
                    <a:pt x="252" y="330"/>
                    <a:pt x="221" y="413"/>
                    <a:pt x="170" y="442"/>
                  </a:cubicBezTo>
                  <a:cubicBezTo>
                    <a:pt x="160" y="448"/>
                    <a:pt x="150" y="451"/>
                    <a:pt x="141" y="451"/>
                  </a:cubicBezTo>
                  <a:cubicBezTo>
                    <a:pt x="107" y="451"/>
                    <a:pt x="87" y="406"/>
                    <a:pt x="87" y="327"/>
                  </a:cubicBezTo>
                  <a:cubicBezTo>
                    <a:pt x="87" y="228"/>
                    <a:pt x="119" y="149"/>
                    <a:pt x="170" y="120"/>
                  </a:cubicBezTo>
                  <a:cubicBezTo>
                    <a:pt x="181" y="114"/>
                    <a:pt x="190" y="111"/>
                    <a:pt x="199" y="111"/>
                  </a:cubicBezTo>
                  <a:close/>
                  <a:moveTo>
                    <a:pt x="241" y="1"/>
                  </a:moveTo>
                  <a:cubicBezTo>
                    <a:pt x="220" y="1"/>
                    <a:pt x="196" y="8"/>
                    <a:pt x="170" y="23"/>
                  </a:cubicBezTo>
                  <a:cubicBezTo>
                    <a:pt x="70" y="80"/>
                    <a:pt x="1" y="214"/>
                    <a:pt x="1" y="377"/>
                  </a:cubicBezTo>
                  <a:cubicBezTo>
                    <a:pt x="1" y="498"/>
                    <a:pt x="39" y="560"/>
                    <a:pt x="100" y="560"/>
                  </a:cubicBezTo>
                  <a:cubicBezTo>
                    <a:pt x="121" y="560"/>
                    <a:pt x="144" y="553"/>
                    <a:pt x="170" y="539"/>
                  </a:cubicBezTo>
                  <a:cubicBezTo>
                    <a:pt x="270" y="480"/>
                    <a:pt x="339" y="344"/>
                    <a:pt x="339" y="181"/>
                  </a:cubicBezTo>
                  <a:cubicBezTo>
                    <a:pt x="339" y="61"/>
                    <a:pt x="301" y="1"/>
                    <a:pt x="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4" name="Google Shape;204;p28"/>
            <p:cNvSpPr/>
            <p:nvPr/>
          </p:nvSpPr>
          <p:spPr>
            <a:xfrm>
              <a:off x="5856441" y="1229250"/>
              <a:ext cx="38186" cy="69903"/>
            </a:xfrm>
            <a:custGeom>
              <a:avLst/>
              <a:gdLst/>
              <a:ahLst/>
              <a:cxnLst/>
              <a:rect l="l" t="t" r="r" b="b"/>
              <a:pathLst>
                <a:path w="307" h="562" extrusionOk="0">
                  <a:moveTo>
                    <a:pt x="249" y="0"/>
                  </a:moveTo>
                  <a:cubicBezTo>
                    <a:pt x="230" y="0"/>
                    <a:pt x="209" y="6"/>
                    <a:pt x="184" y="20"/>
                  </a:cubicBezTo>
                  <a:cubicBezTo>
                    <a:pt x="83" y="77"/>
                    <a:pt x="1" y="221"/>
                    <a:pt x="1" y="386"/>
                  </a:cubicBezTo>
                  <a:cubicBezTo>
                    <a:pt x="1" y="506"/>
                    <a:pt x="42" y="562"/>
                    <a:pt x="103" y="562"/>
                  </a:cubicBezTo>
                  <a:cubicBezTo>
                    <a:pt x="127" y="562"/>
                    <a:pt x="154" y="553"/>
                    <a:pt x="182" y="537"/>
                  </a:cubicBezTo>
                  <a:cubicBezTo>
                    <a:pt x="234" y="506"/>
                    <a:pt x="280" y="451"/>
                    <a:pt x="307" y="404"/>
                  </a:cubicBezTo>
                  <a:lnTo>
                    <a:pt x="307" y="175"/>
                  </a:lnTo>
                  <a:lnTo>
                    <a:pt x="171" y="254"/>
                  </a:lnTo>
                  <a:lnTo>
                    <a:pt x="171" y="345"/>
                  </a:lnTo>
                  <a:lnTo>
                    <a:pt x="231" y="310"/>
                  </a:lnTo>
                  <a:lnTo>
                    <a:pt x="231" y="396"/>
                  </a:lnTo>
                  <a:cubicBezTo>
                    <a:pt x="222" y="411"/>
                    <a:pt x="208" y="425"/>
                    <a:pt x="192" y="433"/>
                  </a:cubicBezTo>
                  <a:cubicBezTo>
                    <a:pt x="174" y="444"/>
                    <a:pt x="158" y="449"/>
                    <a:pt x="144" y="449"/>
                  </a:cubicBezTo>
                  <a:cubicBezTo>
                    <a:pt x="106" y="449"/>
                    <a:pt x="87" y="408"/>
                    <a:pt x="87" y="333"/>
                  </a:cubicBezTo>
                  <a:cubicBezTo>
                    <a:pt x="87" y="233"/>
                    <a:pt x="129" y="148"/>
                    <a:pt x="185" y="116"/>
                  </a:cubicBezTo>
                  <a:cubicBezTo>
                    <a:pt x="201" y="107"/>
                    <a:pt x="213" y="103"/>
                    <a:pt x="223" y="103"/>
                  </a:cubicBezTo>
                  <a:cubicBezTo>
                    <a:pt x="235" y="103"/>
                    <a:pt x="244" y="107"/>
                    <a:pt x="254" y="113"/>
                  </a:cubicBezTo>
                  <a:lnTo>
                    <a:pt x="300" y="18"/>
                  </a:lnTo>
                  <a:cubicBezTo>
                    <a:pt x="287" y="7"/>
                    <a:pt x="270" y="0"/>
                    <a:pt x="2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5" name="Google Shape;205;p28"/>
            <p:cNvSpPr/>
            <p:nvPr/>
          </p:nvSpPr>
          <p:spPr>
            <a:xfrm>
              <a:off x="5903955" y="1212458"/>
              <a:ext cx="10573" cy="68037"/>
            </a:xfrm>
            <a:custGeom>
              <a:avLst/>
              <a:gdLst/>
              <a:ahLst/>
              <a:cxnLst/>
              <a:rect l="l" t="t" r="r" b="b"/>
              <a:pathLst>
                <a:path w="85" h="547" extrusionOk="0">
                  <a:moveTo>
                    <a:pt x="85" y="1"/>
                  </a:moveTo>
                  <a:lnTo>
                    <a:pt x="0" y="49"/>
                  </a:lnTo>
                  <a:lnTo>
                    <a:pt x="0" y="547"/>
                  </a:lnTo>
                  <a:lnTo>
                    <a:pt x="85" y="498"/>
                  </a:lnTo>
                  <a:lnTo>
                    <a:pt x="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6" name="Google Shape;206;p28"/>
            <p:cNvSpPr/>
            <p:nvPr/>
          </p:nvSpPr>
          <p:spPr>
            <a:xfrm>
              <a:off x="5925224" y="1185343"/>
              <a:ext cx="36445" cy="82839"/>
            </a:xfrm>
            <a:custGeom>
              <a:avLst/>
              <a:gdLst/>
              <a:ahLst/>
              <a:cxnLst/>
              <a:rect l="l" t="t" r="r" b="b"/>
              <a:pathLst>
                <a:path w="293" h="666" extrusionOk="0">
                  <a:moveTo>
                    <a:pt x="292" y="0"/>
                  </a:moveTo>
                  <a:lnTo>
                    <a:pt x="212" y="46"/>
                  </a:lnTo>
                  <a:lnTo>
                    <a:pt x="212" y="222"/>
                  </a:lnTo>
                  <a:cubicBezTo>
                    <a:pt x="212" y="281"/>
                    <a:pt x="219" y="347"/>
                    <a:pt x="223" y="397"/>
                  </a:cubicBezTo>
                  <a:lnTo>
                    <a:pt x="221" y="398"/>
                  </a:lnTo>
                  <a:lnTo>
                    <a:pt x="184" y="310"/>
                  </a:lnTo>
                  <a:lnTo>
                    <a:pt x="87" y="118"/>
                  </a:lnTo>
                  <a:lnTo>
                    <a:pt x="0" y="168"/>
                  </a:lnTo>
                  <a:lnTo>
                    <a:pt x="0" y="666"/>
                  </a:lnTo>
                  <a:lnTo>
                    <a:pt x="82" y="619"/>
                  </a:lnTo>
                  <a:lnTo>
                    <a:pt x="82" y="443"/>
                  </a:lnTo>
                  <a:cubicBezTo>
                    <a:pt x="82" y="384"/>
                    <a:pt x="75" y="322"/>
                    <a:pt x="70" y="269"/>
                  </a:cubicBezTo>
                  <a:lnTo>
                    <a:pt x="73" y="268"/>
                  </a:lnTo>
                  <a:lnTo>
                    <a:pt x="109" y="355"/>
                  </a:lnTo>
                  <a:lnTo>
                    <a:pt x="207" y="547"/>
                  </a:lnTo>
                  <a:lnTo>
                    <a:pt x="292" y="498"/>
                  </a:lnTo>
                  <a:lnTo>
                    <a:pt x="2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7" name="Google Shape;207;p28"/>
            <p:cNvSpPr/>
            <p:nvPr/>
          </p:nvSpPr>
          <p:spPr>
            <a:xfrm>
              <a:off x="5775965" y="1401644"/>
              <a:ext cx="35201" cy="75251"/>
            </a:xfrm>
            <a:custGeom>
              <a:avLst/>
              <a:gdLst/>
              <a:ahLst/>
              <a:cxnLst/>
              <a:rect l="l" t="t" r="r" b="b"/>
              <a:pathLst>
                <a:path w="283" h="605" extrusionOk="0">
                  <a:moveTo>
                    <a:pt x="173" y="106"/>
                  </a:moveTo>
                  <a:cubicBezTo>
                    <a:pt x="191" y="106"/>
                    <a:pt x="200" y="121"/>
                    <a:pt x="200" y="153"/>
                  </a:cubicBezTo>
                  <a:cubicBezTo>
                    <a:pt x="200" y="205"/>
                    <a:pt x="178" y="245"/>
                    <a:pt x="132" y="272"/>
                  </a:cubicBezTo>
                  <a:lnTo>
                    <a:pt x="86" y="298"/>
                  </a:lnTo>
                  <a:lnTo>
                    <a:pt x="86" y="148"/>
                  </a:lnTo>
                  <a:lnTo>
                    <a:pt x="132" y="121"/>
                  </a:lnTo>
                  <a:cubicBezTo>
                    <a:pt x="148" y="112"/>
                    <a:pt x="162" y="106"/>
                    <a:pt x="173" y="106"/>
                  </a:cubicBezTo>
                  <a:close/>
                  <a:moveTo>
                    <a:pt x="218" y="1"/>
                  </a:moveTo>
                  <a:cubicBezTo>
                    <a:pt x="195" y="1"/>
                    <a:pt x="167" y="11"/>
                    <a:pt x="136" y="29"/>
                  </a:cubicBezTo>
                  <a:lnTo>
                    <a:pt x="1" y="108"/>
                  </a:lnTo>
                  <a:lnTo>
                    <a:pt x="0" y="108"/>
                  </a:lnTo>
                  <a:lnTo>
                    <a:pt x="0" y="604"/>
                  </a:lnTo>
                  <a:lnTo>
                    <a:pt x="86" y="556"/>
                  </a:lnTo>
                  <a:lnTo>
                    <a:pt x="86" y="387"/>
                  </a:lnTo>
                  <a:lnTo>
                    <a:pt x="136" y="358"/>
                  </a:lnTo>
                  <a:cubicBezTo>
                    <a:pt x="215" y="313"/>
                    <a:pt x="283" y="222"/>
                    <a:pt x="283" y="106"/>
                  </a:cubicBezTo>
                  <a:cubicBezTo>
                    <a:pt x="283" y="30"/>
                    <a:pt x="257"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8" name="Google Shape;208;p28"/>
            <p:cNvSpPr/>
            <p:nvPr/>
          </p:nvSpPr>
          <p:spPr>
            <a:xfrm>
              <a:off x="5809548" y="1380002"/>
              <a:ext cx="41793" cy="77615"/>
            </a:xfrm>
            <a:custGeom>
              <a:avLst/>
              <a:gdLst/>
              <a:ahLst/>
              <a:cxnLst/>
              <a:rect l="l" t="t" r="r" b="b"/>
              <a:pathLst>
                <a:path w="336" h="624" extrusionOk="0">
                  <a:moveTo>
                    <a:pt x="167" y="115"/>
                  </a:moveTo>
                  <a:cubicBezTo>
                    <a:pt x="177" y="161"/>
                    <a:pt x="187" y="214"/>
                    <a:pt x="197" y="258"/>
                  </a:cubicBezTo>
                  <a:lnTo>
                    <a:pt x="206" y="299"/>
                  </a:lnTo>
                  <a:lnTo>
                    <a:pt x="126" y="345"/>
                  </a:lnTo>
                  <a:lnTo>
                    <a:pt x="135" y="293"/>
                  </a:lnTo>
                  <a:cubicBezTo>
                    <a:pt x="146" y="238"/>
                    <a:pt x="156" y="174"/>
                    <a:pt x="165" y="116"/>
                  </a:cubicBezTo>
                  <a:lnTo>
                    <a:pt x="167" y="115"/>
                  </a:lnTo>
                  <a:close/>
                  <a:moveTo>
                    <a:pt x="219" y="0"/>
                  </a:moveTo>
                  <a:lnTo>
                    <a:pt x="117" y="59"/>
                  </a:lnTo>
                  <a:lnTo>
                    <a:pt x="0" y="623"/>
                  </a:lnTo>
                  <a:lnTo>
                    <a:pt x="86" y="574"/>
                  </a:lnTo>
                  <a:lnTo>
                    <a:pt x="110" y="443"/>
                  </a:lnTo>
                  <a:lnTo>
                    <a:pt x="223" y="376"/>
                  </a:lnTo>
                  <a:lnTo>
                    <a:pt x="247" y="481"/>
                  </a:lnTo>
                  <a:lnTo>
                    <a:pt x="336" y="4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9" name="Google Shape;209;p28"/>
            <p:cNvSpPr/>
            <p:nvPr/>
          </p:nvSpPr>
          <p:spPr>
            <a:xfrm>
              <a:off x="5853082" y="1356120"/>
              <a:ext cx="34703" cy="70525"/>
            </a:xfrm>
            <a:custGeom>
              <a:avLst/>
              <a:gdLst/>
              <a:ahLst/>
              <a:cxnLst/>
              <a:rect l="l" t="t" r="r" b="b"/>
              <a:pathLst>
                <a:path w="279" h="567" extrusionOk="0">
                  <a:moveTo>
                    <a:pt x="216" y="1"/>
                  </a:moveTo>
                  <a:cubicBezTo>
                    <a:pt x="194" y="1"/>
                    <a:pt x="171" y="8"/>
                    <a:pt x="148" y="21"/>
                  </a:cubicBezTo>
                  <a:cubicBezTo>
                    <a:pt x="70" y="66"/>
                    <a:pt x="15" y="163"/>
                    <a:pt x="15" y="246"/>
                  </a:cubicBezTo>
                  <a:cubicBezTo>
                    <a:pt x="15" y="317"/>
                    <a:pt x="51" y="339"/>
                    <a:pt x="88" y="339"/>
                  </a:cubicBezTo>
                  <a:cubicBezTo>
                    <a:pt x="89" y="339"/>
                    <a:pt x="90" y="339"/>
                    <a:pt x="91" y="339"/>
                  </a:cubicBezTo>
                  <a:lnTo>
                    <a:pt x="139" y="338"/>
                  </a:lnTo>
                  <a:cubicBezTo>
                    <a:pt x="143" y="338"/>
                    <a:pt x="147" y="338"/>
                    <a:pt x="151" y="338"/>
                  </a:cubicBezTo>
                  <a:cubicBezTo>
                    <a:pt x="176" y="338"/>
                    <a:pt x="192" y="339"/>
                    <a:pt x="192" y="367"/>
                  </a:cubicBezTo>
                  <a:cubicBezTo>
                    <a:pt x="192" y="396"/>
                    <a:pt x="175" y="424"/>
                    <a:pt x="140" y="445"/>
                  </a:cubicBezTo>
                  <a:cubicBezTo>
                    <a:pt x="125" y="454"/>
                    <a:pt x="109" y="458"/>
                    <a:pt x="93" y="458"/>
                  </a:cubicBezTo>
                  <a:cubicBezTo>
                    <a:pt x="77" y="458"/>
                    <a:pt x="62" y="454"/>
                    <a:pt x="49" y="446"/>
                  </a:cubicBezTo>
                  <a:lnTo>
                    <a:pt x="1" y="550"/>
                  </a:lnTo>
                  <a:cubicBezTo>
                    <a:pt x="17" y="561"/>
                    <a:pt x="37" y="567"/>
                    <a:pt x="58" y="567"/>
                  </a:cubicBezTo>
                  <a:cubicBezTo>
                    <a:pt x="84" y="567"/>
                    <a:pt x="112" y="558"/>
                    <a:pt x="139" y="543"/>
                  </a:cubicBezTo>
                  <a:cubicBezTo>
                    <a:pt x="228" y="492"/>
                    <a:pt x="279" y="391"/>
                    <a:pt x="279" y="307"/>
                  </a:cubicBezTo>
                  <a:cubicBezTo>
                    <a:pt x="279" y="239"/>
                    <a:pt x="252" y="215"/>
                    <a:pt x="208" y="215"/>
                  </a:cubicBezTo>
                  <a:cubicBezTo>
                    <a:pt x="207" y="215"/>
                    <a:pt x="206" y="215"/>
                    <a:pt x="205" y="215"/>
                  </a:cubicBezTo>
                  <a:lnTo>
                    <a:pt x="158" y="217"/>
                  </a:lnTo>
                  <a:cubicBezTo>
                    <a:pt x="150" y="217"/>
                    <a:pt x="142" y="218"/>
                    <a:pt x="135" y="218"/>
                  </a:cubicBezTo>
                  <a:cubicBezTo>
                    <a:pt x="115" y="218"/>
                    <a:pt x="101" y="214"/>
                    <a:pt x="101" y="191"/>
                  </a:cubicBezTo>
                  <a:cubicBezTo>
                    <a:pt x="101" y="163"/>
                    <a:pt x="120" y="135"/>
                    <a:pt x="148" y="118"/>
                  </a:cubicBezTo>
                  <a:cubicBezTo>
                    <a:pt x="164" y="109"/>
                    <a:pt x="177" y="105"/>
                    <a:pt x="191" y="105"/>
                  </a:cubicBezTo>
                  <a:cubicBezTo>
                    <a:pt x="203" y="105"/>
                    <a:pt x="214" y="108"/>
                    <a:pt x="226" y="114"/>
                  </a:cubicBezTo>
                  <a:lnTo>
                    <a:pt x="269" y="18"/>
                  </a:lnTo>
                  <a:cubicBezTo>
                    <a:pt x="253" y="6"/>
                    <a:pt x="235" y="1"/>
                    <a:pt x="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0" name="Google Shape;210;p28"/>
            <p:cNvSpPr/>
            <p:nvPr/>
          </p:nvSpPr>
          <p:spPr>
            <a:xfrm>
              <a:off x="5891143" y="1334229"/>
              <a:ext cx="34703" cy="70525"/>
            </a:xfrm>
            <a:custGeom>
              <a:avLst/>
              <a:gdLst/>
              <a:ahLst/>
              <a:cxnLst/>
              <a:rect l="l" t="t" r="r" b="b"/>
              <a:pathLst>
                <a:path w="279" h="567" extrusionOk="0">
                  <a:moveTo>
                    <a:pt x="216" y="0"/>
                  </a:moveTo>
                  <a:cubicBezTo>
                    <a:pt x="195" y="0"/>
                    <a:pt x="171" y="7"/>
                    <a:pt x="148" y="20"/>
                  </a:cubicBezTo>
                  <a:cubicBezTo>
                    <a:pt x="71" y="65"/>
                    <a:pt x="15" y="162"/>
                    <a:pt x="15" y="246"/>
                  </a:cubicBezTo>
                  <a:cubicBezTo>
                    <a:pt x="15" y="316"/>
                    <a:pt x="50" y="338"/>
                    <a:pt x="88" y="338"/>
                  </a:cubicBezTo>
                  <a:cubicBezTo>
                    <a:pt x="89" y="338"/>
                    <a:pt x="90" y="338"/>
                    <a:pt x="91" y="338"/>
                  </a:cubicBezTo>
                  <a:lnTo>
                    <a:pt x="139" y="337"/>
                  </a:lnTo>
                  <a:cubicBezTo>
                    <a:pt x="143" y="337"/>
                    <a:pt x="147" y="337"/>
                    <a:pt x="151" y="337"/>
                  </a:cubicBezTo>
                  <a:cubicBezTo>
                    <a:pt x="177" y="337"/>
                    <a:pt x="192" y="339"/>
                    <a:pt x="192" y="366"/>
                  </a:cubicBezTo>
                  <a:cubicBezTo>
                    <a:pt x="192" y="395"/>
                    <a:pt x="175" y="424"/>
                    <a:pt x="140" y="444"/>
                  </a:cubicBezTo>
                  <a:cubicBezTo>
                    <a:pt x="125" y="453"/>
                    <a:pt x="109" y="457"/>
                    <a:pt x="94" y="457"/>
                  </a:cubicBezTo>
                  <a:cubicBezTo>
                    <a:pt x="78" y="457"/>
                    <a:pt x="63" y="453"/>
                    <a:pt x="49" y="445"/>
                  </a:cubicBezTo>
                  <a:lnTo>
                    <a:pt x="1" y="550"/>
                  </a:lnTo>
                  <a:cubicBezTo>
                    <a:pt x="18" y="561"/>
                    <a:pt x="37" y="566"/>
                    <a:pt x="57" y="566"/>
                  </a:cubicBezTo>
                  <a:cubicBezTo>
                    <a:pt x="83" y="566"/>
                    <a:pt x="111" y="558"/>
                    <a:pt x="139" y="542"/>
                  </a:cubicBezTo>
                  <a:cubicBezTo>
                    <a:pt x="227" y="491"/>
                    <a:pt x="279" y="390"/>
                    <a:pt x="279" y="306"/>
                  </a:cubicBezTo>
                  <a:cubicBezTo>
                    <a:pt x="279" y="238"/>
                    <a:pt x="252" y="214"/>
                    <a:pt x="208" y="214"/>
                  </a:cubicBezTo>
                  <a:cubicBezTo>
                    <a:pt x="207" y="214"/>
                    <a:pt x="206" y="214"/>
                    <a:pt x="205" y="214"/>
                  </a:cubicBezTo>
                  <a:lnTo>
                    <a:pt x="157" y="216"/>
                  </a:lnTo>
                  <a:cubicBezTo>
                    <a:pt x="149" y="217"/>
                    <a:pt x="142" y="217"/>
                    <a:pt x="135" y="217"/>
                  </a:cubicBezTo>
                  <a:cubicBezTo>
                    <a:pt x="114" y="217"/>
                    <a:pt x="101" y="213"/>
                    <a:pt x="101" y="190"/>
                  </a:cubicBezTo>
                  <a:cubicBezTo>
                    <a:pt x="101" y="162"/>
                    <a:pt x="119" y="134"/>
                    <a:pt x="148" y="117"/>
                  </a:cubicBezTo>
                  <a:cubicBezTo>
                    <a:pt x="164" y="108"/>
                    <a:pt x="178" y="104"/>
                    <a:pt x="191" y="104"/>
                  </a:cubicBezTo>
                  <a:cubicBezTo>
                    <a:pt x="203" y="104"/>
                    <a:pt x="214" y="107"/>
                    <a:pt x="226" y="113"/>
                  </a:cubicBezTo>
                  <a:lnTo>
                    <a:pt x="268" y="17"/>
                  </a:lnTo>
                  <a:cubicBezTo>
                    <a:pt x="253" y="5"/>
                    <a:pt x="235" y="0"/>
                    <a:pt x="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1" name="Google Shape;211;p28"/>
            <p:cNvSpPr/>
            <p:nvPr/>
          </p:nvSpPr>
          <p:spPr>
            <a:xfrm>
              <a:off x="5928956" y="1294427"/>
              <a:ext cx="56098" cy="89182"/>
            </a:xfrm>
            <a:custGeom>
              <a:avLst/>
              <a:gdLst/>
              <a:ahLst/>
              <a:cxnLst/>
              <a:rect l="l" t="t" r="r" b="b"/>
              <a:pathLst>
                <a:path w="451" h="717" extrusionOk="0">
                  <a:moveTo>
                    <a:pt x="450" y="0"/>
                  </a:moveTo>
                  <a:lnTo>
                    <a:pt x="370" y="46"/>
                  </a:lnTo>
                  <a:lnTo>
                    <a:pt x="344" y="294"/>
                  </a:lnTo>
                  <a:cubicBezTo>
                    <a:pt x="339" y="348"/>
                    <a:pt x="334" y="403"/>
                    <a:pt x="330" y="460"/>
                  </a:cubicBezTo>
                  <a:lnTo>
                    <a:pt x="327" y="461"/>
                  </a:lnTo>
                  <a:cubicBezTo>
                    <a:pt x="320" y="411"/>
                    <a:pt x="313" y="363"/>
                    <a:pt x="305" y="317"/>
                  </a:cubicBezTo>
                  <a:lnTo>
                    <a:pt x="264" y="107"/>
                  </a:lnTo>
                  <a:lnTo>
                    <a:pt x="193" y="149"/>
                  </a:lnTo>
                  <a:lnTo>
                    <a:pt x="153" y="405"/>
                  </a:lnTo>
                  <a:cubicBezTo>
                    <a:pt x="145" y="461"/>
                    <a:pt x="138" y="517"/>
                    <a:pt x="131" y="575"/>
                  </a:cubicBezTo>
                  <a:lnTo>
                    <a:pt x="129" y="576"/>
                  </a:lnTo>
                  <a:cubicBezTo>
                    <a:pt x="124" y="526"/>
                    <a:pt x="119" y="476"/>
                    <a:pt x="113" y="427"/>
                  </a:cubicBezTo>
                  <a:lnTo>
                    <a:pt x="88" y="210"/>
                  </a:lnTo>
                  <a:lnTo>
                    <a:pt x="1" y="259"/>
                  </a:lnTo>
                  <a:lnTo>
                    <a:pt x="71" y="716"/>
                  </a:lnTo>
                  <a:lnTo>
                    <a:pt x="174" y="657"/>
                  </a:lnTo>
                  <a:lnTo>
                    <a:pt x="210" y="410"/>
                  </a:lnTo>
                  <a:cubicBezTo>
                    <a:pt x="216" y="369"/>
                    <a:pt x="220" y="326"/>
                    <a:pt x="225" y="286"/>
                  </a:cubicBezTo>
                  <a:lnTo>
                    <a:pt x="227" y="285"/>
                  </a:lnTo>
                  <a:cubicBezTo>
                    <a:pt x="231" y="320"/>
                    <a:pt x="236" y="357"/>
                    <a:pt x="242" y="392"/>
                  </a:cubicBezTo>
                  <a:lnTo>
                    <a:pt x="279" y="597"/>
                  </a:lnTo>
                  <a:lnTo>
                    <a:pt x="384" y="535"/>
                  </a:lnTo>
                  <a:lnTo>
                    <a:pt x="4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2" name="Google Shape;212;p28"/>
            <p:cNvSpPr/>
            <p:nvPr/>
          </p:nvSpPr>
          <p:spPr>
            <a:xfrm>
              <a:off x="5989033" y="1275894"/>
              <a:ext cx="42167" cy="69779"/>
            </a:xfrm>
            <a:custGeom>
              <a:avLst/>
              <a:gdLst/>
              <a:ahLst/>
              <a:cxnLst/>
              <a:rect l="l" t="t" r="r" b="b"/>
              <a:pathLst>
                <a:path w="339" h="561" extrusionOk="0">
                  <a:moveTo>
                    <a:pt x="200" y="111"/>
                  </a:moveTo>
                  <a:cubicBezTo>
                    <a:pt x="233" y="111"/>
                    <a:pt x="253" y="152"/>
                    <a:pt x="253" y="230"/>
                  </a:cubicBezTo>
                  <a:cubicBezTo>
                    <a:pt x="253" y="331"/>
                    <a:pt x="220" y="413"/>
                    <a:pt x="170" y="442"/>
                  </a:cubicBezTo>
                  <a:cubicBezTo>
                    <a:pt x="160" y="448"/>
                    <a:pt x="150" y="450"/>
                    <a:pt x="142" y="450"/>
                  </a:cubicBezTo>
                  <a:cubicBezTo>
                    <a:pt x="107" y="450"/>
                    <a:pt x="86" y="406"/>
                    <a:pt x="86" y="326"/>
                  </a:cubicBezTo>
                  <a:cubicBezTo>
                    <a:pt x="86" y="227"/>
                    <a:pt x="119" y="148"/>
                    <a:pt x="170" y="120"/>
                  </a:cubicBezTo>
                  <a:cubicBezTo>
                    <a:pt x="181" y="114"/>
                    <a:pt x="191" y="111"/>
                    <a:pt x="200" y="111"/>
                  </a:cubicBezTo>
                  <a:close/>
                  <a:moveTo>
                    <a:pt x="242" y="0"/>
                  </a:moveTo>
                  <a:cubicBezTo>
                    <a:pt x="220" y="0"/>
                    <a:pt x="196" y="8"/>
                    <a:pt x="170" y="23"/>
                  </a:cubicBezTo>
                  <a:cubicBezTo>
                    <a:pt x="70" y="81"/>
                    <a:pt x="1" y="214"/>
                    <a:pt x="1" y="376"/>
                  </a:cubicBezTo>
                  <a:cubicBezTo>
                    <a:pt x="1" y="498"/>
                    <a:pt x="39" y="561"/>
                    <a:pt x="101" y="561"/>
                  </a:cubicBezTo>
                  <a:cubicBezTo>
                    <a:pt x="121" y="561"/>
                    <a:pt x="145" y="553"/>
                    <a:pt x="170" y="539"/>
                  </a:cubicBezTo>
                  <a:cubicBezTo>
                    <a:pt x="271" y="480"/>
                    <a:pt x="339" y="343"/>
                    <a:pt x="339" y="181"/>
                  </a:cubicBezTo>
                  <a:cubicBezTo>
                    <a:pt x="339" y="61"/>
                    <a:pt x="302" y="0"/>
                    <a:pt x="2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3" name="Google Shape;213;p28"/>
            <p:cNvSpPr/>
            <p:nvPr/>
          </p:nvSpPr>
          <p:spPr>
            <a:xfrm>
              <a:off x="6039781" y="1249400"/>
              <a:ext cx="36942" cy="75251"/>
            </a:xfrm>
            <a:custGeom>
              <a:avLst/>
              <a:gdLst/>
              <a:ahLst/>
              <a:cxnLst/>
              <a:rect l="l" t="t" r="r" b="b"/>
              <a:pathLst>
                <a:path w="297" h="605" extrusionOk="0">
                  <a:moveTo>
                    <a:pt x="172" y="107"/>
                  </a:moveTo>
                  <a:cubicBezTo>
                    <a:pt x="188" y="107"/>
                    <a:pt x="196" y="120"/>
                    <a:pt x="196" y="150"/>
                  </a:cubicBezTo>
                  <a:cubicBezTo>
                    <a:pt x="196" y="198"/>
                    <a:pt x="173" y="237"/>
                    <a:pt x="129" y="262"/>
                  </a:cubicBezTo>
                  <a:lnTo>
                    <a:pt x="85" y="287"/>
                  </a:lnTo>
                  <a:lnTo>
                    <a:pt x="85" y="147"/>
                  </a:lnTo>
                  <a:lnTo>
                    <a:pt x="129" y="122"/>
                  </a:lnTo>
                  <a:cubicBezTo>
                    <a:pt x="146" y="113"/>
                    <a:pt x="161" y="107"/>
                    <a:pt x="172" y="107"/>
                  </a:cubicBezTo>
                  <a:close/>
                  <a:moveTo>
                    <a:pt x="217" y="1"/>
                  </a:moveTo>
                  <a:cubicBezTo>
                    <a:pt x="193" y="1"/>
                    <a:pt x="165" y="12"/>
                    <a:pt x="135" y="29"/>
                  </a:cubicBezTo>
                  <a:lnTo>
                    <a:pt x="1" y="107"/>
                  </a:lnTo>
                  <a:lnTo>
                    <a:pt x="1" y="604"/>
                  </a:lnTo>
                  <a:lnTo>
                    <a:pt x="85" y="556"/>
                  </a:lnTo>
                  <a:lnTo>
                    <a:pt x="85" y="376"/>
                  </a:lnTo>
                  <a:lnTo>
                    <a:pt x="131" y="350"/>
                  </a:lnTo>
                  <a:lnTo>
                    <a:pt x="202" y="488"/>
                  </a:lnTo>
                  <a:lnTo>
                    <a:pt x="297" y="433"/>
                  </a:lnTo>
                  <a:lnTo>
                    <a:pt x="212" y="282"/>
                  </a:lnTo>
                  <a:cubicBezTo>
                    <a:pt x="252" y="236"/>
                    <a:pt x="279" y="174"/>
                    <a:pt x="279" y="101"/>
                  </a:cubicBezTo>
                  <a:cubicBezTo>
                    <a:pt x="279" y="28"/>
                    <a:pt x="254"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4" name="Google Shape;214;p28"/>
            <p:cNvSpPr/>
            <p:nvPr/>
          </p:nvSpPr>
          <p:spPr>
            <a:xfrm>
              <a:off x="6083688" y="1225892"/>
              <a:ext cx="36320" cy="73510"/>
            </a:xfrm>
            <a:custGeom>
              <a:avLst/>
              <a:gdLst/>
              <a:ahLst/>
              <a:cxnLst/>
              <a:rect l="l" t="t" r="r" b="b"/>
              <a:pathLst>
                <a:path w="292" h="591" extrusionOk="0">
                  <a:moveTo>
                    <a:pt x="153" y="108"/>
                  </a:moveTo>
                  <a:cubicBezTo>
                    <a:pt x="186" y="108"/>
                    <a:pt x="206" y="139"/>
                    <a:pt x="206" y="220"/>
                  </a:cubicBezTo>
                  <a:cubicBezTo>
                    <a:pt x="206" y="340"/>
                    <a:pt x="163" y="405"/>
                    <a:pt x="100" y="442"/>
                  </a:cubicBezTo>
                  <a:lnTo>
                    <a:pt x="84" y="451"/>
                  </a:lnTo>
                  <a:lnTo>
                    <a:pt x="84" y="135"/>
                  </a:lnTo>
                  <a:lnTo>
                    <a:pt x="100" y="126"/>
                  </a:lnTo>
                  <a:cubicBezTo>
                    <a:pt x="120" y="114"/>
                    <a:pt x="138" y="108"/>
                    <a:pt x="153" y="108"/>
                  </a:cubicBezTo>
                  <a:close/>
                  <a:moveTo>
                    <a:pt x="199" y="1"/>
                  </a:moveTo>
                  <a:cubicBezTo>
                    <a:pt x="172" y="1"/>
                    <a:pt x="140" y="12"/>
                    <a:pt x="105" y="32"/>
                  </a:cubicBezTo>
                  <a:lnTo>
                    <a:pt x="0" y="93"/>
                  </a:lnTo>
                  <a:lnTo>
                    <a:pt x="0" y="591"/>
                  </a:lnTo>
                  <a:lnTo>
                    <a:pt x="110" y="527"/>
                  </a:lnTo>
                  <a:cubicBezTo>
                    <a:pt x="218" y="463"/>
                    <a:pt x="292" y="342"/>
                    <a:pt x="292" y="171"/>
                  </a:cubicBezTo>
                  <a:cubicBezTo>
                    <a:pt x="292" y="53"/>
                    <a:pt x="257" y="1"/>
                    <a:pt x="1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5" name="Google Shape;215;p28"/>
            <p:cNvSpPr/>
            <p:nvPr/>
          </p:nvSpPr>
          <p:spPr>
            <a:xfrm>
              <a:off x="5834425" y="979738"/>
              <a:ext cx="94781" cy="190056"/>
            </a:xfrm>
            <a:custGeom>
              <a:avLst/>
              <a:gdLst/>
              <a:ahLst/>
              <a:cxnLst/>
              <a:rect l="l" t="t" r="r" b="b"/>
              <a:pathLst>
                <a:path w="762" h="1528" extrusionOk="0">
                  <a:moveTo>
                    <a:pt x="762" y="0"/>
                  </a:moveTo>
                  <a:lnTo>
                    <a:pt x="567" y="113"/>
                  </a:lnTo>
                  <a:lnTo>
                    <a:pt x="434" y="678"/>
                  </a:lnTo>
                  <a:lnTo>
                    <a:pt x="386" y="896"/>
                  </a:lnTo>
                  <a:lnTo>
                    <a:pt x="380" y="899"/>
                  </a:lnTo>
                  <a:lnTo>
                    <a:pt x="332" y="737"/>
                  </a:lnTo>
                  <a:lnTo>
                    <a:pt x="196" y="327"/>
                  </a:lnTo>
                  <a:lnTo>
                    <a:pt x="1" y="439"/>
                  </a:lnTo>
                  <a:lnTo>
                    <a:pt x="1" y="1527"/>
                  </a:lnTo>
                  <a:lnTo>
                    <a:pt x="171" y="1429"/>
                  </a:lnTo>
                  <a:lnTo>
                    <a:pt x="171" y="1030"/>
                  </a:lnTo>
                  <a:cubicBezTo>
                    <a:pt x="171" y="923"/>
                    <a:pt x="155" y="774"/>
                    <a:pt x="147" y="673"/>
                  </a:cubicBezTo>
                  <a:lnTo>
                    <a:pt x="152" y="670"/>
                  </a:lnTo>
                  <a:lnTo>
                    <a:pt x="217" y="885"/>
                  </a:lnTo>
                  <a:lnTo>
                    <a:pt x="342" y="1235"/>
                  </a:lnTo>
                  <a:lnTo>
                    <a:pt x="415" y="1193"/>
                  </a:lnTo>
                  <a:lnTo>
                    <a:pt x="541" y="697"/>
                  </a:lnTo>
                  <a:lnTo>
                    <a:pt x="608" y="408"/>
                  </a:lnTo>
                  <a:lnTo>
                    <a:pt x="613" y="404"/>
                  </a:lnTo>
                  <a:lnTo>
                    <a:pt x="613" y="404"/>
                  </a:lnTo>
                  <a:cubicBezTo>
                    <a:pt x="604" y="515"/>
                    <a:pt x="590" y="681"/>
                    <a:pt x="590" y="788"/>
                  </a:cubicBezTo>
                  <a:lnTo>
                    <a:pt x="590" y="1187"/>
                  </a:lnTo>
                  <a:lnTo>
                    <a:pt x="762" y="1088"/>
                  </a:lnTo>
                  <a:lnTo>
                    <a:pt x="7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6" name="Google Shape;216;p28"/>
            <p:cNvSpPr/>
            <p:nvPr/>
          </p:nvSpPr>
          <p:spPr>
            <a:xfrm>
              <a:off x="5939777" y="925010"/>
              <a:ext cx="84084" cy="166299"/>
            </a:xfrm>
            <a:custGeom>
              <a:avLst/>
              <a:gdLst/>
              <a:ahLst/>
              <a:cxnLst/>
              <a:rect l="l" t="t" r="r" b="b"/>
              <a:pathLst>
                <a:path w="676" h="1337" extrusionOk="0">
                  <a:moveTo>
                    <a:pt x="675" y="1"/>
                  </a:moveTo>
                  <a:lnTo>
                    <a:pt x="482" y="112"/>
                  </a:lnTo>
                  <a:lnTo>
                    <a:pt x="410" y="404"/>
                  </a:lnTo>
                  <a:cubicBezTo>
                    <a:pt x="388" y="499"/>
                    <a:pt x="364" y="588"/>
                    <a:pt x="342" y="684"/>
                  </a:cubicBezTo>
                  <a:lnTo>
                    <a:pt x="336" y="687"/>
                  </a:lnTo>
                  <a:cubicBezTo>
                    <a:pt x="312" y="617"/>
                    <a:pt x="291" y="555"/>
                    <a:pt x="270" y="485"/>
                  </a:cubicBezTo>
                  <a:lnTo>
                    <a:pt x="196" y="277"/>
                  </a:lnTo>
                  <a:lnTo>
                    <a:pt x="1" y="391"/>
                  </a:lnTo>
                  <a:lnTo>
                    <a:pt x="245" y="950"/>
                  </a:lnTo>
                  <a:lnTo>
                    <a:pt x="245" y="1336"/>
                  </a:lnTo>
                  <a:lnTo>
                    <a:pt x="428" y="1231"/>
                  </a:lnTo>
                  <a:lnTo>
                    <a:pt x="428" y="843"/>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7" name="Google Shape;217;p28"/>
            <p:cNvSpPr/>
            <p:nvPr/>
          </p:nvSpPr>
          <p:spPr>
            <a:xfrm>
              <a:off x="6066647" y="875133"/>
              <a:ext cx="79731" cy="160578"/>
            </a:xfrm>
            <a:custGeom>
              <a:avLst/>
              <a:gdLst/>
              <a:ahLst/>
              <a:cxnLst/>
              <a:rect l="l" t="t" r="r" b="b"/>
              <a:pathLst>
                <a:path w="641" h="1291" extrusionOk="0">
                  <a:moveTo>
                    <a:pt x="336" y="234"/>
                  </a:moveTo>
                  <a:cubicBezTo>
                    <a:pt x="408" y="234"/>
                    <a:pt x="452" y="303"/>
                    <a:pt x="452" y="481"/>
                  </a:cubicBezTo>
                  <a:cubicBezTo>
                    <a:pt x="452" y="741"/>
                    <a:pt x="358" y="885"/>
                    <a:pt x="220" y="965"/>
                  </a:cubicBezTo>
                  <a:lnTo>
                    <a:pt x="185" y="985"/>
                  </a:lnTo>
                  <a:lnTo>
                    <a:pt x="185" y="294"/>
                  </a:lnTo>
                  <a:lnTo>
                    <a:pt x="220" y="274"/>
                  </a:lnTo>
                  <a:cubicBezTo>
                    <a:pt x="264" y="249"/>
                    <a:pt x="303" y="234"/>
                    <a:pt x="336" y="234"/>
                  </a:cubicBezTo>
                  <a:close/>
                  <a:moveTo>
                    <a:pt x="437" y="1"/>
                  </a:moveTo>
                  <a:cubicBezTo>
                    <a:pt x="379" y="1"/>
                    <a:pt x="309" y="24"/>
                    <a:pt x="230" y="70"/>
                  </a:cubicBezTo>
                  <a:lnTo>
                    <a:pt x="1" y="203"/>
                  </a:lnTo>
                  <a:lnTo>
                    <a:pt x="1" y="1290"/>
                  </a:lnTo>
                  <a:lnTo>
                    <a:pt x="242" y="1151"/>
                  </a:lnTo>
                  <a:cubicBezTo>
                    <a:pt x="480" y="1013"/>
                    <a:pt x="640" y="745"/>
                    <a:pt x="640" y="372"/>
                  </a:cubicBezTo>
                  <a:cubicBezTo>
                    <a:pt x="640" y="115"/>
                    <a:pt x="565" y="1"/>
                    <a:pt x="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8" name="Google Shape;218;p28"/>
            <p:cNvSpPr/>
            <p:nvPr/>
          </p:nvSpPr>
          <p:spPr>
            <a:xfrm>
              <a:off x="6150854" y="817543"/>
              <a:ext cx="91174" cy="169533"/>
            </a:xfrm>
            <a:custGeom>
              <a:avLst/>
              <a:gdLst/>
              <a:ahLst/>
              <a:cxnLst/>
              <a:rect l="l" t="t" r="r" b="b"/>
              <a:pathLst>
                <a:path w="733" h="1363" extrusionOk="0">
                  <a:moveTo>
                    <a:pt x="364" y="251"/>
                  </a:moveTo>
                  <a:cubicBezTo>
                    <a:pt x="387" y="353"/>
                    <a:pt x="408" y="469"/>
                    <a:pt x="431" y="564"/>
                  </a:cubicBezTo>
                  <a:lnTo>
                    <a:pt x="450" y="652"/>
                  </a:lnTo>
                  <a:lnTo>
                    <a:pt x="275" y="753"/>
                  </a:lnTo>
                  <a:lnTo>
                    <a:pt x="296" y="642"/>
                  </a:lnTo>
                  <a:cubicBezTo>
                    <a:pt x="318" y="520"/>
                    <a:pt x="339" y="381"/>
                    <a:pt x="359" y="255"/>
                  </a:cubicBezTo>
                  <a:lnTo>
                    <a:pt x="364" y="251"/>
                  </a:lnTo>
                  <a:close/>
                  <a:moveTo>
                    <a:pt x="477" y="0"/>
                  </a:moveTo>
                  <a:lnTo>
                    <a:pt x="256" y="126"/>
                  </a:lnTo>
                  <a:lnTo>
                    <a:pt x="1" y="1363"/>
                  </a:lnTo>
                  <a:lnTo>
                    <a:pt x="187" y="1255"/>
                  </a:lnTo>
                  <a:lnTo>
                    <a:pt x="238" y="966"/>
                  </a:lnTo>
                  <a:lnTo>
                    <a:pt x="488" y="822"/>
                  </a:lnTo>
                  <a:lnTo>
                    <a:pt x="538" y="1052"/>
                  </a:lnTo>
                  <a:lnTo>
                    <a:pt x="732" y="939"/>
                  </a:lnTo>
                  <a:lnTo>
                    <a:pt x="4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9" name="Google Shape;219;p28"/>
            <p:cNvSpPr/>
            <p:nvPr/>
          </p:nvSpPr>
          <p:spPr>
            <a:xfrm>
              <a:off x="6238295" y="755725"/>
              <a:ext cx="78611" cy="164682"/>
            </a:xfrm>
            <a:custGeom>
              <a:avLst/>
              <a:gdLst/>
              <a:ahLst/>
              <a:cxnLst/>
              <a:rect l="l" t="t" r="r" b="b"/>
              <a:pathLst>
                <a:path w="632" h="1324" extrusionOk="0">
                  <a:moveTo>
                    <a:pt x="632" y="1"/>
                  </a:moveTo>
                  <a:lnTo>
                    <a:pt x="0" y="366"/>
                  </a:lnTo>
                  <a:lnTo>
                    <a:pt x="0" y="573"/>
                  </a:lnTo>
                  <a:lnTo>
                    <a:pt x="224" y="444"/>
                  </a:lnTo>
                  <a:lnTo>
                    <a:pt x="224" y="1324"/>
                  </a:lnTo>
                  <a:lnTo>
                    <a:pt x="409" y="1218"/>
                  </a:lnTo>
                  <a:lnTo>
                    <a:pt x="409" y="337"/>
                  </a:lnTo>
                  <a:lnTo>
                    <a:pt x="632" y="208"/>
                  </a:lnTo>
                  <a:lnTo>
                    <a:pt x="6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0" name="Google Shape;220;p28"/>
            <p:cNvSpPr/>
            <p:nvPr/>
          </p:nvSpPr>
          <p:spPr>
            <a:xfrm>
              <a:off x="6313423" y="723510"/>
              <a:ext cx="91299" cy="169658"/>
            </a:xfrm>
            <a:custGeom>
              <a:avLst/>
              <a:gdLst/>
              <a:ahLst/>
              <a:cxnLst/>
              <a:rect l="l" t="t" r="r" b="b"/>
              <a:pathLst>
                <a:path w="734" h="1364" extrusionOk="0">
                  <a:moveTo>
                    <a:pt x="365" y="253"/>
                  </a:moveTo>
                  <a:cubicBezTo>
                    <a:pt x="387" y="353"/>
                    <a:pt x="408" y="469"/>
                    <a:pt x="431" y="565"/>
                  </a:cubicBezTo>
                  <a:lnTo>
                    <a:pt x="451" y="653"/>
                  </a:lnTo>
                  <a:lnTo>
                    <a:pt x="277" y="754"/>
                  </a:lnTo>
                  <a:lnTo>
                    <a:pt x="296" y="642"/>
                  </a:lnTo>
                  <a:cubicBezTo>
                    <a:pt x="318" y="521"/>
                    <a:pt x="341" y="381"/>
                    <a:pt x="360" y="255"/>
                  </a:cubicBezTo>
                  <a:lnTo>
                    <a:pt x="365" y="253"/>
                  </a:lnTo>
                  <a:close/>
                  <a:moveTo>
                    <a:pt x="477" y="1"/>
                  </a:moveTo>
                  <a:lnTo>
                    <a:pt x="258" y="128"/>
                  </a:lnTo>
                  <a:lnTo>
                    <a:pt x="1" y="1363"/>
                  </a:lnTo>
                  <a:lnTo>
                    <a:pt x="189" y="1255"/>
                  </a:lnTo>
                  <a:lnTo>
                    <a:pt x="238" y="968"/>
                  </a:lnTo>
                  <a:lnTo>
                    <a:pt x="488" y="824"/>
                  </a:lnTo>
                  <a:lnTo>
                    <a:pt x="538" y="1053"/>
                  </a:lnTo>
                  <a:lnTo>
                    <a:pt x="734" y="941"/>
                  </a:lnTo>
                  <a:lnTo>
                    <a:pt x="4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1" name="Google Shape;221;p28"/>
            <p:cNvSpPr/>
            <p:nvPr/>
          </p:nvSpPr>
          <p:spPr>
            <a:xfrm>
              <a:off x="6222748" y="821275"/>
              <a:ext cx="551647" cy="846796"/>
            </a:xfrm>
            <a:custGeom>
              <a:avLst/>
              <a:gdLst/>
              <a:ahLst/>
              <a:cxnLst/>
              <a:rect l="l" t="t" r="r" b="b"/>
              <a:pathLst>
                <a:path w="4435" h="6808" extrusionOk="0">
                  <a:moveTo>
                    <a:pt x="3480" y="1"/>
                  </a:moveTo>
                  <a:lnTo>
                    <a:pt x="2205" y="736"/>
                  </a:lnTo>
                  <a:lnTo>
                    <a:pt x="931" y="1471"/>
                  </a:lnTo>
                  <a:lnTo>
                    <a:pt x="62" y="3439"/>
                  </a:lnTo>
                  <a:cubicBezTo>
                    <a:pt x="62" y="3439"/>
                    <a:pt x="0" y="5532"/>
                    <a:pt x="1333" y="6446"/>
                  </a:cubicBezTo>
                  <a:cubicBezTo>
                    <a:pt x="1576" y="6612"/>
                    <a:pt x="1863" y="6739"/>
                    <a:pt x="2205" y="6808"/>
                  </a:cubicBezTo>
                  <a:cubicBezTo>
                    <a:pt x="4435" y="3785"/>
                    <a:pt x="4348" y="966"/>
                    <a:pt x="4348" y="966"/>
                  </a:cubicBezTo>
                  <a:lnTo>
                    <a:pt x="34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2" name="Google Shape;222;p28"/>
            <p:cNvSpPr/>
            <p:nvPr/>
          </p:nvSpPr>
          <p:spPr>
            <a:xfrm>
              <a:off x="6383201" y="1585358"/>
              <a:ext cx="62566" cy="71893"/>
            </a:xfrm>
            <a:custGeom>
              <a:avLst/>
              <a:gdLst/>
              <a:ahLst/>
              <a:cxnLst/>
              <a:rect l="l" t="t" r="r" b="b"/>
              <a:pathLst>
                <a:path w="503" h="578" extrusionOk="0">
                  <a:moveTo>
                    <a:pt x="503" y="0"/>
                  </a:moveTo>
                  <a:lnTo>
                    <a:pt x="1" y="273"/>
                  </a:lnTo>
                  <a:lnTo>
                    <a:pt x="476" y="578"/>
                  </a:lnTo>
                  <a:lnTo>
                    <a:pt x="503" y="0"/>
                  </a:lnTo>
                  <a:close/>
                </a:path>
              </a:pathLst>
            </a:custGeom>
            <a:solidFill>
              <a:srgbClr val="89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3" name="Google Shape;223;p28"/>
            <p:cNvSpPr/>
            <p:nvPr/>
          </p:nvSpPr>
          <p:spPr>
            <a:xfrm>
              <a:off x="6260062" y="846898"/>
              <a:ext cx="554633" cy="846796"/>
            </a:xfrm>
            <a:custGeom>
              <a:avLst/>
              <a:gdLst/>
              <a:ahLst/>
              <a:cxnLst/>
              <a:rect l="l" t="t" r="r" b="b"/>
              <a:pathLst>
                <a:path w="4459" h="6808" extrusionOk="0">
                  <a:moveTo>
                    <a:pt x="3504" y="1"/>
                  </a:moveTo>
                  <a:lnTo>
                    <a:pt x="2229" y="736"/>
                  </a:lnTo>
                  <a:lnTo>
                    <a:pt x="956" y="1471"/>
                  </a:lnTo>
                  <a:lnTo>
                    <a:pt x="88" y="3440"/>
                  </a:lnTo>
                  <a:cubicBezTo>
                    <a:pt x="88" y="3440"/>
                    <a:pt x="1" y="6359"/>
                    <a:pt x="2229" y="6808"/>
                  </a:cubicBezTo>
                  <a:cubicBezTo>
                    <a:pt x="4459" y="3785"/>
                    <a:pt x="4372" y="966"/>
                    <a:pt x="4372" y="966"/>
                  </a:cubicBezTo>
                  <a:lnTo>
                    <a:pt x="35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4" name="Google Shape;224;p28"/>
            <p:cNvSpPr/>
            <p:nvPr/>
          </p:nvSpPr>
          <p:spPr>
            <a:xfrm>
              <a:off x="6382331" y="1034716"/>
              <a:ext cx="21892" cy="31593"/>
            </a:xfrm>
            <a:custGeom>
              <a:avLst/>
              <a:gdLst/>
              <a:ahLst/>
              <a:cxnLst/>
              <a:rect l="l" t="t" r="r" b="b"/>
              <a:pathLst>
                <a:path w="176" h="254" extrusionOk="0">
                  <a:moveTo>
                    <a:pt x="123" y="0"/>
                  </a:moveTo>
                  <a:cubicBezTo>
                    <a:pt x="112" y="0"/>
                    <a:pt x="100" y="3"/>
                    <a:pt x="88" y="11"/>
                  </a:cubicBezTo>
                  <a:cubicBezTo>
                    <a:pt x="40" y="38"/>
                    <a:pt x="1" y="113"/>
                    <a:pt x="1" y="177"/>
                  </a:cubicBezTo>
                  <a:cubicBezTo>
                    <a:pt x="1" y="225"/>
                    <a:pt x="23" y="253"/>
                    <a:pt x="53" y="253"/>
                  </a:cubicBezTo>
                  <a:cubicBezTo>
                    <a:pt x="64" y="253"/>
                    <a:pt x="75" y="250"/>
                    <a:pt x="88" y="243"/>
                  </a:cubicBezTo>
                  <a:cubicBezTo>
                    <a:pt x="136" y="216"/>
                    <a:pt x="175" y="140"/>
                    <a:pt x="175" y="76"/>
                  </a:cubicBezTo>
                  <a:cubicBezTo>
                    <a:pt x="175" y="28"/>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5" name="Google Shape;225;p28"/>
            <p:cNvSpPr/>
            <p:nvPr/>
          </p:nvSpPr>
          <p:spPr>
            <a:xfrm>
              <a:off x="6387555" y="1040686"/>
              <a:ext cx="16419" cy="23757"/>
            </a:xfrm>
            <a:custGeom>
              <a:avLst/>
              <a:gdLst/>
              <a:ahLst/>
              <a:cxnLst/>
              <a:rect l="l" t="t" r="r" b="b"/>
              <a:pathLst>
                <a:path w="132" h="191" extrusionOk="0">
                  <a:moveTo>
                    <a:pt x="92" y="1"/>
                  </a:moveTo>
                  <a:cubicBezTo>
                    <a:pt x="84" y="1"/>
                    <a:pt x="75" y="3"/>
                    <a:pt x="66" y="9"/>
                  </a:cubicBezTo>
                  <a:cubicBezTo>
                    <a:pt x="30" y="29"/>
                    <a:pt x="1" y="85"/>
                    <a:pt x="1" y="134"/>
                  </a:cubicBezTo>
                  <a:cubicBezTo>
                    <a:pt x="1" y="169"/>
                    <a:pt x="17" y="191"/>
                    <a:pt x="40" y="191"/>
                  </a:cubicBezTo>
                  <a:cubicBezTo>
                    <a:pt x="48" y="191"/>
                    <a:pt x="57" y="189"/>
                    <a:pt x="66" y="183"/>
                  </a:cubicBezTo>
                  <a:cubicBezTo>
                    <a:pt x="102" y="162"/>
                    <a:pt x="131" y="106"/>
                    <a:pt x="131" y="58"/>
                  </a:cubicBezTo>
                  <a:cubicBezTo>
                    <a:pt x="131"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6" name="Google Shape;226;p28"/>
            <p:cNvSpPr/>
            <p:nvPr/>
          </p:nvSpPr>
          <p:spPr>
            <a:xfrm>
              <a:off x="6293895" y="1373161"/>
              <a:ext cx="21767" cy="31718"/>
            </a:xfrm>
            <a:custGeom>
              <a:avLst/>
              <a:gdLst/>
              <a:ahLst/>
              <a:cxnLst/>
              <a:rect l="l" t="t" r="r" b="b"/>
              <a:pathLst>
                <a:path w="175" h="255" extrusionOk="0">
                  <a:moveTo>
                    <a:pt x="122" y="1"/>
                  </a:moveTo>
                  <a:cubicBezTo>
                    <a:pt x="111" y="1"/>
                    <a:pt x="99" y="4"/>
                    <a:pt x="87" y="11"/>
                  </a:cubicBezTo>
                  <a:cubicBezTo>
                    <a:pt x="40" y="40"/>
                    <a:pt x="0" y="114"/>
                    <a:pt x="0" y="178"/>
                  </a:cubicBezTo>
                  <a:cubicBezTo>
                    <a:pt x="0" y="226"/>
                    <a:pt x="22" y="255"/>
                    <a:pt x="53" y="255"/>
                  </a:cubicBezTo>
                  <a:cubicBezTo>
                    <a:pt x="64" y="255"/>
                    <a:pt x="75" y="251"/>
                    <a:pt x="87" y="245"/>
                  </a:cubicBezTo>
                  <a:cubicBezTo>
                    <a:pt x="135" y="216"/>
                    <a:pt x="175" y="142"/>
                    <a:pt x="175" y="78"/>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7" name="Google Shape;227;p28"/>
            <p:cNvSpPr/>
            <p:nvPr/>
          </p:nvSpPr>
          <p:spPr>
            <a:xfrm>
              <a:off x="6298994" y="1379256"/>
              <a:ext cx="16419" cy="23757"/>
            </a:xfrm>
            <a:custGeom>
              <a:avLst/>
              <a:gdLst/>
              <a:ahLst/>
              <a:cxnLst/>
              <a:rect l="l" t="t" r="r" b="b"/>
              <a:pathLst>
                <a:path w="132" h="191" extrusionOk="0">
                  <a:moveTo>
                    <a:pt x="92" y="0"/>
                  </a:moveTo>
                  <a:cubicBezTo>
                    <a:pt x="84" y="0"/>
                    <a:pt x="75" y="3"/>
                    <a:pt x="66" y="9"/>
                  </a:cubicBezTo>
                  <a:cubicBezTo>
                    <a:pt x="30" y="29"/>
                    <a:pt x="1" y="85"/>
                    <a:pt x="1" y="134"/>
                  </a:cubicBezTo>
                  <a:cubicBezTo>
                    <a:pt x="1" y="170"/>
                    <a:pt x="17" y="191"/>
                    <a:pt x="40" y="191"/>
                  </a:cubicBezTo>
                  <a:cubicBezTo>
                    <a:pt x="48" y="191"/>
                    <a:pt x="57" y="188"/>
                    <a:pt x="66" y="183"/>
                  </a:cubicBezTo>
                  <a:cubicBezTo>
                    <a:pt x="102" y="162"/>
                    <a:pt x="131" y="107"/>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8" name="Google Shape;228;p28"/>
            <p:cNvSpPr/>
            <p:nvPr/>
          </p:nvSpPr>
          <p:spPr>
            <a:xfrm>
              <a:off x="6762195" y="1102007"/>
              <a:ext cx="21892" cy="31718"/>
            </a:xfrm>
            <a:custGeom>
              <a:avLst/>
              <a:gdLst/>
              <a:ahLst/>
              <a:cxnLst/>
              <a:rect l="l" t="t" r="r" b="b"/>
              <a:pathLst>
                <a:path w="176" h="255" extrusionOk="0">
                  <a:moveTo>
                    <a:pt x="123" y="1"/>
                  </a:moveTo>
                  <a:cubicBezTo>
                    <a:pt x="112" y="1"/>
                    <a:pt x="100" y="4"/>
                    <a:pt x="87" y="11"/>
                  </a:cubicBezTo>
                  <a:cubicBezTo>
                    <a:pt x="40" y="40"/>
                    <a:pt x="1" y="114"/>
                    <a:pt x="1" y="178"/>
                  </a:cubicBezTo>
                  <a:cubicBezTo>
                    <a:pt x="1" y="226"/>
                    <a:pt x="23" y="255"/>
                    <a:pt x="54" y="255"/>
                  </a:cubicBezTo>
                  <a:cubicBezTo>
                    <a:pt x="64" y="255"/>
                    <a:pt x="76" y="251"/>
                    <a:pt x="87" y="244"/>
                  </a:cubicBezTo>
                  <a:cubicBezTo>
                    <a:pt x="136"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9" name="Google Shape;229;p28"/>
            <p:cNvSpPr/>
            <p:nvPr/>
          </p:nvSpPr>
          <p:spPr>
            <a:xfrm>
              <a:off x="6767419" y="1108101"/>
              <a:ext cx="16419" cy="23757"/>
            </a:xfrm>
            <a:custGeom>
              <a:avLst/>
              <a:gdLst/>
              <a:ahLst/>
              <a:cxnLst/>
              <a:rect l="l" t="t" r="r" b="b"/>
              <a:pathLst>
                <a:path w="132" h="191" extrusionOk="0">
                  <a:moveTo>
                    <a:pt x="92" y="0"/>
                  </a:moveTo>
                  <a:cubicBezTo>
                    <a:pt x="84" y="0"/>
                    <a:pt x="75" y="3"/>
                    <a:pt x="66" y="9"/>
                  </a:cubicBezTo>
                  <a:cubicBezTo>
                    <a:pt x="30" y="29"/>
                    <a:pt x="0" y="85"/>
                    <a:pt x="0" y="134"/>
                  </a:cubicBezTo>
                  <a:cubicBezTo>
                    <a:pt x="0" y="170"/>
                    <a:pt x="17" y="191"/>
                    <a:pt x="40" y="191"/>
                  </a:cubicBezTo>
                  <a:cubicBezTo>
                    <a:pt x="48" y="191"/>
                    <a:pt x="57" y="188"/>
                    <a:pt x="66" y="183"/>
                  </a:cubicBezTo>
                  <a:cubicBezTo>
                    <a:pt x="102" y="162"/>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0" name="Google Shape;230;p28"/>
            <p:cNvSpPr/>
            <p:nvPr/>
          </p:nvSpPr>
          <p:spPr>
            <a:xfrm>
              <a:off x="6728612" y="1247286"/>
              <a:ext cx="21892" cy="31593"/>
            </a:xfrm>
            <a:custGeom>
              <a:avLst/>
              <a:gdLst/>
              <a:ahLst/>
              <a:cxnLst/>
              <a:rect l="l" t="t" r="r" b="b"/>
              <a:pathLst>
                <a:path w="176" h="254" extrusionOk="0">
                  <a:moveTo>
                    <a:pt x="122" y="0"/>
                  </a:moveTo>
                  <a:cubicBezTo>
                    <a:pt x="112" y="0"/>
                    <a:pt x="100" y="4"/>
                    <a:pt x="87" y="11"/>
                  </a:cubicBezTo>
                  <a:cubicBezTo>
                    <a:pt x="40" y="38"/>
                    <a:pt x="0" y="114"/>
                    <a:pt x="0" y="178"/>
                  </a:cubicBezTo>
                  <a:cubicBezTo>
                    <a:pt x="0" y="225"/>
                    <a:pt x="22" y="254"/>
                    <a:pt x="53" y="254"/>
                  </a:cubicBezTo>
                  <a:cubicBezTo>
                    <a:pt x="63" y="254"/>
                    <a:pt x="75" y="250"/>
                    <a:pt x="87" y="243"/>
                  </a:cubicBezTo>
                  <a:cubicBezTo>
                    <a:pt x="136" y="216"/>
                    <a:pt x="175" y="141"/>
                    <a:pt x="175" y="76"/>
                  </a:cubicBezTo>
                  <a:cubicBezTo>
                    <a:pt x="175" y="29"/>
                    <a:pt x="153" y="0"/>
                    <a:pt x="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1" name="Google Shape;231;p28"/>
            <p:cNvSpPr/>
            <p:nvPr/>
          </p:nvSpPr>
          <p:spPr>
            <a:xfrm>
              <a:off x="6733836" y="1253380"/>
              <a:ext cx="16294" cy="23757"/>
            </a:xfrm>
            <a:custGeom>
              <a:avLst/>
              <a:gdLst/>
              <a:ahLst/>
              <a:cxnLst/>
              <a:rect l="l" t="t" r="r" b="b"/>
              <a:pathLst>
                <a:path w="131" h="191" extrusionOk="0">
                  <a:moveTo>
                    <a:pt x="92" y="0"/>
                  </a:moveTo>
                  <a:cubicBezTo>
                    <a:pt x="84" y="0"/>
                    <a:pt x="75" y="3"/>
                    <a:pt x="65" y="8"/>
                  </a:cubicBezTo>
                  <a:cubicBezTo>
                    <a:pt x="29" y="29"/>
                    <a:pt x="0" y="85"/>
                    <a:pt x="0" y="133"/>
                  </a:cubicBezTo>
                  <a:cubicBezTo>
                    <a:pt x="0" y="169"/>
                    <a:pt x="16" y="190"/>
                    <a:pt x="40" y="190"/>
                  </a:cubicBezTo>
                  <a:cubicBezTo>
                    <a:pt x="48" y="190"/>
                    <a:pt x="56" y="188"/>
                    <a:pt x="65" y="183"/>
                  </a:cubicBezTo>
                  <a:cubicBezTo>
                    <a:pt x="101" y="161"/>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2" name="Google Shape;232;p28"/>
            <p:cNvSpPr/>
            <p:nvPr/>
          </p:nvSpPr>
          <p:spPr>
            <a:xfrm>
              <a:off x="6327602" y="1480503"/>
              <a:ext cx="21892" cy="31593"/>
            </a:xfrm>
            <a:custGeom>
              <a:avLst/>
              <a:gdLst/>
              <a:ahLst/>
              <a:cxnLst/>
              <a:rect l="l" t="t" r="r" b="b"/>
              <a:pathLst>
                <a:path w="176" h="254" extrusionOk="0">
                  <a:moveTo>
                    <a:pt x="123" y="0"/>
                  </a:moveTo>
                  <a:cubicBezTo>
                    <a:pt x="113" y="0"/>
                    <a:pt x="101" y="4"/>
                    <a:pt x="88" y="11"/>
                  </a:cubicBezTo>
                  <a:cubicBezTo>
                    <a:pt x="40" y="39"/>
                    <a:pt x="1" y="113"/>
                    <a:pt x="1" y="178"/>
                  </a:cubicBezTo>
                  <a:cubicBezTo>
                    <a:pt x="1" y="225"/>
                    <a:pt x="22" y="254"/>
                    <a:pt x="53" y="254"/>
                  </a:cubicBezTo>
                  <a:cubicBezTo>
                    <a:pt x="64" y="254"/>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3" name="Google Shape;233;p28"/>
            <p:cNvSpPr/>
            <p:nvPr/>
          </p:nvSpPr>
          <p:spPr>
            <a:xfrm>
              <a:off x="6332826" y="1486598"/>
              <a:ext cx="16419" cy="23757"/>
            </a:xfrm>
            <a:custGeom>
              <a:avLst/>
              <a:gdLst/>
              <a:ahLst/>
              <a:cxnLst/>
              <a:rect l="l" t="t" r="r" b="b"/>
              <a:pathLst>
                <a:path w="132" h="191" extrusionOk="0">
                  <a:moveTo>
                    <a:pt x="92" y="0"/>
                  </a:moveTo>
                  <a:cubicBezTo>
                    <a:pt x="84" y="0"/>
                    <a:pt x="75" y="3"/>
                    <a:pt x="66" y="8"/>
                  </a:cubicBezTo>
                  <a:cubicBezTo>
                    <a:pt x="30" y="28"/>
                    <a:pt x="0" y="85"/>
                    <a:pt x="0" y="133"/>
                  </a:cubicBezTo>
                  <a:cubicBezTo>
                    <a:pt x="0" y="169"/>
                    <a:pt x="17" y="190"/>
                    <a:pt x="40" y="190"/>
                  </a:cubicBezTo>
                  <a:cubicBezTo>
                    <a:pt x="48" y="190"/>
                    <a:pt x="56" y="188"/>
                    <a:pt x="66" y="183"/>
                  </a:cubicBezTo>
                  <a:cubicBezTo>
                    <a:pt x="103" y="161"/>
                    <a:pt x="132" y="106"/>
                    <a:pt x="132" y="58"/>
                  </a:cubicBezTo>
                  <a:cubicBezTo>
                    <a:pt x="132" y="22"/>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4" name="Google Shape;234;p28"/>
            <p:cNvSpPr/>
            <p:nvPr/>
          </p:nvSpPr>
          <p:spPr>
            <a:xfrm>
              <a:off x="6395640" y="1578517"/>
              <a:ext cx="21892" cy="31718"/>
            </a:xfrm>
            <a:custGeom>
              <a:avLst/>
              <a:gdLst/>
              <a:ahLst/>
              <a:cxnLst/>
              <a:rect l="l" t="t" r="r" b="b"/>
              <a:pathLst>
                <a:path w="176" h="255" extrusionOk="0">
                  <a:moveTo>
                    <a:pt x="123" y="1"/>
                  </a:moveTo>
                  <a:cubicBezTo>
                    <a:pt x="113" y="1"/>
                    <a:pt x="101" y="4"/>
                    <a:pt x="89" y="11"/>
                  </a:cubicBezTo>
                  <a:cubicBezTo>
                    <a:pt x="40" y="39"/>
                    <a:pt x="1" y="114"/>
                    <a:pt x="1" y="178"/>
                  </a:cubicBezTo>
                  <a:cubicBezTo>
                    <a:pt x="1" y="226"/>
                    <a:pt x="23" y="254"/>
                    <a:pt x="54" y="254"/>
                  </a:cubicBezTo>
                  <a:cubicBezTo>
                    <a:pt x="65" y="254"/>
                    <a:pt x="76" y="251"/>
                    <a:pt x="89" y="244"/>
                  </a:cubicBezTo>
                  <a:cubicBezTo>
                    <a:pt x="136" y="216"/>
                    <a:pt x="175" y="142"/>
                    <a:pt x="175" y="78"/>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5" name="Google Shape;235;p28"/>
            <p:cNvSpPr/>
            <p:nvPr/>
          </p:nvSpPr>
          <p:spPr>
            <a:xfrm>
              <a:off x="6400864" y="1584611"/>
              <a:ext cx="16419" cy="23757"/>
            </a:xfrm>
            <a:custGeom>
              <a:avLst/>
              <a:gdLst/>
              <a:ahLst/>
              <a:cxnLst/>
              <a:rect l="l" t="t" r="r" b="b"/>
              <a:pathLst>
                <a:path w="132" h="191" extrusionOk="0">
                  <a:moveTo>
                    <a:pt x="92" y="0"/>
                  </a:moveTo>
                  <a:cubicBezTo>
                    <a:pt x="84" y="0"/>
                    <a:pt x="75" y="3"/>
                    <a:pt x="66" y="8"/>
                  </a:cubicBezTo>
                  <a:cubicBezTo>
                    <a:pt x="30" y="29"/>
                    <a:pt x="1" y="85"/>
                    <a:pt x="1" y="133"/>
                  </a:cubicBezTo>
                  <a:cubicBezTo>
                    <a:pt x="1" y="169"/>
                    <a:pt x="17" y="191"/>
                    <a:pt x="40" y="191"/>
                  </a:cubicBezTo>
                  <a:cubicBezTo>
                    <a:pt x="48" y="191"/>
                    <a:pt x="57" y="188"/>
                    <a:pt x="66" y="183"/>
                  </a:cubicBezTo>
                  <a:cubicBezTo>
                    <a:pt x="102" y="162"/>
                    <a:pt x="131" y="106"/>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6" name="Google Shape;236;p28"/>
            <p:cNvSpPr/>
            <p:nvPr/>
          </p:nvSpPr>
          <p:spPr>
            <a:xfrm>
              <a:off x="6658460" y="1427516"/>
              <a:ext cx="21767" cy="31718"/>
            </a:xfrm>
            <a:custGeom>
              <a:avLst/>
              <a:gdLst/>
              <a:ahLst/>
              <a:cxnLst/>
              <a:rect l="l" t="t" r="r" b="b"/>
              <a:pathLst>
                <a:path w="175" h="255" extrusionOk="0">
                  <a:moveTo>
                    <a:pt x="122" y="1"/>
                  </a:moveTo>
                  <a:cubicBezTo>
                    <a:pt x="111" y="1"/>
                    <a:pt x="100" y="4"/>
                    <a:pt x="87" y="11"/>
                  </a:cubicBezTo>
                  <a:cubicBezTo>
                    <a:pt x="40" y="38"/>
                    <a:pt x="0" y="113"/>
                    <a:pt x="0" y="178"/>
                  </a:cubicBezTo>
                  <a:cubicBezTo>
                    <a:pt x="0" y="226"/>
                    <a:pt x="22" y="254"/>
                    <a:pt x="53" y="254"/>
                  </a:cubicBezTo>
                  <a:cubicBezTo>
                    <a:pt x="63" y="254"/>
                    <a:pt x="75" y="251"/>
                    <a:pt x="87" y="243"/>
                  </a:cubicBezTo>
                  <a:cubicBezTo>
                    <a:pt x="135"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7" name="Google Shape;237;p28"/>
            <p:cNvSpPr/>
            <p:nvPr/>
          </p:nvSpPr>
          <p:spPr>
            <a:xfrm>
              <a:off x="6663560" y="1433486"/>
              <a:ext cx="16419" cy="23881"/>
            </a:xfrm>
            <a:custGeom>
              <a:avLst/>
              <a:gdLst/>
              <a:ahLst/>
              <a:cxnLst/>
              <a:rect l="l" t="t" r="r" b="b"/>
              <a:pathLst>
                <a:path w="132" h="192" extrusionOk="0">
                  <a:moveTo>
                    <a:pt x="92" y="1"/>
                  </a:moveTo>
                  <a:cubicBezTo>
                    <a:pt x="84" y="1"/>
                    <a:pt x="75" y="3"/>
                    <a:pt x="66" y="8"/>
                  </a:cubicBezTo>
                  <a:cubicBezTo>
                    <a:pt x="30" y="30"/>
                    <a:pt x="1" y="86"/>
                    <a:pt x="1" y="135"/>
                  </a:cubicBezTo>
                  <a:cubicBezTo>
                    <a:pt x="1" y="170"/>
                    <a:pt x="17" y="191"/>
                    <a:pt x="40" y="191"/>
                  </a:cubicBezTo>
                  <a:cubicBezTo>
                    <a:pt x="48" y="191"/>
                    <a:pt x="57" y="188"/>
                    <a:pt x="66" y="183"/>
                  </a:cubicBezTo>
                  <a:cubicBezTo>
                    <a:pt x="102" y="163"/>
                    <a:pt x="132" y="106"/>
                    <a:pt x="132" y="58"/>
                  </a:cubicBezTo>
                  <a:cubicBezTo>
                    <a:pt x="132"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8" name="Google Shape;238;p28"/>
            <p:cNvSpPr/>
            <p:nvPr/>
          </p:nvSpPr>
          <p:spPr>
            <a:xfrm>
              <a:off x="6526490" y="1644813"/>
              <a:ext cx="21892" cy="31718"/>
            </a:xfrm>
            <a:custGeom>
              <a:avLst/>
              <a:gdLst/>
              <a:ahLst/>
              <a:cxnLst/>
              <a:rect l="l" t="t" r="r" b="b"/>
              <a:pathLst>
                <a:path w="176" h="255" extrusionOk="0">
                  <a:moveTo>
                    <a:pt x="122" y="1"/>
                  </a:moveTo>
                  <a:cubicBezTo>
                    <a:pt x="112" y="1"/>
                    <a:pt x="100" y="4"/>
                    <a:pt x="88" y="11"/>
                  </a:cubicBezTo>
                  <a:cubicBezTo>
                    <a:pt x="40" y="39"/>
                    <a:pt x="1" y="113"/>
                    <a:pt x="1" y="178"/>
                  </a:cubicBezTo>
                  <a:cubicBezTo>
                    <a:pt x="1" y="226"/>
                    <a:pt x="22" y="255"/>
                    <a:pt x="53" y="255"/>
                  </a:cubicBezTo>
                  <a:cubicBezTo>
                    <a:pt x="64" y="255"/>
                    <a:pt x="76"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9" name="Google Shape;239;p28"/>
            <p:cNvSpPr/>
            <p:nvPr/>
          </p:nvSpPr>
          <p:spPr>
            <a:xfrm>
              <a:off x="6531714" y="1650907"/>
              <a:ext cx="16294" cy="23757"/>
            </a:xfrm>
            <a:custGeom>
              <a:avLst/>
              <a:gdLst/>
              <a:ahLst/>
              <a:cxnLst/>
              <a:rect l="l" t="t" r="r" b="b"/>
              <a:pathLst>
                <a:path w="131" h="191" extrusionOk="0">
                  <a:moveTo>
                    <a:pt x="91" y="0"/>
                  </a:moveTo>
                  <a:cubicBezTo>
                    <a:pt x="83" y="0"/>
                    <a:pt x="75" y="3"/>
                    <a:pt x="66" y="8"/>
                  </a:cubicBezTo>
                  <a:cubicBezTo>
                    <a:pt x="30" y="29"/>
                    <a:pt x="0" y="86"/>
                    <a:pt x="0" y="133"/>
                  </a:cubicBezTo>
                  <a:cubicBezTo>
                    <a:pt x="0" y="169"/>
                    <a:pt x="16" y="191"/>
                    <a:pt x="39" y="191"/>
                  </a:cubicBezTo>
                  <a:cubicBezTo>
                    <a:pt x="47" y="191"/>
                    <a:pt x="56" y="188"/>
                    <a:pt x="66" y="183"/>
                  </a:cubicBezTo>
                  <a:cubicBezTo>
                    <a:pt x="102" y="162"/>
                    <a:pt x="131" y="106"/>
                    <a:pt x="131" y="58"/>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0" name="Google Shape;240;p28"/>
            <p:cNvSpPr/>
            <p:nvPr/>
          </p:nvSpPr>
          <p:spPr>
            <a:xfrm>
              <a:off x="6728612" y="917920"/>
              <a:ext cx="21892" cy="31718"/>
            </a:xfrm>
            <a:custGeom>
              <a:avLst/>
              <a:gdLst/>
              <a:ahLst/>
              <a:cxnLst/>
              <a:rect l="l" t="t" r="r" b="b"/>
              <a:pathLst>
                <a:path w="176" h="255" extrusionOk="0">
                  <a:moveTo>
                    <a:pt x="122" y="1"/>
                  </a:moveTo>
                  <a:cubicBezTo>
                    <a:pt x="111" y="1"/>
                    <a:pt x="99" y="4"/>
                    <a:pt x="87" y="11"/>
                  </a:cubicBezTo>
                  <a:cubicBezTo>
                    <a:pt x="40" y="39"/>
                    <a:pt x="0" y="113"/>
                    <a:pt x="0" y="177"/>
                  </a:cubicBezTo>
                  <a:cubicBezTo>
                    <a:pt x="0" y="226"/>
                    <a:pt x="22" y="254"/>
                    <a:pt x="53" y="254"/>
                  </a:cubicBezTo>
                  <a:cubicBezTo>
                    <a:pt x="63" y="254"/>
                    <a:pt x="75" y="251"/>
                    <a:pt x="87"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1" name="Google Shape;241;p28"/>
            <p:cNvSpPr/>
            <p:nvPr/>
          </p:nvSpPr>
          <p:spPr>
            <a:xfrm>
              <a:off x="6733836" y="924015"/>
              <a:ext cx="16294" cy="23757"/>
            </a:xfrm>
            <a:custGeom>
              <a:avLst/>
              <a:gdLst/>
              <a:ahLst/>
              <a:cxnLst/>
              <a:rect l="l" t="t" r="r" b="b"/>
              <a:pathLst>
                <a:path w="131" h="191" extrusionOk="0">
                  <a:moveTo>
                    <a:pt x="91" y="0"/>
                  </a:moveTo>
                  <a:cubicBezTo>
                    <a:pt x="83" y="0"/>
                    <a:pt x="75" y="3"/>
                    <a:pt x="65" y="8"/>
                  </a:cubicBezTo>
                  <a:cubicBezTo>
                    <a:pt x="29" y="29"/>
                    <a:pt x="0" y="85"/>
                    <a:pt x="0" y="133"/>
                  </a:cubicBezTo>
                  <a:cubicBezTo>
                    <a:pt x="0" y="169"/>
                    <a:pt x="16" y="190"/>
                    <a:pt x="39" y="190"/>
                  </a:cubicBezTo>
                  <a:cubicBezTo>
                    <a:pt x="47" y="190"/>
                    <a:pt x="56" y="188"/>
                    <a:pt x="65" y="182"/>
                  </a:cubicBezTo>
                  <a:cubicBezTo>
                    <a:pt x="101" y="162"/>
                    <a:pt x="131" y="106"/>
                    <a:pt x="131" y="57"/>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2" name="Google Shape;242;p28"/>
            <p:cNvSpPr/>
            <p:nvPr/>
          </p:nvSpPr>
          <p:spPr>
            <a:xfrm>
              <a:off x="6773017" y="986579"/>
              <a:ext cx="21767" cy="31718"/>
            </a:xfrm>
            <a:custGeom>
              <a:avLst/>
              <a:gdLst/>
              <a:ahLst/>
              <a:cxnLst/>
              <a:rect l="l" t="t" r="r" b="b"/>
              <a:pathLst>
                <a:path w="175" h="255" extrusionOk="0">
                  <a:moveTo>
                    <a:pt x="123" y="1"/>
                  </a:moveTo>
                  <a:cubicBezTo>
                    <a:pt x="113" y="1"/>
                    <a:pt x="101" y="4"/>
                    <a:pt x="88" y="12"/>
                  </a:cubicBezTo>
                  <a:cubicBezTo>
                    <a:pt x="40" y="39"/>
                    <a:pt x="0" y="114"/>
                    <a:pt x="0" y="178"/>
                  </a:cubicBezTo>
                  <a:cubicBezTo>
                    <a:pt x="0" y="226"/>
                    <a:pt x="22" y="254"/>
                    <a:pt x="53" y="254"/>
                  </a:cubicBezTo>
                  <a:cubicBezTo>
                    <a:pt x="64" y="254"/>
                    <a:pt x="76" y="251"/>
                    <a:pt x="88" y="243"/>
                  </a:cubicBezTo>
                  <a:cubicBezTo>
                    <a:pt x="137"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3" name="Google Shape;243;p28"/>
            <p:cNvSpPr/>
            <p:nvPr/>
          </p:nvSpPr>
          <p:spPr>
            <a:xfrm>
              <a:off x="6778241" y="992674"/>
              <a:ext cx="16419" cy="23757"/>
            </a:xfrm>
            <a:custGeom>
              <a:avLst/>
              <a:gdLst/>
              <a:ahLst/>
              <a:cxnLst/>
              <a:rect l="l" t="t" r="r" b="b"/>
              <a:pathLst>
                <a:path w="132" h="191" extrusionOk="0">
                  <a:moveTo>
                    <a:pt x="93" y="1"/>
                  </a:moveTo>
                  <a:cubicBezTo>
                    <a:pt x="85" y="1"/>
                    <a:pt x="76" y="3"/>
                    <a:pt x="67" y="9"/>
                  </a:cubicBezTo>
                  <a:cubicBezTo>
                    <a:pt x="29" y="29"/>
                    <a:pt x="0" y="85"/>
                    <a:pt x="0" y="134"/>
                  </a:cubicBezTo>
                  <a:cubicBezTo>
                    <a:pt x="0" y="169"/>
                    <a:pt x="17" y="191"/>
                    <a:pt x="40" y="191"/>
                  </a:cubicBezTo>
                  <a:cubicBezTo>
                    <a:pt x="48" y="191"/>
                    <a:pt x="57" y="188"/>
                    <a:pt x="67" y="183"/>
                  </a:cubicBezTo>
                  <a:cubicBezTo>
                    <a:pt x="103" y="162"/>
                    <a:pt x="132" y="106"/>
                    <a:pt x="132" y="58"/>
                  </a:cubicBezTo>
                  <a:cubicBezTo>
                    <a:pt x="132" y="22"/>
                    <a:pt x="116" y="1"/>
                    <a:pt x="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4" name="Google Shape;244;p28"/>
            <p:cNvSpPr/>
            <p:nvPr/>
          </p:nvSpPr>
          <p:spPr>
            <a:xfrm>
              <a:off x="6327602" y="1148899"/>
              <a:ext cx="21892" cy="31718"/>
            </a:xfrm>
            <a:custGeom>
              <a:avLst/>
              <a:gdLst/>
              <a:ahLst/>
              <a:cxnLst/>
              <a:rect l="l" t="t" r="r" b="b"/>
              <a:pathLst>
                <a:path w="176" h="255" extrusionOk="0">
                  <a:moveTo>
                    <a:pt x="123" y="0"/>
                  </a:moveTo>
                  <a:cubicBezTo>
                    <a:pt x="112" y="0"/>
                    <a:pt x="101" y="4"/>
                    <a:pt x="88" y="10"/>
                  </a:cubicBezTo>
                  <a:cubicBezTo>
                    <a:pt x="40" y="39"/>
                    <a:pt x="1" y="113"/>
                    <a:pt x="1" y="177"/>
                  </a:cubicBezTo>
                  <a:cubicBezTo>
                    <a:pt x="1" y="225"/>
                    <a:pt x="23" y="254"/>
                    <a:pt x="54" y="254"/>
                  </a:cubicBezTo>
                  <a:cubicBezTo>
                    <a:pt x="64" y="254"/>
                    <a:pt x="76" y="251"/>
                    <a:pt x="88" y="244"/>
                  </a:cubicBezTo>
                  <a:cubicBezTo>
                    <a:pt x="137" y="215"/>
                    <a:pt x="175" y="141"/>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5" name="Google Shape;245;p28"/>
            <p:cNvSpPr/>
            <p:nvPr/>
          </p:nvSpPr>
          <p:spPr>
            <a:xfrm>
              <a:off x="6332826" y="1154994"/>
              <a:ext cx="16419" cy="23757"/>
            </a:xfrm>
            <a:custGeom>
              <a:avLst/>
              <a:gdLst/>
              <a:ahLst/>
              <a:cxnLst/>
              <a:rect l="l" t="t" r="r" b="b"/>
              <a:pathLst>
                <a:path w="132" h="191" extrusionOk="0">
                  <a:moveTo>
                    <a:pt x="92" y="0"/>
                  </a:moveTo>
                  <a:cubicBezTo>
                    <a:pt x="84" y="0"/>
                    <a:pt x="75" y="2"/>
                    <a:pt x="66" y="8"/>
                  </a:cubicBezTo>
                  <a:cubicBezTo>
                    <a:pt x="30" y="29"/>
                    <a:pt x="0" y="84"/>
                    <a:pt x="0" y="133"/>
                  </a:cubicBezTo>
                  <a:cubicBezTo>
                    <a:pt x="0" y="169"/>
                    <a:pt x="16" y="190"/>
                    <a:pt x="39" y="190"/>
                  </a:cubicBezTo>
                  <a:cubicBezTo>
                    <a:pt x="47" y="190"/>
                    <a:pt x="56" y="188"/>
                    <a:pt x="66" y="182"/>
                  </a:cubicBezTo>
                  <a:cubicBezTo>
                    <a:pt x="103" y="162"/>
                    <a:pt x="132" y="106"/>
                    <a:pt x="132" y="57"/>
                  </a:cubicBezTo>
                  <a:cubicBezTo>
                    <a:pt x="132" y="21"/>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6" name="Google Shape;246;p28"/>
            <p:cNvSpPr/>
            <p:nvPr/>
          </p:nvSpPr>
          <p:spPr>
            <a:xfrm>
              <a:off x="6280710" y="1274774"/>
              <a:ext cx="21767" cy="31593"/>
            </a:xfrm>
            <a:custGeom>
              <a:avLst/>
              <a:gdLst/>
              <a:ahLst/>
              <a:cxnLst/>
              <a:rect l="l" t="t" r="r" b="b"/>
              <a:pathLst>
                <a:path w="175" h="254" extrusionOk="0">
                  <a:moveTo>
                    <a:pt x="123" y="0"/>
                  </a:moveTo>
                  <a:cubicBezTo>
                    <a:pt x="113" y="0"/>
                    <a:pt x="101" y="4"/>
                    <a:pt x="88" y="11"/>
                  </a:cubicBezTo>
                  <a:cubicBezTo>
                    <a:pt x="40" y="38"/>
                    <a:pt x="0" y="113"/>
                    <a:pt x="0" y="177"/>
                  </a:cubicBezTo>
                  <a:cubicBezTo>
                    <a:pt x="0" y="225"/>
                    <a:pt x="22" y="253"/>
                    <a:pt x="53" y="253"/>
                  </a:cubicBezTo>
                  <a:cubicBezTo>
                    <a:pt x="64" y="253"/>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7" name="Google Shape;247;p28"/>
            <p:cNvSpPr/>
            <p:nvPr/>
          </p:nvSpPr>
          <p:spPr>
            <a:xfrm>
              <a:off x="6285934" y="1280744"/>
              <a:ext cx="16419" cy="23757"/>
            </a:xfrm>
            <a:custGeom>
              <a:avLst/>
              <a:gdLst/>
              <a:ahLst/>
              <a:cxnLst/>
              <a:rect l="l" t="t" r="r" b="b"/>
              <a:pathLst>
                <a:path w="132" h="191" extrusionOk="0">
                  <a:moveTo>
                    <a:pt x="92" y="1"/>
                  </a:moveTo>
                  <a:cubicBezTo>
                    <a:pt x="84" y="1"/>
                    <a:pt x="75" y="3"/>
                    <a:pt x="65" y="9"/>
                  </a:cubicBezTo>
                  <a:cubicBezTo>
                    <a:pt x="29" y="29"/>
                    <a:pt x="0" y="86"/>
                    <a:pt x="0" y="134"/>
                  </a:cubicBezTo>
                  <a:cubicBezTo>
                    <a:pt x="0" y="169"/>
                    <a:pt x="16" y="191"/>
                    <a:pt x="39" y="191"/>
                  </a:cubicBezTo>
                  <a:cubicBezTo>
                    <a:pt x="47" y="191"/>
                    <a:pt x="56" y="188"/>
                    <a:pt x="65" y="182"/>
                  </a:cubicBezTo>
                  <a:cubicBezTo>
                    <a:pt x="102" y="162"/>
                    <a:pt x="132" y="106"/>
                    <a:pt x="132" y="57"/>
                  </a:cubicBezTo>
                  <a:cubicBezTo>
                    <a:pt x="132" y="22"/>
                    <a:pt x="116"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8" name="Google Shape;248;p28"/>
            <p:cNvSpPr/>
            <p:nvPr/>
          </p:nvSpPr>
          <p:spPr>
            <a:xfrm>
              <a:off x="6483454" y="978246"/>
              <a:ext cx="21892" cy="31718"/>
            </a:xfrm>
            <a:custGeom>
              <a:avLst/>
              <a:gdLst/>
              <a:ahLst/>
              <a:cxnLst/>
              <a:rect l="l" t="t" r="r" b="b"/>
              <a:pathLst>
                <a:path w="176" h="255" extrusionOk="0">
                  <a:moveTo>
                    <a:pt x="123" y="0"/>
                  </a:moveTo>
                  <a:cubicBezTo>
                    <a:pt x="113" y="0"/>
                    <a:pt x="101" y="4"/>
                    <a:pt x="89" y="11"/>
                  </a:cubicBezTo>
                  <a:cubicBezTo>
                    <a:pt x="40" y="39"/>
                    <a:pt x="1" y="113"/>
                    <a:pt x="1" y="178"/>
                  </a:cubicBezTo>
                  <a:cubicBezTo>
                    <a:pt x="1" y="226"/>
                    <a:pt x="23" y="254"/>
                    <a:pt x="54" y="254"/>
                  </a:cubicBezTo>
                  <a:cubicBezTo>
                    <a:pt x="65" y="254"/>
                    <a:pt x="77" y="251"/>
                    <a:pt x="89" y="244"/>
                  </a:cubicBezTo>
                  <a:cubicBezTo>
                    <a:pt x="137" y="216"/>
                    <a:pt x="175" y="142"/>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9" name="Google Shape;249;p28"/>
            <p:cNvSpPr/>
            <p:nvPr/>
          </p:nvSpPr>
          <p:spPr>
            <a:xfrm>
              <a:off x="6488678" y="984341"/>
              <a:ext cx="16543" cy="23757"/>
            </a:xfrm>
            <a:custGeom>
              <a:avLst/>
              <a:gdLst/>
              <a:ahLst/>
              <a:cxnLst/>
              <a:rect l="l" t="t" r="r" b="b"/>
              <a:pathLst>
                <a:path w="133" h="191" extrusionOk="0">
                  <a:moveTo>
                    <a:pt x="93" y="0"/>
                  </a:moveTo>
                  <a:cubicBezTo>
                    <a:pt x="84" y="0"/>
                    <a:pt x="75" y="3"/>
                    <a:pt x="66" y="8"/>
                  </a:cubicBezTo>
                  <a:cubicBezTo>
                    <a:pt x="30" y="28"/>
                    <a:pt x="1" y="85"/>
                    <a:pt x="1" y="133"/>
                  </a:cubicBezTo>
                  <a:cubicBezTo>
                    <a:pt x="1" y="169"/>
                    <a:pt x="17" y="190"/>
                    <a:pt x="40" y="190"/>
                  </a:cubicBezTo>
                  <a:cubicBezTo>
                    <a:pt x="48" y="190"/>
                    <a:pt x="57" y="188"/>
                    <a:pt x="66" y="183"/>
                  </a:cubicBezTo>
                  <a:cubicBezTo>
                    <a:pt x="103" y="161"/>
                    <a:pt x="132" y="106"/>
                    <a:pt x="132" y="58"/>
                  </a:cubicBezTo>
                  <a:cubicBezTo>
                    <a:pt x="132" y="22"/>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0" name="Google Shape;250;p28"/>
            <p:cNvSpPr/>
            <p:nvPr/>
          </p:nvSpPr>
          <p:spPr>
            <a:xfrm>
              <a:off x="6674132" y="868540"/>
              <a:ext cx="21767" cy="31593"/>
            </a:xfrm>
            <a:custGeom>
              <a:avLst/>
              <a:gdLst/>
              <a:ahLst/>
              <a:cxnLst/>
              <a:rect l="l" t="t" r="r" b="b"/>
              <a:pathLst>
                <a:path w="175" h="254" extrusionOk="0">
                  <a:moveTo>
                    <a:pt x="122" y="1"/>
                  </a:moveTo>
                  <a:cubicBezTo>
                    <a:pt x="112" y="1"/>
                    <a:pt x="100" y="4"/>
                    <a:pt x="87" y="11"/>
                  </a:cubicBezTo>
                  <a:cubicBezTo>
                    <a:pt x="40" y="38"/>
                    <a:pt x="0" y="113"/>
                    <a:pt x="0" y="178"/>
                  </a:cubicBezTo>
                  <a:cubicBezTo>
                    <a:pt x="0" y="226"/>
                    <a:pt x="22" y="254"/>
                    <a:pt x="53" y="254"/>
                  </a:cubicBezTo>
                  <a:cubicBezTo>
                    <a:pt x="63" y="254"/>
                    <a:pt x="75" y="250"/>
                    <a:pt x="87" y="243"/>
                  </a:cubicBezTo>
                  <a:cubicBezTo>
                    <a:pt x="136"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1" name="Google Shape;251;p28"/>
            <p:cNvSpPr/>
            <p:nvPr/>
          </p:nvSpPr>
          <p:spPr>
            <a:xfrm>
              <a:off x="6679356" y="874511"/>
              <a:ext cx="16294" cy="23757"/>
            </a:xfrm>
            <a:custGeom>
              <a:avLst/>
              <a:gdLst/>
              <a:ahLst/>
              <a:cxnLst/>
              <a:rect l="l" t="t" r="r" b="b"/>
              <a:pathLst>
                <a:path w="131" h="191" extrusionOk="0">
                  <a:moveTo>
                    <a:pt x="91" y="1"/>
                  </a:moveTo>
                  <a:cubicBezTo>
                    <a:pt x="83" y="1"/>
                    <a:pt x="74" y="3"/>
                    <a:pt x="65" y="8"/>
                  </a:cubicBezTo>
                  <a:cubicBezTo>
                    <a:pt x="29" y="30"/>
                    <a:pt x="0" y="85"/>
                    <a:pt x="0" y="133"/>
                  </a:cubicBezTo>
                  <a:cubicBezTo>
                    <a:pt x="0" y="169"/>
                    <a:pt x="16" y="191"/>
                    <a:pt x="39" y="191"/>
                  </a:cubicBezTo>
                  <a:cubicBezTo>
                    <a:pt x="47" y="191"/>
                    <a:pt x="56" y="188"/>
                    <a:pt x="65" y="183"/>
                  </a:cubicBezTo>
                  <a:cubicBezTo>
                    <a:pt x="101" y="163"/>
                    <a:pt x="131" y="106"/>
                    <a:pt x="131" y="58"/>
                  </a:cubicBezTo>
                  <a:cubicBezTo>
                    <a:pt x="131" y="22"/>
                    <a:pt x="114"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2" name="Google Shape;252;p28"/>
            <p:cNvSpPr/>
            <p:nvPr/>
          </p:nvSpPr>
          <p:spPr>
            <a:xfrm>
              <a:off x="6590423" y="915806"/>
              <a:ext cx="21767" cy="31718"/>
            </a:xfrm>
            <a:custGeom>
              <a:avLst/>
              <a:gdLst/>
              <a:ahLst/>
              <a:cxnLst/>
              <a:rect l="l" t="t" r="r" b="b"/>
              <a:pathLst>
                <a:path w="175" h="255" extrusionOk="0">
                  <a:moveTo>
                    <a:pt x="122" y="1"/>
                  </a:moveTo>
                  <a:cubicBezTo>
                    <a:pt x="112" y="1"/>
                    <a:pt x="100" y="4"/>
                    <a:pt x="88" y="11"/>
                  </a:cubicBezTo>
                  <a:cubicBezTo>
                    <a:pt x="39" y="39"/>
                    <a:pt x="0" y="113"/>
                    <a:pt x="0" y="177"/>
                  </a:cubicBezTo>
                  <a:cubicBezTo>
                    <a:pt x="0" y="226"/>
                    <a:pt x="22" y="255"/>
                    <a:pt x="53" y="255"/>
                  </a:cubicBezTo>
                  <a:cubicBezTo>
                    <a:pt x="64" y="255"/>
                    <a:pt x="75"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3" name="Google Shape;253;p28"/>
            <p:cNvSpPr/>
            <p:nvPr/>
          </p:nvSpPr>
          <p:spPr>
            <a:xfrm>
              <a:off x="6595523" y="921900"/>
              <a:ext cx="16543" cy="23757"/>
            </a:xfrm>
            <a:custGeom>
              <a:avLst/>
              <a:gdLst/>
              <a:ahLst/>
              <a:cxnLst/>
              <a:rect l="l" t="t" r="r" b="b"/>
              <a:pathLst>
                <a:path w="133" h="191" extrusionOk="0">
                  <a:moveTo>
                    <a:pt x="93" y="0"/>
                  </a:moveTo>
                  <a:cubicBezTo>
                    <a:pt x="85" y="0"/>
                    <a:pt x="76" y="3"/>
                    <a:pt x="67" y="8"/>
                  </a:cubicBezTo>
                  <a:cubicBezTo>
                    <a:pt x="30" y="29"/>
                    <a:pt x="1" y="86"/>
                    <a:pt x="1" y="133"/>
                  </a:cubicBezTo>
                  <a:cubicBezTo>
                    <a:pt x="1" y="169"/>
                    <a:pt x="17" y="191"/>
                    <a:pt x="40" y="191"/>
                  </a:cubicBezTo>
                  <a:cubicBezTo>
                    <a:pt x="49" y="191"/>
                    <a:pt x="58" y="188"/>
                    <a:pt x="67" y="182"/>
                  </a:cubicBezTo>
                  <a:cubicBezTo>
                    <a:pt x="103" y="162"/>
                    <a:pt x="132" y="106"/>
                    <a:pt x="132" y="57"/>
                  </a:cubicBezTo>
                  <a:cubicBezTo>
                    <a:pt x="132" y="21"/>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4" name="Google Shape;254;p28"/>
            <p:cNvSpPr/>
            <p:nvPr/>
          </p:nvSpPr>
          <p:spPr>
            <a:xfrm>
              <a:off x="6387555" y="992799"/>
              <a:ext cx="378752" cy="641441"/>
            </a:xfrm>
            <a:custGeom>
              <a:avLst/>
              <a:gdLst/>
              <a:ahLst/>
              <a:cxnLst/>
              <a:rect l="l" t="t" r="r" b="b"/>
              <a:pathLst>
                <a:path w="3045" h="5157" extrusionOk="0">
                  <a:moveTo>
                    <a:pt x="2954" y="1"/>
                  </a:moveTo>
                  <a:cubicBezTo>
                    <a:pt x="2959" y="82"/>
                    <a:pt x="2970" y="546"/>
                    <a:pt x="2827" y="1268"/>
                  </a:cubicBezTo>
                  <a:cubicBezTo>
                    <a:pt x="2818" y="1315"/>
                    <a:pt x="2808" y="1363"/>
                    <a:pt x="2797" y="1413"/>
                  </a:cubicBezTo>
                  <a:cubicBezTo>
                    <a:pt x="2773" y="1527"/>
                    <a:pt x="2744" y="1646"/>
                    <a:pt x="2711" y="1770"/>
                  </a:cubicBezTo>
                  <a:cubicBezTo>
                    <a:pt x="2678" y="1898"/>
                    <a:pt x="2640" y="2030"/>
                    <a:pt x="2596" y="2169"/>
                  </a:cubicBezTo>
                  <a:cubicBezTo>
                    <a:pt x="2536" y="2361"/>
                    <a:pt x="2465" y="2564"/>
                    <a:pt x="2384" y="2776"/>
                  </a:cubicBezTo>
                  <a:cubicBezTo>
                    <a:pt x="2205" y="3235"/>
                    <a:pt x="1973" y="3733"/>
                    <a:pt x="1667" y="4260"/>
                  </a:cubicBezTo>
                  <a:cubicBezTo>
                    <a:pt x="1513" y="4525"/>
                    <a:pt x="1339" y="4799"/>
                    <a:pt x="1145" y="5078"/>
                  </a:cubicBezTo>
                  <a:cubicBezTo>
                    <a:pt x="1030" y="5046"/>
                    <a:pt x="922" y="5005"/>
                    <a:pt x="820" y="4960"/>
                  </a:cubicBezTo>
                  <a:cubicBezTo>
                    <a:pt x="471" y="4806"/>
                    <a:pt x="205" y="4583"/>
                    <a:pt x="1" y="4329"/>
                  </a:cubicBezTo>
                  <a:lnTo>
                    <a:pt x="1" y="4329"/>
                  </a:lnTo>
                  <a:cubicBezTo>
                    <a:pt x="212" y="4616"/>
                    <a:pt x="496" y="4868"/>
                    <a:pt x="880" y="5038"/>
                  </a:cubicBezTo>
                  <a:cubicBezTo>
                    <a:pt x="981" y="5083"/>
                    <a:pt x="1089" y="5123"/>
                    <a:pt x="1204" y="5156"/>
                  </a:cubicBezTo>
                  <a:cubicBezTo>
                    <a:pt x="1399" y="4877"/>
                    <a:pt x="1573" y="4603"/>
                    <a:pt x="1727" y="4336"/>
                  </a:cubicBezTo>
                  <a:cubicBezTo>
                    <a:pt x="2033" y="3810"/>
                    <a:pt x="2265" y="3313"/>
                    <a:pt x="2444" y="2853"/>
                  </a:cubicBezTo>
                  <a:cubicBezTo>
                    <a:pt x="2525" y="2642"/>
                    <a:pt x="2596" y="2439"/>
                    <a:pt x="2656" y="2246"/>
                  </a:cubicBezTo>
                  <a:cubicBezTo>
                    <a:pt x="2700" y="2108"/>
                    <a:pt x="2737" y="1975"/>
                    <a:pt x="2771" y="1848"/>
                  </a:cubicBezTo>
                  <a:cubicBezTo>
                    <a:pt x="2803" y="1724"/>
                    <a:pt x="2833" y="1604"/>
                    <a:pt x="2857" y="1491"/>
                  </a:cubicBezTo>
                  <a:cubicBezTo>
                    <a:pt x="2867" y="1441"/>
                    <a:pt x="2878" y="1393"/>
                    <a:pt x="2887" y="1345"/>
                  </a:cubicBezTo>
                  <a:cubicBezTo>
                    <a:pt x="3044" y="550"/>
                    <a:pt x="3014" y="65"/>
                    <a:pt x="3014" y="65"/>
                  </a:cubicBezTo>
                  <a:lnTo>
                    <a:pt x="29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5" name="Google Shape;255;p28"/>
            <p:cNvSpPr/>
            <p:nvPr/>
          </p:nvSpPr>
          <p:spPr>
            <a:xfrm>
              <a:off x="6338548" y="821275"/>
              <a:ext cx="357358" cy="208714"/>
            </a:xfrm>
            <a:custGeom>
              <a:avLst/>
              <a:gdLst/>
              <a:ahLst/>
              <a:cxnLst/>
              <a:rect l="l" t="t" r="r" b="b"/>
              <a:pathLst>
                <a:path w="2873" h="1678" extrusionOk="0">
                  <a:moveTo>
                    <a:pt x="2549" y="1"/>
                  </a:moveTo>
                  <a:lnTo>
                    <a:pt x="0" y="1471"/>
                  </a:lnTo>
                  <a:lnTo>
                    <a:pt x="325" y="1677"/>
                  </a:lnTo>
                  <a:lnTo>
                    <a:pt x="2873" y="207"/>
                  </a:lnTo>
                  <a:lnTo>
                    <a:pt x="2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6" name="Google Shape;256;p28"/>
            <p:cNvSpPr/>
            <p:nvPr/>
          </p:nvSpPr>
          <p:spPr>
            <a:xfrm>
              <a:off x="6230459" y="1004242"/>
              <a:ext cx="148516" cy="270532"/>
            </a:xfrm>
            <a:custGeom>
              <a:avLst/>
              <a:gdLst/>
              <a:ahLst/>
              <a:cxnLst/>
              <a:rect l="l" t="t" r="r" b="b"/>
              <a:pathLst>
                <a:path w="1194" h="2175" extrusionOk="0">
                  <a:moveTo>
                    <a:pt x="869" y="0"/>
                  </a:moveTo>
                  <a:lnTo>
                    <a:pt x="0" y="1968"/>
                  </a:lnTo>
                  <a:lnTo>
                    <a:pt x="326" y="2175"/>
                  </a:lnTo>
                  <a:lnTo>
                    <a:pt x="1194" y="206"/>
                  </a:lnTo>
                  <a:lnTo>
                    <a:pt x="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7" name="Google Shape;257;p28"/>
            <p:cNvSpPr/>
            <p:nvPr/>
          </p:nvSpPr>
          <p:spPr>
            <a:xfrm>
              <a:off x="6312054" y="1079991"/>
              <a:ext cx="398281" cy="379242"/>
            </a:xfrm>
            <a:custGeom>
              <a:avLst/>
              <a:gdLst/>
              <a:ahLst/>
              <a:cxnLst/>
              <a:rect l="l" t="t" r="r" b="b"/>
              <a:pathLst>
                <a:path w="3202" h="3049" extrusionOk="0">
                  <a:moveTo>
                    <a:pt x="653" y="0"/>
                  </a:moveTo>
                  <a:lnTo>
                    <a:pt x="213" y="983"/>
                  </a:lnTo>
                  <a:lnTo>
                    <a:pt x="3" y="1453"/>
                  </a:lnTo>
                  <a:cubicBezTo>
                    <a:pt x="3" y="1453"/>
                    <a:pt x="1" y="1498"/>
                    <a:pt x="1" y="1576"/>
                  </a:cubicBezTo>
                  <a:lnTo>
                    <a:pt x="2551" y="3049"/>
                  </a:lnTo>
                  <a:cubicBezTo>
                    <a:pt x="2725" y="2708"/>
                    <a:pt x="2872" y="2382"/>
                    <a:pt x="2991" y="2075"/>
                  </a:cubicBezTo>
                  <a:cubicBezTo>
                    <a:pt x="3072" y="1865"/>
                    <a:pt x="3142" y="1664"/>
                    <a:pt x="3202" y="1472"/>
                  </a:cubicBezTo>
                  <a:lnTo>
                    <a:pt x="6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8" name="Google Shape;258;p28"/>
            <p:cNvSpPr/>
            <p:nvPr/>
          </p:nvSpPr>
          <p:spPr>
            <a:xfrm>
              <a:off x="6312054" y="1275894"/>
              <a:ext cx="317431" cy="275632"/>
            </a:xfrm>
            <a:custGeom>
              <a:avLst/>
              <a:gdLst/>
              <a:ahLst/>
              <a:cxnLst/>
              <a:rect l="l" t="t" r="r" b="b"/>
              <a:pathLst>
                <a:path w="2552" h="2216" extrusionOk="0">
                  <a:moveTo>
                    <a:pt x="1" y="1"/>
                  </a:moveTo>
                  <a:cubicBezTo>
                    <a:pt x="2" y="190"/>
                    <a:pt x="19" y="577"/>
                    <a:pt x="130" y="1012"/>
                  </a:cubicBezTo>
                  <a:cubicBezTo>
                    <a:pt x="135" y="1030"/>
                    <a:pt x="140" y="1048"/>
                    <a:pt x="145" y="1066"/>
                  </a:cubicBezTo>
                  <a:lnTo>
                    <a:pt x="2136" y="2216"/>
                  </a:lnTo>
                  <a:cubicBezTo>
                    <a:pt x="2183" y="2138"/>
                    <a:pt x="2230" y="2060"/>
                    <a:pt x="2274" y="1984"/>
                  </a:cubicBezTo>
                  <a:cubicBezTo>
                    <a:pt x="2375" y="1810"/>
                    <a:pt x="2466" y="1640"/>
                    <a:pt x="2551" y="1472"/>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9" name="Google Shape;259;p28"/>
            <p:cNvSpPr/>
            <p:nvPr/>
          </p:nvSpPr>
          <p:spPr>
            <a:xfrm>
              <a:off x="6393152" y="1012202"/>
              <a:ext cx="346412" cy="251004"/>
            </a:xfrm>
            <a:custGeom>
              <a:avLst/>
              <a:gdLst/>
              <a:ahLst/>
              <a:cxnLst/>
              <a:rect l="l" t="t" r="r" b="b"/>
              <a:pathLst>
                <a:path w="2785" h="2018" extrusionOk="0">
                  <a:moveTo>
                    <a:pt x="881" y="0"/>
                  </a:moveTo>
                  <a:lnTo>
                    <a:pt x="236" y="374"/>
                  </a:lnTo>
                  <a:lnTo>
                    <a:pt x="23" y="497"/>
                  </a:lnTo>
                  <a:lnTo>
                    <a:pt x="1" y="545"/>
                  </a:lnTo>
                  <a:lnTo>
                    <a:pt x="2550" y="2017"/>
                  </a:lnTo>
                  <a:cubicBezTo>
                    <a:pt x="2550" y="2016"/>
                    <a:pt x="2551" y="2014"/>
                    <a:pt x="2551" y="2013"/>
                  </a:cubicBezTo>
                  <a:cubicBezTo>
                    <a:pt x="2594" y="1875"/>
                    <a:pt x="2632" y="1742"/>
                    <a:pt x="2666" y="1615"/>
                  </a:cubicBezTo>
                  <a:cubicBezTo>
                    <a:pt x="2699" y="1490"/>
                    <a:pt x="2727" y="1371"/>
                    <a:pt x="2752" y="1257"/>
                  </a:cubicBezTo>
                  <a:cubicBezTo>
                    <a:pt x="2762" y="1209"/>
                    <a:pt x="2773" y="1159"/>
                    <a:pt x="2782" y="1113"/>
                  </a:cubicBezTo>
                  <a:cubicBezTo>
                    <a:pt x="2783" y="1108"/>
                    <a:pt x="2783" y="1104"/>
                    <a:pt x="2784" y="1099"/>
                  </a:cubicBezTo>
                  <a:lnTo>
                    <a:pt x="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0" name="Google Shape;260;p28"/>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1" name="Google Shape;261;p28"/>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2" name="Google Shape;262;p28"/>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3" name="Google Shape;263;p28"/>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4" name="Google Shape;264;p28"/>
            <p:cNvSpPr/>
            <p:nvPr/>
          </p:nvSpPr>
          <p:spPr>
            <a:xfrm>
              <a:off x="6734831" y="1532495"/>
              <a:ext cx="715836" cy="1299673"/>
            </a:xfrm>
            <a:custGeom>
              <a:avLst/>
              <a:gdLst/>
              <a:ahLst/>
              <a:cxnLst/>
              <a:rect l="l" t="t" r="r" b="b"/>
              <a:pathLst>
                <a:path w="5755" h="10449" extrusionOk="0">
                  <a:moveTo>
                    <a:pt x="5001" y="1"/>
                  </a:moveTo>
                  <a:lnTo>
                    <a:pt x="5001" y="1"/>
                  </a:lnTo>
                  <a:cubicBezTo>
                    <a:pt x="5001" y="1"/>
                    <a:pt x="4128" y="12"/>
                    <a:pt x="3528" y="1224"/>
                  </a:cubicBezTo>
                  <a:cubicBezTo>
                    <a:pt x="2929" y="2434"/>
                    <a:pt x="2600" y="3353"/>
                    <a:pt x="2600" y="3353"/>
                  </a:cubicBezTo>
                  <a:cubicBezTo>
                    <a:pt x="2600" y="3353"/>
                    <a:pt x="1530" y="5729"/>
                    <a:pt x="1366" y="6273"/>
                  </a:cubicBezTo>
                  <a:cubicBezTo>
                    <a:pt x="1288" y="6533"/>
                    <a:pt x="1115" y="6891"/>
                    <a:pt x="917" y="7326"/>
                  </a:cubicBezTo>
                  <a:cubicBezTo>
                    <a:pt x="546" y="8138"/>
                    <a:pt x="89" y="9219"/>
                    <a:pt x="0" y="10446"/>
                  </a:cubicBezTo>
                  <a:cubicBezTo>
                    <a:pt x="11" y="10448"/>
                    <a:pt x="23" y="10448"/>
                    <a:pt x="35" y="10448"/>
                  </a:cubicBezTo>
                  <a:cubicBezTo>
                    <a:pt x="620" y="10448"/>
                    <a:pt x="2286" y="8532"/>
                    <a:pt x="2936" y="7819"/>
                  </a:cubicBezTo>
                  <a:cubicBezTo>
                    <a:pt x="3657" y="7026"/>
                    <a:pt x="3963" y="6727"/>
                    <a:pt x="4984" y="4050"/>
                  </a:cubicBezTo>
                  <a:cubicBezTo>
                    <a:pt x="5754" y="2033"/>
                    <a:pt x="5455" y="237"/>
                    <a:pt x="5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5" name="Google Shape;265;p28"/>
            <p:cNvSpPr/>
            <p:nvPr/>
          </p:nvSpPr>
          <p:spPr>
            <a:xfrm>
              <a:off x="7171166" y="1553391"/>
              <a:ext cx="822558" cy="1399179"/>
            </a:xfrm>
            <a:custGeom>
              <a:avLst/>
              <a:gdLst/>
              <a:ahLst/>
              <a:cxnLst/>
              <a:rect l="l" t="t" r="r" b="b"/>
              <a:pathLst>
                <a:path w="6613" h="11249" extrusionOk="0">
                  <a:moveTo>
                    <a:pt x="2501" y="0"/>
                  </a:moveTo>
                  <a:cubicBezTo>
                    <a:pt x="2154" y="0"/>
                    <a:pt x="1795" y="54"/>
                    <a:pt x="1459" y="197"/>
                  </a:cubicBezTo>
                  <a:cubicBezTo>
                    <a:pt x="1459" y="197"/>
                    <a:pt x="799" y="847"/>
                    <a:pt x="303" y="2854"/>
                  </a:cubicBezTo>
                  <a:cubicBezTo>
                    <a:pt x="1" y="4074"/>
                    <a:pt x="219" y="9954"/>
                    <a:pt x="219" y="9954"/>
                  </a:cubicBezTo>
                  <a:cubicBezTo>
                    <a:pt x="219" y="9954"/>
                    <a:pt x="1375" y="11248"/>
                    <a:pt x="3482" y="11248"/>
                  </a:cubicBezTo>
                  <a:cubicBezTo>
                    <a:pt x="3531" y="11248"/>
                    <a:pt x="3580" y="11248"/>
                    <a:pt x="3630" y="11246"/>
                  </a:cubicBezTo>
                  <a:cubicBezTo>
                    <a:pt x="5165" y="11201"/>
                    <a:pt x="5895" y="10815"/>
                    <a:pt x="6154" y="10224"/>
                  </a:cubicBezTo>
                  <a:cubicBezTo>
                    <a:pt x="5904" y="8132"/>
                    <a:pt x="6613" y="3496"/>
                    <a:pt x="6485" y="2705"/>
                  </a:cubicBezTo>
                  <a:cubicBezTo>
                    <a:pt x="6355" y="1915"/>
                    <a:pt x="4415" y="445"/>
                    <a:pt x="4415" y="445"/>
                  </a:cubicBezTo>
                  <a:cubicBezTo>
                    <a:pt x="4415" y="445"/>
                    <a:pt x="3505" y="0"/>
                    <a:pt x="2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6" name="Google Shape;266;p28"/>
            <p:cNvSpPr/>
            <p:nvPr/>
          </p:nvSpPr>
          <p:spPr>
            <a:xfrm>
              <a:off x="7132607" y="1318308"/>
              <a:ext cx="557494" cy="592683"/>
            </a:xfrm>
            <a:custGeom>
              <a:avLst/>
              <a:gdLst/>
              <a:ahLst/>
              <a:cxnLst/>
              <a:rect l="l" t="t" r="r" b="b"/>
              <a:pathLst>
                <a:path w="4482" h="4765" extrusionOk="0">
                  <a:moveTo>
                    <a:pt x="1603" y="1"/>
                  </a:moveTo>
                  <a:cubicBezTo>
                    <a:pt x="1075" y="1"/>
                    <a:pt x="514" y="122"/>
                    <a:pt x="271" y="580"/>
                  </a:cubicBezTo>
                  <a:cubicBezTo>
                    <a:pt x="271" y="580"/>
                    <a:pt x="0" y="1961"/>
                    <a:pt x="818" y="2876"/>
                  </a:cubicBezTo>
                  <a:cubicBezTo>
                    <a:pt x="1635" y="3789"/>
                    <a:pt x="2591" y="4764"/>
                    <a:pt x="2591" y="4764"/>
                  </a:cubicBezTo>
                  <a:cubicBezTo>
                    <a:pt x="2591" y="4764"/>
                    <a:pt x="3744" y="4349"/>
                    <a:pt x="4112" y="3393"/>
                  </a:cubicBezTo>
                  <a:cubicBezTo>
                    <a:pt x="4482" y="2437"/>
                    <a:pt x="2857" y="174"/>
                    <a:pt x="2748" y="151"/>
                  </a:cubicBezTo>
                  <a:cubicBezTo>
                    <a:pt x="2691" y="138"/>
                    <a:pt x="2167" y="1"/>
                    <a:pt x="1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7" name="Google Shape;267;p28"/>
            <p:cNvSpPr/>
            <p:nvPr/>
          </p:nvSpPr>
          <p:spPr>
            <a:xfrm>
              <a:off x="7404383" y="1658992"/>
              <a:ext cx="229739" cy="251999"/>
            </a:xfrm>
            <a:custGeom>
              <a:avLst/>
              <a:gdLst/>
              <a:ahLst/>
              <a:cxnLst/>
              <a:rect l="l" t="t" r="r" b="b"/>
              <a:pathLst>
                <a:path w="1847" h="2026" extrusionOk="0">
                  <a:moveTo>
                    <a:pt x="1153" y="0"/>
                  </a:moveTo>
                  <a:cubicBezTo>
                    <a:pt x="1153" y="0"/>
                    <a:pt x="525" y="371"/>
                    <a:pt x="252" y="771"/>
                  </a:cubicBezTo>
                  <a:cubicBezTo>
                    <a:pt x="1" y="1138"/>
                    <a:pt x="406" y="2025"/>
                    <a:pt x="406" y="2025"/>
                  </a:cubicBezTo>
                  <a:cubicBezTo>
                    <a:pt x="1301" y="1899"/>
                    <a:pt x="1717" y="1145"/>
                    <a:pt x="1792" y="1145"/>
                  </a:cubicBezTo>
                  <a:cubicBezTo>
                    <a:pt x="1793" y="1145"/>
                    <a:pt x="1795" y="1145"/>
                    <a:pt x="1796" y="1146"/>
                  </a:cubicBezTo>
                  <a:cubicBezTo>
                    <a:pt x="1796" y="1146"/>
                    <a:pt x="1797" y="1146"/>
                    <a:pt x="1797" y="1146"/>
                  </a:cubicBezTo>
                  <a:cubicBezTo>
                    <a:pt x="1846" y="1146"/>
                    <a:pt x="1153" y="0"/>
                    <a:pt x="1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8" name="Google Shape;268;p28"/>
            <p:cNvSpPr/>
            <p:nvPr/>
          </p:nvSpPr>
          <p:spPr>
            <a:xfrm>
              <a:off x="7461102" y="1417192"/>
              <a:ext cx="288946" cy="400512"/>
            </a:xfrm>
            <a:custGeom>
              <a:avLst/>
              <a:gdLst/>
              <a:ahLst/>
              <a:cxnLst/>
              <a:rect l="l" t="t" r="r" b="b"/>
              <a:pathLst>
                <a:path w="2323" h="3220" extrusionOk="0">
                  <a:moveTo>
                    <a:pt x="1899" y="1"/>
                  </a:moveTo>
                  <a:lnTo>
                    <a:pt x="212" y="1303"/>
                  </a:lnTo>
                  <a:lnTo>
                    <a:pt x="1" y="2796"/>
                  </a:lnTo>
                  <a:cubicBezTo>
                    <a:pt x="1" y="2796"/>
                    <a:pt x="401" y="3220"/>
                    <a:pt x="894" y="3220"/>
                  </a:cubicBezTo>
                  <a:cubicBezTo>
                    <a:pt x="1089" y="3220"/>
                    <a:pt x="1299" y="3153"/>
                    <a:pt x="1504" y="2967"/>
                  </a:cubicBezTo>
                  <a:cubicBezTo>
                    <a:pt x="2226" y="2310"/>
                    <a:pt x="2323" y="2015"/>
                    <a:pt x="2323" y="2015"/>
                  </a:cubicBezTo>
                  <a:lnTo>
                    <a:pt x="18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9" name="Google Shape;269;p28"/>
            <p:cNvSpPr/>
            <p:nvPr/>
          </p:nvSpPr>
          <p:spPr>
            <a:xfrm>
              <a:off x="7215197" y="1104743"/>
              <a:ext cx="508735" cy="571289"/>
            </a:xfrm>
            <a:custGeom>
              <a:avLst/>
              <a:gdLst/>
              <a:ahLst/>
              <a:cxnLst/>
              <a:rect l="l" t="t" r="r" b="b"/>
              <a:pathLst>
                <a:path w="4090" h="4593" extrusionOk="0">
                  <a:moveTo>
                    <a:pt x="2119" y="1"/>
                  </a:moveTo>
                  <a:cubicBezTo>
                    <a:pt x="1483" y="1"/>
                    <a:pt x="793" y="328"/>
                    <a:pt x="483" y="1292"/>
                  </a:cubicBezTo>
                  <a:cubicBezTo>
                    <a:pt x="1" y="2797"/>
                    <a:pt x="1248" y="4592"/>
                    <a:pt x="2053" y="4592"/>
                  </a:cubicBezTo>
                  <a:cubicBezTo>
                    <a:pt x="2125" y="4592"/>
                    <a:pt x="2194" y="4578"/>
                    <a:pt x="2257" y="4548"/>
                  </a:cubicBezTo>
                  <a:cubicBezTo>
                    <a:pt x="2689" y="4343"/>
                    <a:pt x="3590" y="3631"/>
                    <a:pt x="3824" y="2770"/>
                  </a:cubicBezTo>
                  <a:cubicBezTo>
                    <a:pt x="4089" y="1799"/>
                    <a:pt x="3634" y="663"/>
                    <a:pt x="3133" y="304"/>
                  </a:cubicBezTo>
                  <a:cubicBezTo>
                    <a:pt x="2886" y="126"/>
                    <a:pt x="2513" y="1"/>
                    <a:pt x="21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0" name="Google Shape;270;p28"/>
            <p:cNvSpPr/>
            <p:nvPr/>
          </p:nvSpPr>
          <p:spPr>
            <a:xfrm>
              <a:off x="7228506" y="1046034"/>
              <a:ext cx="539831" cy="403248"/>
            </a:xfrm>
            <a:custGeom>
              <a:avLst/>
              <a:gdLst/>
              <a:ahLst/>
              <a:cxnLst/>
              <a:rect l="l" t="t" r="r" b="b"/>
              <a:pathLst>
                <a:path w="4340" h="3242" extrusionOk="0">
                  <a:moveTo>
                    <a:pt x="2144" y="1"/>
                  </a:moveTo>
                  <a:cubicBezTo>
                    <a:pt x="2083" y="1"/>
                    <a:pt x="2020" y="4"/>
                    <a:pt x="1957" y="12"/>
                  </a:cubicBezTo>
                  <a:cubicBezTo>
                    <a:pt x="824" y="151"/>
                    <a:pt x="183" y="922"/>
                    <a:pt x="61" y="1576"/>
                  </a:cubicBezTo>
                  <a:cubicBezTo>
                    <a:pt x="0" y="1905"/>
                    <a:pt x="140" y="2167"/>
                    <a:pt x="262" y="2283"/>
                  </a:cubicBezTo>
                  <a:cubicBezTo>
                    <a:pt x="478" y="2492"/>
                    <a:pt x="772" y="2717"/>
                    <a:pt x="1287" y="2717"/>
                  </a:cubicBezTo>
                  <a:cubicBezTo>
                    <a:pt x="1411" y="2717"/>
                    <a:pt x="1548" y="2704"/>
                    <a:pt x="1700" y="2674"/>
                  </a:cubicBezTo>
                  <a:cubicBezTo>
                    <a:pt x="2338" y="2549"/>
                    <a:pt x="2790" y="2236"/>
                    <a:pt x="2790" y="2236"/>
                  </a:cubicBezTo>
                  <a:lnTo>
                    <a:pt x="2946" y="3092"/>
                  </a:lnTo>
                  <a:cubicBezTo>
                    <a:pt x="2946" y="3092"/>
                    <a:pt x="3073" y="3065"/>
                    <a:pt x="3169" y="3003"/>
                  </a:cubicBezTo>
                  <a:cubicBezTo>
                    <a:pt x="3172" y="2740"/>
                    <a:pt x="3242" y="2615"/>
                    <a:pt x="3361" y="2615"/>
                  </a:cubicBezTo>
                  <a:cubicBezTo>
                    <a:pt x="3397" y="2615"/>
                    <a:pt x="3436" y="2626"/>
                    <a:pt x="3480" y="2648"/>
                  </a:cubicBezTo>
                  <a:cubicBezTo>
                    <a:pt x="3695" y="2757"/>
                    <a:pt x="3717" y="3242"/>
                    <a:pt x="3717" y="3242"/>
                  </a:cubicBezTo>
                  <a:cubicBezTo>
                    <a:pt x="3717" y="3242"/>
                    <a:pt x="4339" y="2605"/>
                    <a:pt x="4095" y="1643"/>
                  </a:cubicBezTo>
                  <a:cubicBezTo>
                    <a:pt x="3951" y="1076"/>
                    <a:pt x="3185" y="1"/>
                    <a:pt x="2144"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1" name="Google Shape;271;p28"/>
            <p:cNvSpPr/>
            <p:nvPr/>
          </p:nvSpPr>
          <p:spPr>
            <a:xfrm>
              <a:off x="7166315" y="1034591"/>
              <a:ext cx="621801" cy="876399"/>
            </a:xfrm>
            <a:custGeom>
              <a:avLst/>
              <a:gdLst/>
              <a:ahLst/>
              <a:cxnLst/>
              <a:rect l="l" t="t" r="r" b="b"/>
              <a:pathLst>
                <a:path w="4999" h="7046" extrusionOk="0">
                  <a:moveTo>
                    <a:pt x="2676" y="0"/>
                  </a:moveTo>
                  <a:cubicBezTo>
                    <a:pt x="1880" y="0"/>
                    <a:pt x="1002" y="517"/>
                    <a:pt x="750" y="817"/>
                  </a:cubicBezTo>
                  <a:cubicBezTo>
                    <a:pt x="0" y="1713"/>
                    <a:pt x="0" y="2861"/>
                    <a:pt x="0" y="2861"/>
                  </a:cubicBezTo>
                  <a:cubicBezTo>
                    <a:pt x="0" y="2861"/>
                    <a:pt x="146" y="2822"/>
                    <a:pt x="399" y="2822"/>
                  </a:cubicBezTo>
                  <a:cubicBezTo>
                    <a:pt x="733" y="2822"/>
                    <a:pt x="1253" y="2889"/>
                    <a:pt x="1878" y="3202"/>
                  </a:cubicBezTo>
                  <a:cubicBezTo>
                    <a:pt x="2904" y="3714"/>
                    <a:pt x="3382" y="5352"/>
                    <a:pt x="3301" y="5818"/>
                  </a:cubicBezTo>
                  <a:cubicBezTo>
                    <a:pt x="3138" y="6747"/>
                    <a:pt x="2320" y="7045"/>
                    <a:pt x="2320" y="7045"/>
                  </a:cubicBezTo>
                  <a:cubicBezTo>
                    <a:pt x="2320" y="7045"/>
                    <a:pt x="3422" y="6980"/>
                    <a:pt x="3991" y="6653"/>
                  </a:cubicBezTo>
                  <a:cubicBezTo>
                    <a:pt x="4560" y="6327"/>
                    <a:pt x="4916" y="5558"/>
                    <a:pt x="4916" y="4686"/>
                  </a:cubicBezTo>
                  <a:cubicBezTo>
                    <a:pt x="4916" y="4094"/>
                    <a:pt x="4999" y="3762"/>
                    <a:pt x="4916" y="2315"/>
                  </a:cubicBezTo>
                  <a:cubicBezTo>
                    <a:pt x="4872" y="1562"/>
                    <a:pt x="4094" y="435"/>
                    <a:pt x="3207" y="93"/>
                  </a:cubicBezTo>
                  <a:cubicBezTo>
                    <a:pt x="3041" y="28"/>
                    <a:pt x="2861" y="0"/>
                    <a:pt x="26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2" name="Google Shape;272;p28"/>
            <p:cNvSpPr/>
            <p:nvPr/>
          </p:nvSpPr>
          <p:spPr>
            <a:xfrm>
              <a:off x="5429808" y="2223192"/>
              <a:ext cx="2729504" cy="1574931"/>
            </a:xfrm>
            <a:custGeom>
              <a:avLst/>
              <a:gdLst/>
              <a:ahLst/>
              <a:cxnLst/>
              <a:rect l="l" t="t" r="r" b="b"/>
              <a:pathLst>
                <a:path w="21944" h="12662" extrusionOk="0">
                  <a:moveTo>
                    <a:pt x="8982" y="0"/>
                  </a:moveTo>
                  <a:lnTo>
                    <a:pt x="1" y="5192"/>
                  </a:lnTo>
                  <a:lnTo>
                    <a:pt x="12958" y="12662"/>
                  </a:lnTo>
                  <a:lnTo>
                    <a:pt x="21944" y="7478"/>
                  </a:lnTo>
                  <a:lnTo>
                    <a:pt x="89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3" name="Google Shape;273;p28"/>
            <p:cNvSpPr/>
            <p:nvPr/>
          </p:nvSpPr>
          <p:spPr>
            <a:xfrm>
              <a:off x="5429808" y="2868987"/>
              <a:ext cx="1611905" cy="993816"/>
            </a:xfrm>
            <a:custGeom>
              <a:avLst/>
              <a:gdLst/>
              <a:ahLst/>
              <a:cxnLst/>
              <a:rect l="l" t="t" r="r" b="b"/>
              <a:pathLst>
                <a:path w="12959" h="7990" extrusionOk="0">
                  <a:moveTo>
                    <a:pt x="1" y="0"/>
                  </a:moveTo>
                  <a:lnTo>
                    <a:pt x="1" y="520"/>
                  </a:lnTo>
                  <a:lnTo>
                    <a:pt x="12958" y="7990"/>
                  </a:lnTo>
                  <a:lnTo>
                    <a:pt x="12958" y="7470"/>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4" name="Google Shape;274;p28"/>
            <p:cNvSpPr/>
            <p:nvPr/>
          </p:nvSpPr>
          <p:spPr>
            <a:xfrm>
              <a:off x="7041559" y="3153326"/>
              <a:ext cx="1117724" cy="709478"/>
            </a:xfrm>
            <a:custGeom>
              <a:avLst/>
              <a:gdLst/>
              <a:ahLst/>
              <a:cxnLst/>
              <a:rect l="l" t="t" r="r" b="b"/>
              <a:pathLst>
                <a:path w="8986" h="5704" extrusionOk="0">
                  <a:moveTo>
                    <a:pt x="8986" y="0"/>
                  </a:moveTo>
                  <a:lnTo>
                    <a:pt x="0" y="5184"/>
                  </a:lnTo>
                  <a:lnTo>
                    <a:pt x="0" y="5704"/>
                  </a:lnTo>
                  <a:lnTo>
                    <a:pt x="8986" y="521"/>
                  </a:lnTo>
                  <a:lnTo>
                    <a:pt x="8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5" name="Google Shape;275;p28"/>
            <p:cNvSpPr/>
            <p:nvPr/>
          </p:nvSpPr>
          <p:spPr>
            <a:xfrm>
              <a:off x="6676744" y="2597086"/>
              <a:ext cx="718572" cy="413821"/>
            </a:xfrm>
            <a:custGeom>
              <a:avLst/>
              <a:gdLst/>
              <a:ahLst/>
              <a:cxnLst/>
              <a:rect l="l" t="t" r="r" b="b"/>
              <a:pathLst>
                <a:path w="5777" h="3327" extrusionOk="0">
                  <a:moveTo>
                    <a:pt x="1556" y="1"/>
                  </a:moveTo>
                  <a:lnTo>
                    <a:pt x="1" y="905"/>
                  </a:lnTo>
                  <a:lnTo>
                    <a:pt x="4228" y="3326"/>
                  </a:lnTo>
                  <a:lnTo>
                    <a:pt x="5776" y="2422"/>
                  </a:lnTo>
                  <a:lnTo>
                    <a:pt x="15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6" name="Google Shape;276;p28"/>
            <p:cNvSpPr/>
            <p:nvPr/>
          </p:nvSpPr>
          <p:spPr>
            <a:xfrm>
              <a:off x="7202634" y="2898217"/>
              <a:ext cx="192797" cy="140055"/>
            </a:xfrm>
            <a:custGeom>
              <a:avLst/>
              <a:gdLst/>
              <a:ahLst/>
              <a:cxnLst/>
              <a:rect l="l" t="t" r="r" b="b"/>
              <a:pathLst>
                <a:path w="1550" h="1126" extrusionOk="0">
                  <a:moveTo>
                    <a:pt x="1548" y="1"/>
                  </a:moveTo>
                  <a:lnTo>
                    <a:pt x="0" y="905"/>
                  </a:lnTo>
                  <a:lnTo>
                    <a:pt x="1" y="1126"/>
                  </a:lnTo>
                  <a:lnTo>
                    <a:pt x="1549" y="219"/>
                  </a:lnTo>
                  <a:lnTo>
                    <a:pt x="15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7" name="Google Shape;277;p28"/>
            <p:cNvSpPr/>
            <p:nvPr/>
          </p:nvSpPr>
          <p:spPr>
            <a:xfrm>
              <a:off x="6676744" y="2709528"/>
              <a:ext cx="526149" cy="328743"/>
            </a:xfrm>
            <a:custGeom>
              <a:avLst/>
              <a:gdLst/>
              <a:ahLst/>
              <a:cxnLst/>
              <a:rect l="l" t="t" r="r" b="b"/>
              <a:pathLst>
                <a:path w="4230" h="2643" extrusionOk="0">
                  <a:moveTo>
                    <a:pt x="1" y="1"/>
                  </a:moveTo>
                  <a:lnTo>
                    <a:pt x="1" y="208"/>
                  </a:lnTo>
                  <a:lnTo>
                    <a:pt x="4229" y="2643"/>
                  </a:lnTo>
                  <a:lnTo>
                    <a:pt x="4228" y="2422"/>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8" name="Google Shape;278;p28"/>
            <p:cNvSpPr/>
            <p:nvPr/>
          </p:nvSpPr>
          <p:spPr>
            <a:xfrm>
              <a:off x="7124647" y="2853812"/>
              <a:ext cx="202872" cy="118039"/>
            </a:xfrm>
            <a:custGeom>
              <a:avLst/>
              <a:gdLst/>
              <a:ahLst/>
              <a:cxnLst/>
              <a:rect l="l" t="t" r="r" b="b"/>
              <a:pathLst>
                <a:path w="1631" h="949" extrusionOk="0">
                  <a:moveTo>
                    <a:pt x="1550" y="1"/>
                  </a:moveTo>
                  <a:lnTo>
                    <a:pt x="1" y="904"/>
                  </a:lnTo>
                  <a:lnTo>
                    <a:pt x="80" y="949"/>
                  </a:lnTo>
                  <a:lnTo>
                    <a:pt x="1630" y="45"/>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9" name="Google Shape;279;p28"/>
            <p:cNvSpPr/>
            <p:nvPr/>
          </p:nvSpPr>
          <p:spPr>
            <a:xfrm>
              <a:off x="7048151" y="2809905"/>
              <a:ext cx="202872" cy="118163"/>
            </a:xfrm>
            <a:custGeom>
              <a:avLst/>
              <a:gdLst/>
              <a:ahLst/>
              <a:cxnLst/>
              <a:rect l="l" t="t" r="r" b="b"/>
              <a:pathLst>
                <a:path w="1631" h="950" extrusionOk="0">
                  <a:moveTo>
                    <a:pt x="1549" y="0"/>
                  </a:moveTo>
                  <a:lnTo>
                    <a:pt x="0" y="904"/>
                  </a:lnTo>
                  <a:lnTo>
                    <a:pt x="79" y="950"/>
                  </a:lnTo>
                  <a:lnTo>
                    <a:pt x="1631" y="45"/>
                  </a:lnTo>
                  <a:lnTo>
                    <a:pt x="15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0" name="Google Shape;280;p28"/>
            <p:cNvSpPr/>
            <p:nvPr/>
          </p:nvSpPr>
          <p:spPr>
            <a:xfrm>
              <a:off x="6971656" y="276599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1" name="Google Shape;281;p28"/>
            <p:cNvSpPr/>
            <p:nvPr/>
          </p:nvSpPr>
          <p:spPr>
            <a:xfrm>
              <a:off x="6895658" y="2722340"/>
              <a:ext cx="202996" cy="118039"/>
            </a:xfrm>
            <a:custGeom>
              <a:avLst/>
              <a:gdLst/>
              <a:ahLst/>
              <a:cxnLst/>
              <a:rect l="l" t="t" r="r" b="b"/>
              <a:pathLst>
                <a:path w="1632" h="949" extrusionOk="0">
                  <a:moveTo>
                    <a:pt x="1551" y="0"/>
                  </a:moveTo>
                  <a:lnTo>
                    <a:pt x="1" y="904"/>
                  </a:lnTo>
                  <a:lnTo>
                    <a:pt x="81" y="949"/>
                  </a:lnTo>
                  <a:lnTo>
                    <a:pt x="1631" y="44"/>
                  </a:lnTo>
                  <a:lnTo>
                    <a:pt x="15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2" name="Google Shape;282;p28"/>
            <p:cNvSpPr/>
            <p:nvPr/>
          </p:nvSpPr>
          <p:spPr>
            <a:xfrm>
              <a:off x="6832098" y="2613132"/>
              <a:ext cx="535726" cy="306976"/>
            </a:xfrm>
            <a:custGeom>
              <a:avLst/>
              <a:gdLst/>
              <a:ahLst/>
              <a:cxnLst/>
              <a:rect l="l" t="t" r="r" b="b"/>
              <a:pathLst>
                <a:path w="4307" h="2468" extrusionOk="0">
                  <a:moveTo>
                    <a:pt x="79" y="0"/>
                  </a:moveTo>
                  <a:lnTo>
                    <a:pt x="1" y="46"/>
                  </a:lnTo>
                  <a:lnTo>
                    <a:pt x="4228" y="2467"/>
                  </a:lnTo>
                  <a:lnTo>
                    <a:pt x="4307" y="2422"/>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3" name="Google Shape;283;p28"/>
            <p:cNvSpPr/>
            <p:nvPr/>
          </p:nvSpPr>
          <p:spPr>
            <a:xfrm>
              <a:off x="6793415" y="2635894"/>
              <a:ext cx="536348" cy="307474"/>
            </a:xfrm>
            <a:custGeom>
              <a:avLst/>
              <a:gdLst/>
              <a:ahLst/>
              <a:cxnLst/>
              <a:rect l="l" t="t" r="r" b="b"/>
              <a:pathLst>
                <a:path w="4312" h="2472" extrusionOk="0">
                  <a:moveTo>
                    <a:pt x="80" y="1"/>
                  </a:moveTo>
                  <a:lnTo>
                    <a:pt x="1" y="48"/>
                  </a:lnTo>
                  <a:lnTo>
                    <a:pt x="4234" y="2471"/>
                  </a:lnTo>
                  <a:lnTo>
                    <a:pt x="4311" y="2426"/>
                  </a:lnTo>
                  <a:lnTo>
                    <a:pt x="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4" name="Google Shape;284;p28"/>
            <p:cNvSpPr/>
            <p:nvPr/>
          </p:nvSpPr>
          <p:spPr>
            <a:xfrm>
              <a:off x="6754359" y="2658656"/>
              <a:ext cx="535851" cy="307100"/>
            </a:xfrm>
            <a:custGeom>
              <a:avLst/>
              <a:gdLst/>
              <a:ahLst/>
              <a:cxnLst/>
              <a:rect l="l" t="t" r="r" b="b"/>
              <a:pathLst>
                <a:path w="4308" h="2469" extrusionOk="0">
                  <a:moveTo>
                    <a:pt x="81" y="0"/>
                  </a:moveTo>
                  <a:lnTo>
                    <a:pt x="1" y="46"/>
                  </a:lnTo>
                  <a:lnTo>
                    <a:pt x="4229" y="2468"/>
                  </a:lnTo>
                  <a:lnTo>
                    <a:pt x="4308" y="2422"/>
                  </a:lnTo>
                  <a:lnTo>
                    <a:pt x="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5" name="Google Shape;285;p28"/>
            <p:cNvSpPr/>
            <p:nvPr/>
          </p:nvSpPr>
          <p:spPr>
            <a:xfrm>
              <a:off x="6714184" y="2682164"/>
              <a:ext cx="537468" cy="307474"/>
            </a:xfrm>
            <a:custGeom>
              <a:avLst/>
              <a:gdLst/>
              <a:ahLst/>
              <a:cxnLst/>
              <a:rect l="l" t="t" r="r" b="b"/>
              <a:pathLst>
                <a:path w="4321" h="2472" extrusionOk="0">
                  <a:moveTo>
                    <a:pt x="79" y="0"/>
                  </a:moveTo>
                  <a:lnTo>
                    <a:pt x="0" y="45"/>
                  </a:lnTo>
                  <a:lnTo>
                    <a:pt x="4234" y="2472"/>
                  </a:lnTo>
                  <a:lnTo>
                    <a:pt x="4320" y="2430"/>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6" name="Google Shape;286;p28"/>
            <p:cNvSpPr/>
            <p:nvPr/>
          </p:nvSpPr>
          <p:spPr>
            <a:xfrm>
              <a:off x="6821153" y="2679303"/>
              <a:ext cx="202872" cy="118288"/>
            </a:xfrm>
            <a:custGeom>
              <a:avLst/>
              <a:gdLst/>
              <a:ahLst/>
              <a:cxnLst/>
              <a:rect l="l" t="t" r="r" b="b"/>
              <a:pathLst>
                <a:path w="1631" h="951" extrusionOk="0">
                  <a:moveTo>
                    <a:pt x="1550" y="1"/>
                  </a:moveTo>
                  <a:lnTo>
                    <a:pt x="1" y="904"/>
                  </a:lnTo>
                  <a:lnTo>
                    <a:pt x="80" y="950"/>
                  </a:lnTo>
                  <a:lnTo>
                    <a:pt x="1630" y="46"/>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7" name="Google Shape;287;p28"/>
            <p:cNvSpPr/>
            <p:nvPr/>
          </p:nvSpPr>
          <p:spPr>
            <a:xfrm>
              <a:off x="6747394" y="263713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8" name="Google Shape;288;p28"/>
            <p:cNvSpPr/>
            <p:nvPr/>
          </p:nvSpPr>
          <p:spPr>
            <a:xfrm>
              <a:off x="6785206" y="2475813"/>
              <a:ext cx="223395" cy="245655"/>
            </a:xfrm>
            <a:custGeom>
              <a:avLst/>
              <a:gdLst/>
              <a:ahLst/>
              <a:cxnLst/>
              <a:rect l="l" t="t" r="r" b="b"/>
              <a:pathLst>
                <a:path w="1796" h="1975" extrusionOk="0">
                  <a:moveTo>
                    <a:pt x="632" y="0"/>
                  </a:moveTo>
                  <a:cubicBezTo>
                    <a:pt x="281" y="0"/>
                    <a:pt x="0" y="102"/>
                    <a:pt x="0" y="102"/>
                  </a:cubicBezTo>
                  <a:lnTo>
                    <a:pt x="76" y="1470"/>
                  </a:lnTo>
                  <a:cubicBezTo>
                    <a:pt x="76" y="1470"/>
                    <a:pt x="1043" y="1219"/>
                    <a:pt x="1210" y="1104"/>
                  </a:cubicBezTo>
                  <a:cubicBezTo>
                    <a:pt x="1233" y="1088"/>
                    <a:pt x="1252" y="1082"/>
                    <a:pt x="1268" y="1082"/>
                  </a:cubicBezTo>
                  <a:cubicBezTo>
                    <a:pt x="1364" y="1082"/>
                    <a:pt x="1327" y="1343"/>
                    <a:pt x="1327" y="1343"/>
                  </a:cubicBezTo>
                  <a:cubicBezTo>
                    <a:pt x="1327" y="1343"/>
                    <a:pt x="1242" y="1772"/>
                    <a:pt x="1473" y="1942"/>
                  </a:cubicBezTo>
                  <a:cubicBezTo>
                    <a:pt x="1504" y="1964"/>
                    <a:pt x="1527" y="1975"/>
                    <a:pt x="1546" y="1975"/>
                  </a:cubicBezTo>
                  <a:cubicBezTo>
                    <a:pt x="1625" y="1975"/>
                    <a:pt x="1618" y="1792"/>
                    <a:pt x="1660" y="1535"/>
                  </a:cubicBezTo>
                  <a:cubicBezTo>
                    <a:pt x="1713" y="1216"/>
                    <a:pt x="1795" y="686"/>
                    <a:pt x="1795" y="686"/>
                  </a:cubicBezTo>
                  <a:cubicBezTo>
                    <a:pt x="1520" y="131"/>
                    <a:pt x="1030" y="0"/>
                    <a:pt x="6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9" name="Google Shape;289;p28"/>
            <p:cNvSpPr/>
            <p:nvPr/>
          </p:nvSpPr>
          <p:spPr>
            <a:xfrm>
              <a:off x="6812819" y="2326554"/>
              <a:ext cx="332854" cy="257721"/>
            </a:xfrm>
            <a:custGeom>
              <a:avLst/>
              <a:gdLst/>
              <a:ahLst/>
              <a:cxnLst/>
              <a:rect l="l" t="t" r="r" b="b"/>
              <a:pathLst>
                <a:path w="2676" h="2072" extrusionOk="0">
                  <a:moveTo>
                    <a:pt x="623" y="1"/>
                  </a:moveTo>
                  <a:cubicBezTo>
                    <a:pt x="63" y="1"/>
                    <a:pt x="0" y="1245"/>
                    <a:pt x="0" y="1245"/>
                  </a:cubicBezTo>
                  <a:cubicBezTo>
                    <a:pt x="0" y="1245"/>
                    <a:pt x="853" y="1464"/>
                    <a:pt x="1105" y="1598"/>
                  </a:cubicBezTo>
                  <a:cubicBezTo>
                    <a:pt x="1573" y="1849"/>
                    <a:pt x="1739" y="2071"/>
                    <a:pt x="1739" y="2071"/>
                  </a:cubicBezTo>
                  <a:lnTo>
                    <a:pt x="2676" y="1025"/>
                  </a:lnTo>
                  <a:cubicBezTo>
                    <a:pt x="2676" y="1025"/>
                    <a:pt x="1330" y="127"/>
                    <a:pt x="700" y="8"/>
                  </a:cubicBezTo>
                  <a:cubicBezTo>
                    <a:pt x="673" y="3"/>
                    <a:pt x="647" y="1"/>
                    <a:pt x="623"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0" name="Google Shape;290;p28"/>
            <p:cNvSpPr/>
            <p:nvPr/>
          </p:nvSpPr>
          <p:spPr>
            <a:xfrm>
              <a:off x="5949479" y="1725910"/>
              <a:ext cx="987990" cy="1340470"/>
            </a:xfrm>
            <a:custGeom>
              <a:avLst/>
              <a:gdLst/>
              <a:ahLst/>
              <a:cxnLst/>
              <a:rect l="l" t="t" r="r" b="b"/>
              <a:pathLst>
                <a:path w="7943" h="10777" extrusionOk="0">
                  <a:moveTo>
                    <a:pt x="562" y="0"/>
                  </a:moveTo>
                  <a:cubicBezTo>
                    <a:pt x="269" y="0"/>
                    <a:pt x="1" y="236"/>
                    <a:pt x="1" y="563"/>
                  </a:cubicBezTo>
                  <a:lnTo>
                    <a:pt x="24" y="6327"/>
                  </a:lnTo>
                  <a:cubicBezTo>
                    <a:pt x="24" y="6527"/>
                    <a:pt x="132" y="6712"/>
                    <a:pt x="305" y="6811"/>
                  </a:cubicBezTo>
                  <a:lnTo>
                    <a:pt x="7103" y="10702"/>
                  </a:lnTo>
                  <a:cubicBezTo>
                    <a:pt x="7193" y="10753"/>
                    <a:pt x="7288" y="10776"/>
                    <a:pt x="7381" y="10776"/>
                  </a:cubicBezTo>
                  <a:cubicBezTo>
                    <a:pt x="7674" y="10776"/>
                    <a:pt x="7942" y="10542"/>
                    <a:pt x="7941" y="10214"/>
                  </a:cubicBezTo>
                  <a:lnTo>
                    <a:pt x="7919" y="4450"/>
                  </a:lnTo>
                  <a:cubicBezTo>
                    <a:pt x="7919" y="4249"/>
                    <a:pt x="7811" y="4066"/>
                    <a:pt x="7637" y="3966"/>
                  </a:cubicBezTo>
                  <a:lnTo>
                    <a:pt x="839" y="75"/>
                  </a:lnTo>
                  <a:cubicBezTo>
                    <a:pt x="750" y="24"/>
                    <a:pt x="655" y="0"/>
                    <a:pt x="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1" name="Google Shape;291;p28"/>
            <p:cNvSpPr/>
            <p:nvPr/>
          </p:nvSpPr>
          <p:spPr>
            <a:xfrm>
              <a:off x="6785206" y="2969737"/>
              <a:ext cx="120405" cy="123512"/>
            </a:xfrm>
            <a:custGeom>
              <a:avLst/>
              <a:gdLst/>
              <a:ahLst/>
              <a:cxnLst/>
              <a:rect l="l" t="t" r="r" b="b"/>
              <a:pathLst>
                <a:path w="968" h="993" extrusionOk="0">
                  <a:moveTo>
                    <a:pt x="867" y="0"/>
                  </a:moveTo>
                  <a:lnTo>
                    <a:pt x="0" y="535"/>
                  </a:lnTo>
                  <a:lnTo>
                    <a:pt x="441" y="992"/>
                  </a:lnTo>
                  <a:lnTo>
                    <a:pt x="968" y="685"/>
                  </a:lnTo>
                  <a:lnTo>
                    <a:pt x="8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2" name="Google Shape;292;p28"/>
            <p:cNvSpPr/>
            <p:nvPr/>
          </p:nvSpPr>
          <p:spPr>
            <a:xfrm>
              <a:off x="5923234" y="1733746"/>
              <a:ext cx="80850" cy="38434"/>
            </a:xfrm>
            <a:custGeom>
              <a:avLst/>
              <a:gdLst/>
              <a:ahLst/>
              <a:cxnLst/>
              <a:rect l="l" t="t" r="r" b="b"/>
              <a:pathLst>
                <a:path w="650" h="309" extrusionOk="0">
                  <a:moveTo>
                    <a:pt x="512" y="1"/>
                  </a:moveTo>
                  <a:lnTo>
                    <a:pt x="1" y="299"/>
                  </a:lnTo>
                  <a:lnTo>
                    <a:pt x="649" y="308"/>
                  </a:lnTo>
                  <a:lnTo>
                    <a:pt x="512" y="1"/>
                  </a:lnTo>
                  <a:close/>
                </a:path>
              </a:pathLst>
            </a:custGeom>
            <a:solidFill>
              <a:srgbClr val="56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3" name="Google Shape;293;p28"/>
            <p:cNvSpPr/>
            <p:nvPr/>
          </p:nvSpPr>
          <p:spPr>
            <a:xfrm>
              <a:off x="5888158" y="1761608"/>
              <a:ext cx="987866" cy="1340470"/>
            </a:xfrm>
            <a:custGeom>
              <a:avLst/>
              <a:gdLst/>
              <a:ahLst/>
              <a:cxnLst/>
              <a:rect l="l" t="t" r="r" b="b"/>
              <a:pathLst>
                <a:path w="7942" h="10777" extrusionOk="0">
                  <a:moveTo>
                    <a:pt x="562" y="0"/>
                  </a:moveTo>
                  <a:cubicBezTo>
                    <a:pt x="269" y="0"/>
                    <a:pt x="0" y="236"/>
                    <a:pt x="1" y="563"/>
                  </a:cubicBezTo>
                  <a:lnTo>
                    <a:pt x="23" y="6328"/>
                  </a:lnTo>
                  <a:cubicBezTo>
                    <a:pt x="24" y="6527"/>
                    <a:pt x="132" y="6712"/>
                    <a:pt x="305" y="6811"/>
                  </a:cubicBezTo>
                  <a:lnTo>
                    <a:pt x="7103" y="10702"/>
                  </a:lnTo>
                  <a:cubicBezTo>
                    <a:pt x="7193" y="10753"/>
                    <a:pt x="7288" y="10777"/>
                    <a:pt x="7381" y="10777"/>
                  </a:cubicBezTo>
                  <a:cubicBezTo>
                    <a:pt x="7674" y="10777"/>
                    <a:pt x="7942" y="10542"/>
                    <a:pt x="7941" y="10214"/>
                  </a:cubicBezTo>
                  <a:lnTo>
                    <a:pt x="7918" y="4450"/>
                  </a:lnTo>
                  <a:cubicBezTo>
                    <a:pt x="7918" y="4249"/>
                    <a:pt x="7810" y="4066"/>
                    <a:pt x="7637" y="3967"/>
                  </a:cubicBezTo>
                  <a:lnTo>
                    <a:pt x="839" y="75"/>
                  </a:lnTo>
                  <a:cubicBezTo>
                    <a:pt x="749" y="24"/>
                    <a:pt x="654"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4" name="Google Shape;294;p28"/>
            <p:cNvSpPr/>
            <p:nvPr/>
          </p:nvSpPr>
          <p:spPr>
            <a:xfrm>
              <a:off x="7376521" y="2926079"/>
              <a:ext cx="290812" cy="200878"/>
            </a:xfrm>
            <a:custGeom>
              <a:avLst/>
              <a:gdLst/>
              <a:ahLst/>
              <a:cxnLst/>
              <a:rect l="l" t="t" r="r" b="b"/>
              <a:pathLst>
                <a:path w="2338" h="1615" extrusionOk="0">
                  <a:moveTo>
                    <a:pt x="1315" y="1"/>
                  </a:moveTo>
                  <a:cubicBezTo>
                    <a:pt x="692" y="3"/>
                    <a:pt x="1" y="1113"/>
                    <a:pt x="1" y="1113"/>
                  </a:cubicBezTo>
                  <a:lnTo>
                    <a:pt x="883" y="1615"/>
                  </a:lnTo>
                  <a:lnTo>
                    <a:pt x="2337" y="634"/>
                  </a:lnTo>
                  <a:lnTo>
                    <a:pt x="2293" y="529"/>
                  </a:lnTo>
                  <a:lnTo>
                    <a:pt x="1426" y="34"/>
                  </a:lnTo>
                  <a:cubicBezTo>
                    <a:pt x="1395" y="13"/>
                    <a:pt x="1358" y="1"/>
                    <a:pt x="1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5" name="Google Shape;295;p28"/>
            <p:cNvSpPr/>
            <p:nvPr/>
          </p:nvSpPr>
          <p:spPr>
            <a:xfrm>
              <a:off x="7485729" y="2988394"/>
              <a:ext cx="194538" cy="138562"/>
            </a:xfrm>
            <a:custGeom>
              <a:avLst/>
              <a:gdLst/>
              <a:ahLst/>
              <a:cxnLst/>
              <a:rect l="l" t="t" r="r" b="b"/>
              <a:pathLst>
                <a:path w="1564" h="1114" extrusionOk="0">
                  <a:moveTo>
                    <a:pt x="1315" y="1"/>
                  </a:moveTo>
                  <a:cubicBezTo>
                    <a:pt x="692" y="3"/>
                    <a:pt x="1" y="1114"/>
                    <a:pt x="1" y="1114"/>
                  </a:cubicBezTo>
                  <a:lnTo>
                    <a:pt x="1564" y="203"/>
                  </a:lnTo>
                  <a:cubicBezTo>
                    <a:pt x="1564" y="203"/>
                    <a:pt x="1481" y="1"/>
                    <a:pt x="13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6" name="Google Shape;296;p28"/>
            <p:cNvSpPr/>
            <p:nvPr/>
          </p:nvSpPr>
          <p:spPr>
            <a:xfrm>
              <a:off x="7418812" y="3038147"/>
              <a:ext cx="48510" cy="56967"/>
            </a:xfrm>
            <a:custGeom>
              <a:avLst/>
              <a:gdLst/>
              <a:ahLst/>
              <a:cxnLst/>
              <a:rect l="l" t="t" r="r" b="b"/>
              <a:pathLst>
                <a:path w="390" h="458" extrusionOk="0">
                  <a:moveTo>
                    <a:pt x="295" y="1"/>
                  </a:moveTo>
                  <a:cubicBezTo>
                    <a:pt x="117" y="219"/>
                    <a:pt x="1" y="405"/>
                    <a:pt x="1" y="405"/>
                  </a:cubicBezTo>
                  <a:lnTo>
                    <a:pt x="93" y="458"/>
                  </a:lnTo>
                  <a:cubicBezTo>
                    <a:pt x="93" y="458"/>
                    <a:pt x="210" y="272"/>
                    <a:pt x="389" y="53"/>
                  </a:cubicBezTo>
                  <a:lnTo>
                    <a:pt x="2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7" name="Google Shape;297;p28"/>
            <p:cNvSpPr/>
            <p:nvPr/>
          </p:nvSpPr>
          <p:spPr>
            <a:xfrm>
              <a:off x="6084558" y="2543229"/>
              <a:ext cx="374274" cy="630495"/>
            </a:xfrm>
            <a:custGeom>
              <a:avLst/>
              <a:gdLst/>
              <a:ahLst/>
              <a:cxnLst/>
              <a:rect l="l" t="t" r="r" b="b"/>
              <a:pathLst>
                <a:path w="3009" h="5069" extrusionOk="0">
                  <a:moveTo>
                    <a:pt x="708" y="0"/>
                  </a:moveTo>
                  <a:lnTo>
                    <a:pt x="496" y="122"/>
                  </a:lnTo>
                  <a:lnTo>
                    <a:pt x="1" y="4280"/>
                  </a:lnTo>
                  <a:cubicBezTo>
                    <a:pt x="1" y="4773"/>
                    <a:pt x="225" y="5069"/>
                    <a:pt x="544" y="5069"/>
                  </a:cubicBezTo>
                  <a:cubicBezTo>
                    <a:pt x="654" y="5069"/>
                    <a:pt x="774" y="5034"/>
                    <a:pt x="901" y="4961"/>
                  </a:cubicBezTo>
                  <a:lnTo>
                    <a:pt x="3009" y="3744"/>
                  </a:lnTo>
                  <a:lnTo>
                    <a:pt x="3009" y="3462"/>
                  </a:lnTo>
                  <a:lnTo>
                    <a:pt x="901" y="4679"/>
                  </a:lnTo>
                  <a:cubicBezTo>
                    <a:pt x="804" y="4735"/>
                    <a:pt x="712" y="4761"/>
                    <a:pt x="628" y="4761"/>
                  </a:cubicBezTo>
                  <a:cubicBezTo>
                    <a:pt x="384" y="4761"/>
                    <a:pt x="213" y="4536"/>
                    <a:pt x="213" y="4159"/>
                  </a:cubicBezTo>
                  <a:lnTo>
                    <a:pt x="7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8" name="Google Shape;298;p28"/>
            <p:cNvSpPr/>
            <p:nvPr/>
          </p:nvSpPr>
          <p:spPr>
            <a:xfrm>
              <a:off x="6150730" y="2958916"/>
              <a:ext cx="626278" cy="385337"/>
            </a:xfrm>
            <a:custGeom>
              <a:avLst/>
              <a:gdLst/>
              <a:ahLst/>
              <a:cxnLst/>
              <a:rect l="l" t="t" r="r" b="b"/>
              <a:pathLst>
                <a:path w="5035" h="3098" extrusionOk="0">
                  <a:moveTo>
                    <a:pt x="2252" y="0"/>
                  </a:moveTo>
                  <a:lnTo>
                    <a:pt x="0" y="1280"/>
                  </a:lnTo>
                  <a:lnTo>
                    <a:pt x="2662" y="3097"/>
                  </a:lnTo>
                  <a:lnTo>
                    <a:pt x="5035" y="1611"/>
                  </a:lnTo>
                  <a:lnTo>
                    <a:pt x="22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9" name="Google Shape;299;p28"/>
            <p:cNvSpPr/>
            <p:nvPr/>
          </p:nvSpPr>
          <p:spPr>
            <a:xfrm>
              <a:off x="6094633" y="2561264"/>
              <a:ext cx="369423" cy="790575"/>
            </a:xfrm>
            <a:custGeom>
              <a:avLst/>
              <a:gdLst/>
              <a:ahLst/>
              <a:cxnLst/>
              <a:rect l="l" t="t" r="r" b="b"/>
              <a:pathLst>
                <a:path w="2970" h="6356" extrusionOk="0">
                  <a:moveTo>
                    <a:pt x="480" y="1"/>
                  </a:moveTo>
                  <a:cubicBezTo>
                    <a:pt x="480" y="1"/>
                    <a:pt x="1" y="3423"/>
                    <a:pt x="36" y="3855"/>
                  </a:cubicBezTo>
                  <a:cubicBezTo>
                    <a:pt x="71" y="4287"/>
                    <a:pt x="254" y="4886"/>
                    <a:pt x="254" y="4886"/>
                  </a:cubicBezTo>
                  <a:lnTo>
                    <a:pt x="2795" y="6356"/>
                  </a:lnTo>
                  <a:cubicBezTo>
                    <a:pt x="2795" y="6356"/>
                    <a:pt x="2585" y="5742"/>
                    <a:pt x="2585" y="5314"/>
                  </a:cubicBezTo>
                  <a:cubicBezTo>
                    <a:pt x="2585" y="4888"/>
                    <a:pt x="2969" y="1468"/>
                    <a:pt x="2969" y="1468"/>
                  </a:cubicBezTo>
                  <a:lnTo>
                    <a:pt x="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0" name="Google Shape;300;p28"/>
            <p:cNvSpPr/>
            <p:nvPr/>
          </p:nvSpPr>
          <p:spPr>
            <a:xfrm>
              <a:off x="6402854" y="2728559"/>
              <a:ext cx="374150" cy="630619"/>
            </a:xfrm>
            <a:custGeom>
              <a:avLst/>
              <a:gdLst/>
              <a:ahLst/>
              <a:cxnLst/>
              <a:rect l="l" t="t" r="r" b="b"/>
              <a:pathLst>
                <a:path w="3008" h="5070" extrusionOk="0">
                  <a:moveTo>
                    <a:pt x="703" y="0"/>
                  </a:moveTo>
                  <a:lnTo>
                    <a:pt x="491" y="123"/>
                  </a:lnTo>
                  <a:lnTo>
                    <a:pt x="0" y="4281"/>
                  </a:lnTo>
                  <a:cubicBezTo>
                    <a:pt x="0" y="4774"/>
                    <a:pt x="224" y="5069"/>
                    <a:pt x="544" y="5069"/>
                  </a:cubicBezTo>
                  <a:cubicBezTo>
                    <a:pt x="654" y="5069"/>
                    <a:pt x="774" y="5035"/>
                    <a:pt x="901" y="4961"/>
                  </a:cubicBezTo>
                  <a:lnTo>
                    <a:pt x="3008" y="3745"/>
                  </a:lnTo>
                  <a:lnTo>
                    <a:pt x="3008" y="3463"/>
                  </a:lnTo>
                  <a:lnTo>
                    <a:pt x="901" y="4679"/>
                  </a:lnTo>
                  <a:cubicBezTo>
                    <a:pt x="804" y="4735"/>
                    <a:pt x="712" y="4761"/>
                    <a:pt x="628" y="4761"/>
                  </a:cubicBezTo>
                  <a:cubicBezTo>
                    <a:pt x="384" y="4761"/>
                    <a:pt x="213" y="4536"/>
                    <a:pt x="213" y="4159"/>
                  </a:cubicBez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1" name="Google Shape;301;p28"/>
            <p:cNvSpPr/>
            <p:nvPr/>
          </p:nvSpPr>
          <p:spPr>
            <a:xfrm>
              <a:off x="6146252" y="2543229"/>
              <a:ext cx="344049" cy="200629"/>
            </a:xfrm>
            <a:custGeom>
              <a:avLst/>
              <a:gdLst/>
              <a:ahLst/>
              <a:cxnLst/>
              <a:rect l="l" t="t" r="r" b="b"/>
              <a:pathLst>
                <a:path w="2766" h="1613" extrusionOk="0">
                  <a:moveTo>
                    <a:pt x="212" y="0"/>
                  </a:moveTo>
                  <a:cubicBezTo>
                    <a:pt x="176" y="21"/>
                    <a:pt x="0" y="122"/>
                    <a:pt x="0" y="122"/>
                  </a:cubicBezTo>
                  <a:lnTo>
                    <a:pt x="2554" y="1613"/>
                  </a:lnTo>
                  <a:lnTo>
                    <a:pt x="2766" y="1490"/>
                  </a:lnTo>
                  <a:lnTo>
                    <a:pt x="2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2" name="Google Shape;302;p28"/>
            <p:cNvSpPr/>
            <p:nvPr/>
          </p:nvSpPr>
          <p:spPr>
            <a:xfrm>
              <a:off x="6984965" y="2655671"/>
              <a:ext cx="500028" cy="278244"/>
            </a:xfrm>
            <a:custGeom>
              <a:avLst/>
              <a:gdLst/>
              <a:ahLst/>
              <a:cxnLst/>
              <a:rect l="l" t="t" r="r" b="b"/>
              <a:pathLst>
                <a:path w="4020" h="2237" extrusionOk="0">
                  <a:moveTo>
                    <a:pt x="1220" y="0"/>
                  </a:moveTo>
                  <a:cubicBezTo>
                    <a:pt x="944" y="0"/>
                    <a:pt x="647" y="19"/>
                    <a:pt x="577" y="34"/>
                  </a:cubicBezTo>
                  <a:cubicBezTo>
                    <a:pt x="463" y="60"/>
                    <a:pt x="508" y="191"/>
                    <a:pt x="708" y="288"/>
                  </a:cubicBezTo>
                  <a:cubicBezTo>
                    <a:pt x="787" y="325"/>
                    <a:pt x="1089" y="326"/>
                    <a:pt x="1121" y="326"/>
                  </a:cubicBezTo>
                  <a:cubicBezTo>
                    <a:pt x="1123" y="326"/>
                    <a:pt x="1124" y="326"/>
                    <a:pt x="1124" y="326"/>
                  </a:cubicBezTo>
                  <a:lnTo>
                    <a:pt x="1124" y="326"/>
                  </a:lnTo>
                  <a:cubicBezTo>
                    <a:pt x="1124" y="326"/>
                    <a:pt x="688" y="712"/>
                    <a:pt x="375" y="895"/>
                  </a:cubicBezTo>
                  <a:cubicBezTo>
                    <a:pt x="63" y="1076"/>
                    <a:pt x="0" y="1223"/>
                    <a:pt x="221" y="1258"/>
                  </a:cubicBezTo>
                  <a:cubicBezTo>
                    <a:pt x="229" y="1260"/>
                    <a:pt x="238" y="1260"/>
                    <a:pt x="247" y="1260"/>
                  </a:cubicBezTo>
                  <a:cubicBezTo>
                    <a:pt x="499" y="1260"/>
                    <a:pt x="1256" y="833"/>
                    <a:pt x="1256" y="833"/>
                  </a:cubicBezTo>
                  <a:lnTo>
                    <a:pt x="1256" y="833"/>
                  </a:lnTo>
                  <a:cubicBezTo>
                    <a:pt x="1256" y="833"/>
                    <a:pt x="793" y="1223"/>
                    <a:pt x="562" y="1362"/>
                  </a:cubicBezTo>
                  <a:cubicBezTo>
                    <a:pt x="374" y="1474"/>
                    <a:pt x="313" y="1547"/>
                    <a:pt x="377" y="1601"/>
                  </a:cubicBezTo>
                  <a:cubicBezTo>
                    <a:pt x="428" y="1645"/>
                    <a:pt x="525" y="1651"/>
                    <a:pt x="578" y="1651"/>
                  </a:cubicBezTo>
                  <a:cubicBezTo>
                    <a:pt x="601" y="1651"/>
                    <a:pt x="616" y="1650"/>
                    <a:pt x="616" y="1650"/>
                  </a:cubicBezTo>
                  <a:lnTo>
                    <a:pt x="616" y="1650"/>
                  </a:lnTo>
                  <a:cubicBezTo>
                    <a:pt x="616" y="1650"/>
                    <a:pt x="499" y="1765"/>
                    <a:pt x="653" y="1837"/>
                  </a:cubicBezTo>
                  <a:cubicBezTo>
                    <a:pt x="685" y="1852"/>
                    <a:pt x="721" y="1859"/>
                    <a:pt x="759" y="1859"/>
                  </a:cubicBezTo>
                  <a:cubicBezTo>
                    <a:pt x="972" y="1859"/>
                    <a:pt x="1261" y="1646"/>
                    <a:pt x="1458" y="1485"/>
                  </a:cubicBezTo>
                  <a:cubicBezTo>
                    <a:pt x="1598" y="1370"/>
                    <a:pt x="1764" y="1362"/>
                    <a:pt x="1812" y="1362"/>
                  </a:cubicBezTo>
                  <a:cubicBezTo>
                    <a:pt x="1821" y="1362"/>
                    <a:pt x="1825" y="1362"/>
                    <a:pt x="1825" y="1362"/>
                  </a:cubicBezTo>
                  <a:cubicBezTo>
                    <a:pt x="1825" y="1362"/>
                    <a:pt x="1544" y="1976"/>
                    <a:pt x="1524" y="2125"/>
                  </a:cubicBezTo>
                  <a:cubicBezTo>
                    <a:pt x="1513" y="2199"/>
                    <a:pt x="1583" y="2237"/>
                    <a:pt x="1672" y="2237"/>
                  </a:cubicBezTo>
                  <a:cubicBezTo>
                    <a:pt x="1764" y="2237"/>
                    <a:pt x="1876" y="2196"/>
                    <a:pt x="1938" y="2113"/>
                  </a:cubicBezTo>
                  <a:cubicBezTo>
                    <a:pt x="2061" y="1951"/>
                    <a:pt x="2124" y="1678"/>
                    <a:pt x="2324" y="1593"/>
                  </a:cubicBezTo>
                  <a:cubicBezTo>
                    <a:pt x="2526" y="1508"/>
                    <a:pt x="3346" y="1597"/>
                    <a:pt x="3682" y="1449"/>
                  </a:cubicBezTo>
                  <a:cubicBezTo>
                    <a:pt x="4019" y="1300"/>
                    <a:pt x="3385" y="24"/>
                    <a:pt x="3385" y="24"/>
                  </a:cubicBezTo>
                  <a:cubicBezTo>
                    <a:pt x="3385" y="24"/>
                    <a:pt x="2727" y="45"/>
                    <a:pt x="2210" y="45"/>
                  </a:cubicBezTo>
                  <a:cubicBezTo>
                    <a:pt x="1951" y="45"/>
                    <a:pt x="1728" y="40"/>
                    <a:pt x="1640" y="24"/>
                  </a:cubicBezTo>
                  <a:cubicBezTo>
                    <a:pt x="1541" y="7"/>
                    <a:pt x="1384" y="0"/>
                    <a:pt x="12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3" name="Google Shape;303;p28"/>
            <p:cNvSpPr/>
            <p:nvPr/>
          </p:nvSpPr>
          <p:spPr>
            <a:xfrm>
              <a:off x="7329754" y="1782131"/>
              <a:ext cx="740961" cy="1072675"/>
            </a:xfrm>
            <a:custGeom>
              <a:avLst/>
              <a:gdLst/>
              <a:ahLst/>
              <a:cxnLst/>
              <a:rect l="l" t="t" r="r" b="b"/>
              <a:pathLst>
                <a:path w="5957" h="8624" extrusionOk="0">
                  <a:moveTo>
                    <a:pt x="4532" y="0"/>
                  </a:moveTo>
                  <a:cubicBezTo>
                    <a:pt x="3946" y="0"/>
                    <a:pt x="3623" y="1198"/>
                    <a:pt x="3603" y="2356"/>
                  </a:cubicBezTo>
                  <a:cubicBezTo>
                    <a:pt x="3591" y="2987"/>
                    <a:pt x="3638" y="4852"/>
                    <a:pt x="3639" y="5691"/>
                  </a:cubicBezTo>
                  <a:cubicBezTo>
                    <a:pt x="2583" y="5982"/>
                    <a:pt x="1" y="7047"/>
                    <a:pt x="1" y="7047"/>
                  </a:cubicBezTo>
                  <a:cubicBezTo>
                    <a:pt x="1" y="7047"/>
                    <a:pt x="346" y="7108"/>
                    <a:pt x="527" y="7558"/>
                  </a:cubicBezTo>
                  <a:cubicBezTo>
                    <a:pt x="770" y="8162"/>
                    <a:pt x="775" y="8616"/>
                    <a:pt x="775" y="8616"/>
                  </a:cubicBezTo>
                  <a:cubicBezTo>
                    <a:pt x="775" y="8616"/>
                    <a:pt x="983" y="8623"/>
                    <a:pt x="1296" y="8623"/>
                  </a:cubicBezTo>
                  <a:cubicBezTo>
                    <a:pt x="1881" y="8623"/>
                    <a:pt x="2832" y="8597"/>
                    <a:pt x="3481" y="8443"/>
                  </a:cubicBezTo>
                  <a:cubicBezTo>
                    <a:pt x="5225" y="8032"/>
                    <a:pt x="5497" y="7456"/>
                    <a:pt x="5497" y="7456"/>
                  </a:cubicBezTo>
                  <a:cubicBezTo>
                    <a:pt x="5686" y="7337"/>
                    <a:pt x="5689" y="6569"/>
                    <a:pt x="5772" y="6010"/>
                  </a:cubicBezTo>
                  <a:cubicBezTo>
                    <a:pt x="5808" y="5762"/>
                    <a:pt x="5956" y="2880"/>
                    <a:pt x="5853" y="1949"/>
                  </a:cubicBezTo>
                  <a:cubicBezTo>
                    <a:pt x="5692" y="507"/>
                    <a:pt x="5170" y="88"/>
                    <a:pt x="4596" y="5"/>
                  </a:cubicBezTo>
                  <a:cubicBezTo>
                    <a:pt x="4574" y="2"/>
                    <a:pt x="4553"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4" name="Google Shape;304;p28"/>
            <p:cNvSpPr/>
            <p:nvPr/>
          </p:nvSpPr>
          <p:spPr>
            <a:xfrm>
              <a:off x="6264913" y="2215978"/>
              <a:ext cx="153491" cy="239063"/>
            </a:xfrm>
            <a:custGeom>
              <a:avLst/>
              <a:gdLst/>
              <a:ahLst/>
              <a:cxnLst/>
              <a:rect l="l" t="t" r="r" b="b"/>
              <a:pathLst>
                <a:path w="1234" h="1922" extrusionOk="0">
                  <a:moveTo>
                    <a:pt x="212" y="0"/>
                  </a:moveTo>
                  <a:cubicBezTo>
                    <a:pt x="56" y="0"/>
                    <a:pt x="32" y="142"/>
                    <a:pt x="32" y="307"/>
                  </a:cubicBezTo>
                  <a:cubicBezTo>
                    <a:pt x="32" y="578"/>
                    <a:pt x="0" y="707"/>
                    <a:pt x="33" y="1029"/>
                  </a:cubicBezTo>
                  <a:cubicBezTo>
                    <a:pt x="53" y="1242"/>
                    <a:pt x="133" y="1396"/>
                    <a:pt x="224" y="1455"/>
                  </a:cubicBezTo>
                  <a:lnTo>
                    <a:pt x="617" y="1681"/>
                  </a:lnTo>
                  <a:lnTo>
                    <a:pt x="1011" y="1907"/>
                  </a:lnTo>
                  <a:cubicBezTo>
                    <a:pt x="1030" y="1917"/>
                    <a:pt x="1049" y="1922"/>
                    <a:pt x="1066" y="1922"/>
                  </a:cubicBezTo>
                  <a:cubicBezTo>
                    <a:pt x="1133" y="1922"/>
                    <a:pt x="1186" y="1851"/>
                    <a:pt x="1202" y="1702"/>
                  </a:cubicBezTo>
                  <a:cubicBezTo>
                    <a:pt x="1233" y="1415"/>
                    <a:pt x="1202" y="1252"/>
                    <a:pt x="1200" y="979"/>
                  </a:cubicBezTo>
                  <a:cubicBezTo>
                    <a:pt x="1200" y="721"/>
                    <a:pt x="1155" y="464"/>
                    <a:pt x="615" y="153"/>
                  </a:cubicBezTo>
                  <a:cubicBezTo>
                    <a:pt x="427" y="44"/>
                    <a:pt x="299" y="0"/>
                    <a:pt x="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5" name="Google Shape;305;p28"/>
            <p:cNvSpPr/>
            <p:nvPr/>
          </p:nvSpPr>
          <p:spPr>
            <a:xfrm>
              <a:off x="6376111" y="2439867"/>
              <a:ext cx="14677" cy="27862"/>
            </a:xfrm>
            <a:custGeom>
              <a:avLst/>
              <a:gdLst/>
              <a:ahLst/>
              <a:cxnLst/>
              <a:rect l="l" t="t" r="r" b="b"/>
              <a:pathLst>
                <a:path w="118" h="224" extrusionOk="0">
                  <a:moveTo>
                    <a:pt x="0" y="0"/>
                  </a:moveTo>
                  <a:lnTo>
                    <a:pt x="0" y="156"/>
                  </a:lnTo>
                  <a:lnTo>
                    <a:pt x="117" y="223"/>
                  </a:lnTo>
                  <a:lnTo>
                    <a:pt x="117" y="6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6" name="Google Shape;306;p28"/>
            <p:cNvSpPr/>
            <p:nvPr/>
          </p:nvSpPr>
          <p:spPr>
            <a:xfrm>
              <a:off x="6348499" y="2423821"/>
              <a:ext cx="14677" cy="27862"/>
            </a:xfrm>
            <a:custGeom>
              <a:avLst/>
              <a:gdLst/>
              <a:ahLst/>
              <a:cxnLst/>
              <a:rect l="l" t="t" r="r" b="b"/>
              <a:pathLst>
                <a:path w="118" h="224" extrusionOk="0">
                  <a:moveTo>
                    <a:pt x="0" y="1"/>
                  </a:moveTo>
                  <a:lnTo>
                    <a:pt x="0" y="156"/>
                  </a:lnTo>
                  <a:lnTo>
                    <a:pt x="117" y="224"/>
                  </a:lnTo>
                  <a:lnTo>
                    <a:pt x="116" y="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7" name="Google Shape;307;p28"/>
            <p:cNvSpPr/>
            <p:nvPr/>
          </p:nvSpPr>
          <p:spPr>
            <a:xfrm>
              <a:off x="6320761" y="2407900"/>
              <a:ext cx="14677" cy="27862"/>
            </a:xfrm>
            <a:custGeom>
              <a:avLst/>
              <a:gdLst/>
              <a:ahLst/>
              <a:cxnLst/>
              <a:rect l="l" t="t" r="r" b="b"/>
              <a:pathLst>
                <a:path w="118" h="224" extrusionOk="0">
                  <a:moveTo>
                    <a:pt x="0" y="0"/>
                  </a:moveTo>
                  <a:lnTo>
                    <a:pt x="0" y="157"/>
                  </a:lnTo>
                  <a:lnTo>
                    <a:pt x="118" y="223"/>
                  </a:lnTo>
                  <a:lnTo>
                    <a:pt x="118" y="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8" name="Google Shape;308;p28"/>
            <p:cNvSpPr/>
            <p:nvPr/>
          </p:nvSpPr>
          <p:spPr>
            <a:xfrm>
              <a:off x="6362056" y="2460390"/>
              <a:ext cx="14677" cy="27862"/>
            </a:xfrm>
            <a:custGeom>
              <a:avLst/>
              <a:gdLst/>
              <a:ahLst/>
              <a:cxnLst/>
              <a:rect l="l" t="t" r="r" b="b"/>
              <a:pathLst>
                <a:path w="118" h="224" extrusionOk="0">
                  <a:moveTo>
                    <a:pt x="1" y="1"/>
                  </a:moveTo>
                  <a:lnTo>
                    <a:pt x="1" y="157"/>
                  </a:lnTo>
                  <a:lnTo>
                    <a:pt x="118" y="224"/>
                  </a:lnTo>
                  <a:lnTo>
                    <a:pt x="118" y="6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9" name="Google Shape;309;p28"/>
            <p:cNvSpPr/>
            <p:nvPr/>
          </p:nvSpPr>
          <p:spPr>
            <a:xfrm>
              <a:off x="6334443" y="2444593"/>
              <a:ext cx="14677" cy="27862"/>
            </a:xfrm>
            <a:custGeom>
              <a:avLst/>
              <a:gdLst/>
              <a:ahLst/>
              <a:cxnLst/>
              <a:rect l="l" t="t" r="r" b="b"/>
              <a:pathLst>
                <a:path w="118" h="224" extrusionOk="0">
                  <a:moveTo>
                    <a:pt x="1" y="0"/>
                  </a:moveTo>
                  <a:lnTo>
                    <a:pt x="1" y="156"/>
                  </a:lnTo>
                  <a:lnTo>
                    <a:pt x="118" y="223"/>
                  </a:lnTo>
                  <a:lnTo>
                    <a:pt x="117"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0" name="Google Shape;310;p28"/>
            <p:cNvSpPr/>
            <p:nvPr/>
          </p:nvSpPr>
          <p:spPr>
            <a:xfrm>
              <a:off x="6306706" y="2428672"/>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1" name="Google Shape;311;p28"/>
            <p:cNvSpPr/>
            <p:nvPr/>
          </p:nvSpPr>
          <p:spPr>
            <a:xfrm>
              <a:off x="6293148" y="2392104"/>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2" name="Google Shape;312;p28"/>
            <p:cNvSpPr/>
            <p:nvPr/>
          </p:nvSpPr>
          <p:spPr>
            <a:xfrm>
              <a:off x="6359693" y="2333395"/>
              <a:ext cx="36072" cy="60326"/>
            </a:xfrm>
            <a:custGeom>
              <a:avLst/>
              <a:gdLst/>
              <a:ahLst/>
              <a:cxnLst/>
              <a:rect l="l" t="t" r="r" b="b"/>
              <a:pathLst>
                <a:path w="290" h="485" extrusionOk="0">
                  <a:moveTo>
                    <a:pt x="61" y="0"/>
                  </a:moveTo>
                  <a:cubicBezTo>
                    <a:pt x="9" y="0"/>
                    <a:pt x="0" y="69"/>
                    <a:pt x="0" y="187"/>
                  </a:cubicBezTo>
                  <a:cubicBezTo>
                    <a:pt x="2" y="345"/>
                    <a:pt x="53" y="397"/>
                    <a:pt x="136" y="443"/>
                  </a:cubicBezTo>
                  <a:cubicBezTo>
                    <a:pt x="171" y="463"/>
                    <a:pt x="205" y="484"/>
                    <a:pt x="231" y="484"/>
                  </a:cubicBezTo>
                  <a:cubicBezTo>
                    <a:pt x="267" y="484"/>
                    <a:pt x="290" y="448"/>
                    <a:pt x="290" y="327"/>
                  </a:cubicBezTo>
                  <a:cubicBezTo>
                    <a:pt x="289" y="206"/>
                    <a:pt x="267" y="103"/>
                    <a:pt x="131" y="25"/>
                  </a:cubicBezTo>
                  <a:cubicBezTo>
                    <a:pt x="101" y="8"/>
                    <a:pt x="78"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3" name="Google Shape;313;p28"/>
            <p:cNvSpPr/>
            <p:nvPr/>
          </p:nvSpPr>
          <p:spPr>
            <a:xfrm>
              <a:off x="6286805" y="2292598"/>
              <a:ext cx="36072" cy="59206"/>
            </a:xfrm>
            <a:custGeom>
              <a:avLst/>
              <a:gdLst/>
              <a:ahLst/>
              <a:cxnLst/>
              <a:rect l="l" t="t" r="r" b="b"/>
              <a:pathLst>
                <a:path w="290" h="476" extrusionOk="0">
                  <a:moveTo>
                    <a:pt x="69" y="0"/>
                  </a:moveTo>
                  <a:cubicBezTo>
                    <a:pt x="12" y="0"/>
                    <a:pt x="1" y="65"/>
                    <a:pt x="1" y="152"/>
                  </a:cubicBezTo>
                  <a:cubicBezTo>
                    <a:pt x="1" y="364"/>
                    <a:pt x="73" y="398"/>
                    <a:pt x="155" y="446"/>
                  </a:cubicBezTo>
                  <a:cubicBezTo>
                    <a:pt x="186" y="463"/>
                    <a:pt x="212" y="475"/>
                    <a:pt x="234" y="475"/>
                  </a:cubicBezTo>
                  <a:cubicBezTo>
                    <a:pt x="269" y="475"/>
                    <a:pt x="289" y="442"/>
                    <a:pt x="289" y="343"/>
                  </a:cubicBezTo>
                  <a:cubicBezTo>
                    <a:pt x="289" y="185"/>
                    <a:pt x="275" y="99"/>
                    <a:pt x="159" y="32"/>
                  </a:cubicBezTo>
                  <a:cubicBezTo>
                    <a:pt x="120" y="10"/>
                    <a:pt x="91" y="0"/>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4" name="Google Shape;314;p28"/>
            <p:cNvSpPr/>
            <p:nvPr/>
          </p:nvSpPr>
          <p:spPr>
            <a:xfrm>
              <a:off x="6329468" y="2368471"/>
              <a:ext cx="24504" cy="39678"/>
            </a:xfrm>
            <a:custGeom>
              <a:avLst/>
              <a:gdLst/>
              <a:ahLst/>
              <a:cxnLst/>
              <a:rect l="l" t="t" r="r" b="b"/>
              <a:pathLst>
                <a:path w="197" h="319" extrusionOk="0">
                  <a:moveTo>
                    <a:pt x="79" y="1"/>
                  </a:moveTo>
                  <a:cubicBezTo>
                    <a:pt x="27" y="1"/>
                    <a:pt x="0" y="127"/>
                    <a:pt x="0" y="177"/>
                  </a:cubicBezTo>
                  <a:cubicBezTo>
                    <a:pt x="0" y="232"/>
                    <a:pt x="72" y="277"/>
                    <a:pt x="98" y="292"/>
                  </a:cubicBezTo>
                  <a:cubicBezTo>
                    <a:pt x="114" y="301"/>
                    <a:pt x="147" y="319"/>
                    <a:pt x="170" y="319"/>
                  </a:cubicBezTo>
                  <a:cubicBezTo>
                    <a:pt x="185" y="319"/>
                    <a:pt x="196" y="311"/>
                    <a:pt x="196" y="289"/>
                  </a:cubicBezTo>
                  <a:cubicBezTo>
                    <a:pt x="196" y="234"/>
                    <a:pt x="162" y="44"/>
                    <a:pt x="98" y="7"/>
                  </a:cubicBezTo>
                  <a:cubicBezTo>
                    <a:pt x="91" y="3"/>
                    <a:pt x="85"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5" name="Google Shape;315;p28"/>
            <p:cNvSpPr/>
            <p:nvPr/>
          </p:nvSpPr>
          <p:spPr>
            <a:xfrm>
              <a:off x="6306706" y="2445588"/>
              <a:ext cx="70029" cy="51246"/>
            </a:xfrm>
            <a:custGeom>
              <a:avLst/>
              <a:gdLst/>
              <a:ahLst/>
              <a:cxnLst/>
              <a:rect l="l" t="t" r="r" b="b"/>
              <a:pathLst>
                <a:path w="563" h="412" extrusionOk="0">
                  <a:moveTo>
                    <a:pt x="1" y="0"/>
                  </a:moveTo>
                  <a:lnTo>
                    <a:pt x="1" y="0"/>
                  </a:lnTo>
                  <a:cubicBezTo>
                    <a:pt x="2" y="67"/>
                    <a:pt x="31" y="139"/>
                    <a:pt x="68" y="159"/>
                  </a:cubicBezTo>
                  <a:lnTo>
                    <a:pt x="496" y="406"/>
                  </a:lnTo>
                  <a:cubicBezTo>
                    <a:pt x="503" y="410"/>
                    <a:pt x="510" y="412"/>
                    <a:pt x="516" y="412"/>
                  </a:cubicBezTo>
                  <a:cubicBezTo>
                    <a:pt x="543" y="412"/>
                    <a:pt x="563" y="377"/>
                    <a:pt x="563" y="32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6" name="Google Shape;316;p28"/>
            <p:cNvSpPr/>
            <p:nvPr/>
          </p:nvSpPr>
          <p:spPr>
            <a:xfrm>
              <a:off x="6170507" y="2101546"/>
              <a:ext cx="89682" cy="149632"/>
            </a:xfrm>
            <a:custGeom>
              <a:avLst/>
              <a:gdLst/>
              <a:ahLst/>
              <a:cxnLst/>
              <a:rect l="l" t="t" r="r" b="b"/>
              <a:pathLst>
                <a:path w="721" h="1203" extrusionOk="0">
                  <a:moveTo>
                    <a:pt x="191" y="0"/>
                  </a:moveTo>
                  <a:cubicBezTo>
                    <a:pt x="173" y="0"/>
                    <a:pt x="159" y="7"/>
                    <a:pt x="150" y="19"/>
                  </a:cubicBezTo>
                  <a:cubicBezTo>
                    <a:pt x="94" y="94"/>
                    <a:pt x="158" y="184"/>
                    <a:pt x="170" y="220"/>
                  </a:cubicBezTo>
                  <a:cubicBezTo>
                    <a:pt x="152" y="205"/>
                    <a:pt x="107" y="158"/>
                    <a:pt x="68" y="158"/>
                  </a:cubicBezTo>
                  <a:cubicBezTo>
                    <a:pt x="54" y="158"/>
                    <a:pt x="41" y="164"/>
                    <a:pt x="29" y="179"/>
                  </a:cubicBezTo>
                  <a:cubicBezTo>
                    <a:pt x="0" y="218"/>
                    <a:pt x="8" y="345"/>
                    <a:pt x="90" y="469"/>
                  </a:cubicBezTo>
                  <a:cubicBezTo>
                    <a:pt x="157" y="570"/>
                    <a:pt x="227" y="592"/>
                    <a:pt x="278" y="592"/>
                  </a:cubicBezTo>
                  <a:cubicBezTo>
                    <a:pt x="291" y="592"/>
                    <a:pt x="303" y="591"/>
                    <a:pt x="313" y="589"/>
                  </a:cubicBezTo>
                  <a:lnTo>
                    <a:pt x="721" y="1202"/>
                  </a:lnTo>
                  <a:lnTo>
                    <a:pt x="720" y="898"/>
                  </a:lnTo>
                  <a:lnTo>
                    <a:pt x="420" y="446"/>
                  </a:lnTo>
                  <a:cubicBezTo>
                    <a:pt x="431" y="378"/>
                    <a:pt x="436" y="251"/>
                    <a:pt x="351" y="124"/>
                  </a:cubicBezTo>
                  <a:cubicBezTo>
                    <a:pt x="294" y="36"/>
                    <a:pt x="233"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7" name="Google Shape;317;p28"/>
            <p:cNvSpPr/>
            <p:nvPr/>
          </p:nvSpPr>
          <p:spPr>
            <a:xfrm>
              <a:off x="6170631" y="2317599"/>
              <a:ext cx="89682" cy="82466"/>
            </a:xfrm>
            <a:custGeom>
              <a:avLst/>
              <a:gdLst/>
              <a:ahLst/>
              <a:cxnLst/>
              <a:rect l="l" t="t" r="r" b="b"/>
              <a:pathLst>
                <a:path w="721" h="663" extrusionOk="0">
                  <a:moveTo>
                    <a:pt x="720" y="0"/>
                  </a:moveTo>
                  <a:lnTo>
                    <a:pt x="314" y="147"/>
                  </a:lnTo>
                  <a:cubicBezTo>
                    <a:pt x="272" y="88"/>
                    <a:pt x="197" y="3"/>
                    <a:pt x="122" y="3"/>
                  </a:cubicBezTo>
                  <a:cubicBezTo>
                    <a:pt x="111" y="3"/>
                    <a:pt x="101" y="4"/>
                    <a:pt x="90" y="8"/>
                  </a:cubicBezTo>
                  <a:cubicBezTo>
                    <a:pt x="8" y="37"/>
                    <a:pt x="0" y="154"/>
                    <a:pt x="31" y="230"/>
                  </a:cubicBezTo>
                  <a:cubicBezTo>
                    <a:pt x="73" y="335"/>
                    <a:pt x="147" y="342"/>
                    <a:pt x="171" y="350"/>
                  </a:cubicBezTo>
                  <a:cubicBezTo>
                    <a:pt x="159" y="372"/>
                    <a:pt x="95" y="388"/>
                    <a:pt x="152" y="528"/>
                  </a:cubicBezTo>
                  <a:cubicBezTo>
                    <a:pt x="178" y="593"/>
                    <a:pt x="247" y="662"/>
                    <a:pt x="317" y="662"/>
                  </a:cubicBezTo>
                  <a:cubicBezTo>
                    <a:pt x="329" y="662"/>
                    <a:pt x="341" y="660"/>
                    <a:pt x="353" y="656"/>
                  </a:cubicBezTo>
                  <a:cubicBezTo>
                    <a:pt x="437" y="625"/>
                    <a:pt x="433" y="492"/>
                    <a:pt x="421" y="412"/>
                  </a:cubicBezTo>
                  <a:lnTo>
                    <a:pt x="721" y="304"/>
                  </a:lnTo>
                  <a:lnTo>
                    <a:pt x="7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8" name="Google Shape;318;p28"/>
            <p:cNvSpPr/>
            <p:nvPr/>
          </p:nvSpPr>
          <p:spPr>
            <a:xfrm>
              <a:off x="6422631" y="2262248"/>
              <a:ext cx="89682" cy="82466"/>
            </a:xfrm>
            <a:custGeom>
              <a:avLst/>
              <a:gdLst/>
              <a:ahLst/>
              <a:cxnLst/>
              <a:rect l="l" t="t" r="r" b="b"/>
              <a:pathLst>
                <a:path w="721" h="663" extrusionOk="0">
                  <a:moveTo>
                    <a:pt x="404" y="1"/>
                  </a:moveTo>
                  <a:cubicBezTo>
                    <a:pt x="392" y="1"/>
                    <a:pt x="380" y="3"/>
                    <a:pt x="368" y="7"/>
                  </a:cubicBezTo>
                  <a:cubicBezTo>
                    <a:pt x="284" y="38"/>
                    <a:pt x="288" y="170"/>
                    <a:pt x="300" y="250"/>
                  </a:cubicBezTo>
                  <a:lnTo>
                    <a:pt x="0" y="358"/>
                  </a:lnTo>
                  <a:lnTo>
                    <a:pt x="1" y="662"/>
                  </a:lnTo>
                  <a:lnTo>
                    <a:pt x="407" y="516"/>
                  </a:lnTo>
                  <a:cubicBezTo>
                    <a:pt x="449" y="574"/>
                    <a:pt x="524" y="660"/>
                    <a:pt x="599" y="660"/>
                  </a:cubicBezTo>
                  <a:cubicBezTo>
                    <a:pt x="610" y="660"/>
                    <a:pt x="620" y="658"/>
                    <a:pt x="631" y="655"/>
                  </a:cubicBezTo>
                  <a:cubicBezTo>
                    <a:pt x="713" y="625"/>
                    <a:pt x="721" y="508"/>
                    <a:pt x="690" y="433"/>
                  </a:cubicBezTo>
                  <a:cubicBezTo>
                    <a:pt x="648" y="328"/>
                    <a:pt x="574" y="320"/>
                    <a:pt x="550" y="312"/>
                  </a:cubicBezTo>
                  <a:cubicBezTo>
                    <a:pt x="562" y="292"/>
                    <a:pt x="626" y="275"/>
                    <a:pt x="569" y="134"/>
                  </a:cubicBezTo>
                  <a:cubicBezTo>
                    <a:pt x="543" y="71"/>
                    <a:pt x="474"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9" name="Google Shape;319;p28"/>
            <p:cNvSpPr/>
            <p:nvPr/>
          </p:nvSpPr>
          <p:spPr>
            <a:xfrm>
              <a:off x="6422755" y="2411134"/>
              <a:ext cx="89806" cy="149632"/>
            </a:xfrm>
            <a:custGeom>
              <a:avLst/>
              <a:gdLst/>
              <a:ahLst/>
              <a:cxnLst/>
              <a:rect l="l" t="t" r="r" b="b"/>
              <a:pathLst>
                <a:path w="722" h="1203" extrusionOk="0">
                  <a:moveTo>
                    <a:pt x="0" y="0"/>
                  </a:moveTo>
                  <a:lnTo>
                    <a:pt x="1" y="304"/>
                  </a:lnTo>
                  <a:lnTo>
                    <a:pt x="301" y="757"/>
                  </a:lnTo>
                  <a:cubicBezTo>
                    <a:pt x="290" y="825"/>
                    <a:pt x="285" y="952"/>
                    <a:pt x="370" y="1079"/>
                  </a:cubicBezTo>
                  <a:cubicBezTo>
                    <a:pt x="427" y="1167"/>
                    <a:pt x="488" y="1202"/>
                    <a:pt x="530" y="1202"/>
                  </a:cubicBezTo>
                  <a:cubicBezTo>
                    <a:pt x="548" y="1202"/>
                    <a:pt x="562" y="1196"/>
                    <a:pt x="571" y="1184"/>
                  </a:cubicBezTo>
                  <a:cubicBezTo>
                    <a:pt x="627" y="1108"/>
                    <a:pt x="564" y="1018"/>
                    <a:pt x="551" y="982"/>
                  </a:cubicBezTo>
                  <a:lnTo>
                    <a:pt x="551" y="982"/>
                  </a:lnTo>
                  <a:cubicBezTo>
                    <a:pt x="569" y="998"/>
                    <a:pt x="614" y="1044"/>
                    <a:pt x="653" y="1044"/>
                  </a:cubicBezTo>
                  <a:cubicBezTo>
                    <a:pt x="667" y="1044"/>
                    <a:pt x="680" y="1039"/>
                    <a:pt x="692" y="1024"/>
                  </a:cubicBezTo>
                  <a:cubicBezTo>
                    <a:pt x="722" y="985"/>
                    <a:pt x="713" y="857"/>
                    <a:pt x="631" y="733"/>
                  </a:cubicBezTo>
                  <a:cubicBezTo>
                    <a:pt x="565" y="634"/>
                    <a:pt x="495" y="611"/>
                    <a:pt x="445" y="611"/>
                  </a:cubicBezTo>
                  <a:cubicBezTo>
                    <a:pt x="431" y="611"/>
                    <a:pt x="418" y="613"/>
                    <a:pt x="408" y="615"/>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0" name="Google Shape;320;p28"/>
            <p:cNvSpPr/>
            <p:nvPr/>
          </p:nvSpPr>
          <p:spPr>
            <a:xfrm>
              <a:off x="7152633" y="3663170"/>
              <a:ext cx="1011748" cy="1326042"/>
            </a:xfrm>
            <a:custGeom>
              <a:avLst/>
              <a:gdLst/>
              <a:ahLst/>
              <a:cxnLst/>
              <a:rect l="l" t="t" r="r" b="b"/>
              <a:pathLst>
                <a:path w="8134" h="10661" extrusionOk="0">
                  <a:moveTo>
                    <a:pt x="271" y="1"/>
                  </a:moveTo>
                  <a:cubicBezTo>
                    <a:pt x="112" y="1"/>
                    <a:pt x="0" y="148"/>
                    <a:pt x="0" y="393"/>
                  </a:cubicBezTo>
                  <a:lnTo>
                    <a:pt x="0" y="5572"/>
                  </a:lnTo>
                  <a:cubicBezTo>
                    <a:pt x="0" y="5901"/>
                    <a:pt x="202" y="6286"/>
                    <a:pt x="448" y="6428"/>
                  </a:cubicBezTo>
                  <a:lnTo>
                    <a:pt x="7685" y="10607"/>
                  </a:lnTo>
                  <a:cubicBezTo>
                    <a:pt x="7748" y="10643"/>
                    <a:pt x="7808" y="10660"/>
                    <a:pt x="7862" y="10660"/>
                  </a:cubicBezTo>
                  <a:cubicBezTo>
                    <a:pt x="8022" y="10660"/>
                    <a:pt x="8134" y="10513"/>
                    <a:pt x="8134" y="10268"/>
                  </a:cubicBezTo>
                  <a:lnTo>
                    <a:pt x="8134" y="5090"/>
                  </a:lnTo>
                  <a:cubicBezTo>
                    <a:pt x="8134" y="4761"/>
                    <a:pt x="7932" y="4375"/>
                    <a:pt x="7685" y="4233"/>
                  </a:cubicBezTo>
                  <a:lnTo>
                    <a:pt x="448" y="54"/>
                  </a:lnTo>
                  <a:cubicBezTo>
                    <a:pt x="385" y="18"/>
                    <a:pt x="326" y="1"/>
                    <a:pt x="2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1" name="Google Shape;321;p28"/>
            <p:cNvSpPr/>
            <p:nvPr/>
          </p:nvSpPr>
          <p:spPr>
            <a:xfrm>
              <a:off x="7112457" y="3666778"/>
              <a:ext cx="114559" cy="106845"/>
            </a:xfrm>
            <a:custGeom>
              <a:avLst/>
              <a:gdLst/>
              <a:ahLst/>
              <a:cxnLst/>
              <a:rect l="l" t="t" r="r" b="b"/>
              <a:pathLst>
                <a:path w="921" h="859" extrusionOk="0">
                  <a:moveTo>
                    <a:pt x="481" y="0"/>
                  </a:moveTo>
                  <a:lnTo>
                    <a:pt x="1" y="274"/>
                  </a:lnTo>
                  <a:lnTo>
                    <a:pt x="921" y="859"/>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2" name="Google Shape;322;p28"/>
            <p:cNvSpPr/>
            <p:nvPr/>
          </p:nvSpPr>
          <p:spPr>
            <a:xfrm>
              <a:off x="7093924" y="3696381"/>
              <a:ext cx="1011872" cy="1326042"/>
            </a:xfrm>
            <a:custGeom>
              <a:avLst/>
              <a:gdLst/>
              <a:ahLst/>
              <a:cxnLst/>
              <a:rect l="l" t="t" r="r" b="b"/>
              <a:pathLst>
                <a:path w="8135" h="10661" extrusionOk="0">
                  <a:moveTo>
                    <a:pt x="272" y="1"/>
                  </a:moveTo>
                  <a:cubicBezTo>
                    <a:pt x="112" y="1"/>
                    <a:pt x="0" y="148"/>
                    <a:pt x="0" y="393"/>
                  </a:cubicBezTo>
                  <a:lnTo>
                    <a:pt x="0" y="5572"/>
                  </a:lnTo>
                  <a:cubicBezTo>
                    <a:pt x="0" y="5901"/>
                    <a:pt x="202" y="6287"/>
                    <a:pt x="450" y="6429"/>
                  </a:cubicBezTo>
                  <a:lnTo>
                    <a:pt x="7687" y="10608"/>
                  </a:lnTo>
                  <a:cubicBezTo>
                    <a:pt x="7749" y="10644"/>
                    <a:pt x="7809" y="10661"/>
                    <a:pt x="7863" y="10661"/>
                  </a:cubicBezTo>
                  <a:cubicBezTo>
                    <a:pt x="8023" y="10661"/>
                    <a:pt x="8135" y="10514"/>
                    <a:pt x="8135" y="10269"/>
                  </a:cubicBezTo>
                  <a:lnTo>
                    <a:pt x="8135" y="5090"/>
                  </a:lnTo>
                  <a:cubicBezTo>
                    <a:pt x="8135" y="4761"/>
                    <a:pt x="7933" y="4376"/>
                    <a:pt x="7687" y="4233"/>
                  </a:cubicBezTo>
                  <a:lnTo>
                    <a:pt x="450" y="54"/>
                  </a:lnTo>
                  <a:cubicBezTo>
                    <a:pt x="387" y="18"/>
                    <a:pt x="327" y="1"/>
                    <a:pt x="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3" name="Google Shape;323;p28"/>
            <p:cNvSpPr/>
            <p:nvPr/>
          </p:nvSpPr>
          <p:spPr>
            <a:xfrm>
              <a:off x="7838852" y="4502505"/>
              <a:ext cx="193170" cy="275632"/>
            </a:xfrm>
            <a:custGeom>
              <a:avLst/>
              <a:gdLst/>
              <a:ahLst/>
              <a:cxnLst/>
              <a:rect l="l" t="t" r="r" b="b"/>
              <a:pathLst>
                <a:path w="1553" h="2216" extrusionOk="0">
                  <a:moveTo>
                    <a:pt x="104" y="1"/>
                  </a:moveTo>
                  <a:cubicBezTo>
                    <a:pt x="43" y="1"/>
                    <a:pt x="1" y="56"/>
                    <a:pt x="1" y="150"/>
                  </a:cubicBezTo>
                  <a:lnTo>
                    <a:pt x="1" y="1171"/>
                  </a:lnTo>
                  <a:cubicBezTo>
                    <a:pt x="1" y="1296"/>
                    <a:pt x="77" y="1442"/>
                    <a:pt x="172" y="1496"/>
                  </a:cubicBezTo>
                  <a:lnTo>
                    <a:pt x="1382" y="2195"/>
                  </a:lnTo>
                  <a:cubicBezTo>
                    <a:pt x="1406" y="2209"/>
                    <a:pt x="1429" y="2216"/>
                    <a:pt x="1450" y="2216"/>
                  </a:cubicBezTo>
                  <a:cubicBezTo>
                    <a:pt x="1510" y="2216"/>
                    <a:pt x="1552" y="2160"/>
                    <a:pt x="1552" y="2066"/>
                  </a:cubicBezTo>
                  <a:lnTo>
                    <a:pt x="1552" y="1046"/>
                  </a:lnTo>
                  <a:cubicBezTo>
                    <a:pt x="1552" y="921"/>
                    <a:pt x="1476" y="774"/>
                    <a:pt x="1382" y="720"/>
                  </a:cubicBezTo>
                  <a:lnTo>
                    <a:pt x="172" y="21"/>
                  </a:lnTo>
                  <a:cubicBezTo>
                    <a:pt x="148" y="7"/>
                    <a:pt x="125" y="1"/>
                    <a:pt x="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4" name="Google Shape;324;p28"/>
            <p:cNvSpPr/>
            <p:nvPr/>
          </p:nvSpPr>
          <p:spPr>
            <a:xfrm>
              <a:off x="7093924" y="3750238"/>
              <a:ext cx="1011872" cy="765326"/>
            </a:xfrm>
            <a:custGeom>
              <a:avLst/>
              <a:gdLst/>
              <a:ahLst/>
              <a:cxnLst/>
              <a:rect l="l" t="t" r="r" b="b"/>
              <a:pathLst>
                <a:path w="8135" h="6153" extrusionOk="0">
                  <a:moveTo>
                    <a:pt x="0" y="1"/>
                  </a:moveTo>
                  <a:lnTo>
                    <a:pt x="0" y="1450"/>
                  </a:lnTo>
                  <a:lnTo>
                    <a:pt x="8135" y="6152"/>
                  </a:lnTo>
                  <a:lnTo>
                    <a:pt x="8135" y="4703"/>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5" name="Google Shape;325;p28"/>
            <p:cNvSpPr/>
            <p:nvPr/>
          </p:nvSpPr>
          <p:spPr>
            <a:xfrm>
              <a:off x="7167683" y="4109953"/>
              <a:ext cx="602023" cy="401755"/>
            </a:xfrm>
            <a:custGeom>
              <a:avLst/>
              <a:gdLst/>
              <a:ahLst/>
              <a:cxnLst/>
              <a:rect l="l" t="t" r="r" b="b"/>
              <a:pathLst>
                <a:path w="4840" h="3230" extrusionOk="0">
                  <a:moveTo>
                    <a:pt x="1" y="0"/>
                  </a:moveTo>
                  <a:lnTo>
                    <a:pt x="1" y="436"/>
                  </a:lnTo>
                  <a:lnTo>
                    <a:pt x="4839" y="3230"/>
                  </a:lnTo>
                  <a:lnTo>
                    <a:pt x="4839" y="2794"/>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6" name="Google Shape;326;p28"/>
            <p:cNvSpPr/>
            <p:nvPr/>
          </p:nvSpPr>
          <p:spPr>
            <a:xfrm>
              <a:off x="7167683" y="4232843"/>
              <a:ext cx="602023" cy="401880"/>
            </a:xfrm>
            <a:custGeom>
              <a:avLst/>
              <a:gdLst/>
              <a:ahLst/>
              <a:cxnLst/>
              <a:rect l="l" t="t" r="r" b="b"/>
              <a:pathLst>
                <a:path w="4840" h="3231" extrusionOk="0">
                  <a:moveTo>
                    <a:pt x="1" y="1"/>
                  </a:moveTo>
                  <a:lnTo>
                    <a:pt x="1" y="437"/>
                  </a:lnTo>
                  <a:lnTo>
                    <a:pt x="4839" y="3231"/>
                  </a:lnTo>
                  <a:lnTo>
                    <a:pt x="4839" y="2795"/>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7" name="Google Shape;327;p28"/>
            <p:cNvSpPr/>
            <p:nvPr/>
          </p:nvSpPr>
          <p:spPr>
            <a:xfrm>
              <a:off x="7167683" y="4358345"/>
              <a:ext cx="864351" cy="553253"/>
            </a:xfrm>
            <a:custGeom>
              <a:avLst/>
              <a:gdLst/>
              <a:ahLst/>
              <a:cxnLst/>
              <a:rect l="l" t="t" r="r" b="b"/>
              <a:pathLst>
                <a:path w="6949" h="4448" extrusionOk="0">
                  <a:moveTo>
                    <a:pt x="1" y="1"/>
                  </a:moveTo>
                  <a:lnTo>
                    <a:pt x="1" y="437"/>
                  </a:lnTo>
                  <a:lnTo>
                    <a:pt x="6948" y="4448"/>
                  </a:lnTo>
                  <a:lnTo>
                    <a:pt x="6948" y="4012"/>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8" name="Google Shape;328;p28"/>
            <p:cNvSpPr/>
            <p:nvPr/>
          </p:nvSpPr>
          <p:spPr>
            <a:xfrm>
              <a:off x="7849300" y="2906426"/>
              <a:ext cx="495301" cy="1175290"/>
            </a:xfrm>
            <a:custGeom>
              <a:avLst/>
              <a:gdLst/>
              <a:ahLst/>
              <a:cxnLst/>
              <a:rect l="l" t="t" r="r" b="b"/>
              <a:pathLst>
                <a:path w="3982" h="9449" extrusionOk="0">
                  <a:moveTo>
                    <a:pt x="698" y="1"/>
                  </a:moveTo>
                  <a:cubicBezTo>
                    <a:pt x="635" y="1"/>
                    <a:pt x="573" y="13"/>
                    <a:pt x="516" y="36"/>
                  </a:cubicBezTo>
                  <a:cubicBezTo>
                    <a:pt x="509" y="38"/>
                    <a:pt x="441" y="74"/>
                    <a:pt x="423" y="87"/>
                  </a:cubicBezTo>
                  <a:lnTo>
                    <a:pt x="0" y="310"/>
                  </a:lnTo>
                  <a:lnTo>
                    <a:pt x="186" y="699"/>
                  </a:lnTo>
                  <a:cubicBezTo>
                    <a:pt x="186" y="710"/>
                    <a:pt x="184" y="720"/>
                    <a:pt x="184" y="731"/>
                  </a:cubicBezTo>
                  <a:lnTo>
                    <a:pt x="184" y="7065"/>
                  </a:lnTo>
                  <a:cubicBezTo>
                    <a:pt x="184" y="7238"/>
                    <a:pt x="277" y="7399"/>
                    <a:pt x="428" y="7485"/>
                  </a:cubicBezTo>
                  <a:lnTo>
                    <a:pt x="1837" y="8289"/>
                  </a:lnTo>
                  <a:lnTo>
                    <a:pt x="1837" y="8375"/>
                  </a:lnTo>
                  <a:lnTo>
                    <a:pt x="3132" y="9113"/>
                  </a:lnTo>
                  <a:lnTo>
                    <a:pt x="3027" y="9165"/>
                  </a:lnTo>
                  <a:lnTo>
                    <a:pt x="3285" y="9449"/>
                  </a:lnTo>
                  <a:lnTo>
                    <a:pt x="3733" y="9188"/>
                  </a:lnTo>
                  <a:cubicBezTo>
                    <a:pt x="3739" y="9184"/>
                    <a:pt x="3743" y="9182"/>
                    <a:pt x="3749" y="9179"/>
                  </a:cubicBezTo>
                  <a:lnTo>
                    <a:pt x="3769" y="9166"/>
                  </a:lnTo>
                  <a:lnTo>
                    <a:pt x="3769" y="9163"/>
                  </a:lnTo>
                  <a:cubicBezTo>
                    <a:pt x="3894" y="9078"/>
                    <a:pt x="3982" y="8939"/>
                    <a:pt x="3982" y="8765"/>
                  </a:cubicBezTo>
                  <a:lnTo>
                    <a:pt x="3982" y="2111"/>
                  </a:lnTo>
                  <a:cubicBezTo>
                    <a:pt x="3982" y="1927"/>
                    <a:pt x="3877" y="1758"/>
                    <a:pt x="3710" y="1677"/>
                  </a:cubicBezTo>
                  <a:lnTo>
                    <a:pt x="909" y="50"/>
                  </a:lnTo>
                  <a:cubicBezTo>
                    <a:pt x="840" y="16"/>
                    <a:pt x="768" y="1"/>
                    <a:pt x="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9" name="Google Shape;329;p28"/>
            <p:cNvSpPr/>
            <p:nvPr/>
          </p:nvSpPr>
          <p:spPr>
            <a:xfrm>
              <a:off x="7818578" y="2937024"/>
              <a:ext cx="472539" cy="1151409"/>
            </a:xfrm>
            <a:custGeom>
              <a:avLst/>
              <a:gdLst/>
              <a:ahLst/>
              <a:cxnLst/>
              <a:rect l="l" t="t" r="r" b="b"/>
              <a:pathLst>
                <a:path w="3799" h="9257" extrusionOk="0">
                  <a:moveTo>
                    <a:pt x="484" y="1"/>
                  </a:moveTo>
                  <a:cubicBezTo>
                    <a:pt x="230" y="1"/>
                    <a:pt x="0" y="204"/>
                    <a:pt x="0" y="485"/>
                  </a:cubicBezTo>
                  <a:lnTo>
                    <a:pt x="0" y="7157"/>
                  </a:lnTo>
                  <a:cubicBezTo>
                    <a:pt x="0" y="7330"/>
                    <a:pt x="94" y="7491"/>
                    <a:pt x="245" y="7577"/>
                  </a:cubicBezTo>
                  <a:lnTo>
                    <a:pt x="2084" y="8626"/>
                  </a:lnTo>
                  <a:lnTo>
                    <a:pt x="3076" y="9192"/>
                  </a:lnTo>
                  <a:cubicBezTo>
                    <a:pt x="3153" y="9236"/>
                    <a:pt x="3235" y="9256"/>
                    <a:pt x="3315" y="9256"/>
                  </a:cubicBezTo>
                  <a:cubicBezTo>
                    <a:pt x="3567" y="9256"/>
                    <a:pt x="3799" y="9054"/>
                    <a:pt x="3799" y="8772"/>
                  </a:cubicBezTo>
                  <a:lnTo>
                    <a:pt x="3799" y="2117"/>
                  </a:lnTo>
                  <a:cubicBezTo>
                    <a:pt x="3799" y="1932"/>
                    <a:pt x="3694" y="1763"/>
                    <a:pt x="3527" y="1682"/>
                  </a:cubicBezTo>
                  <a:lnTo>
                    <a:pt x="696" y="50"/>
                  </a:lnTo>
                  <a:cubicBezTo>
                    <a:pt x="627" y="16"/>
                    <a:pt x="555" y="1"/>
                    <a:pt x="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0" name="Google Shape;330;p28"/>
            <p:cNvSpPr/>
            <p:nvPr/>
          </p:nvSpPr>
          <p:spPr>
            <a:xfrm>
              <a:off x="8039979" y="3078821"/>
              <a:ext cx="26370" cy="34951"/>
            </a:xfrm>
            <a:custGeom>
              <a:avLst/>
              <a:gdLst/>
              <a:ahLst/>
              <a:cxnLst/>
              <a:rect l="l" t="t" r="r" b="b"/>
              <a:pathLst>
                <a:path w="212" h="281" extrusionOk="0">
                  <a:moveTo>
                    <a:pt x="101" y="0"/>
                  </a:moveTo>
                  <a:cubicBezTo>
                    <a:pt x="99" y="0"/>
                    <a:pt x="98" y="0"/>
                    <a:pt x="96" y="0"/>
                  </a:cubicBezTo>
                  <a:cubicBezTo>
                    <a:pt x="41" y="5"/>
                    <a:pt x="1" y="70"/>
                    <a:pt x="5" y="148"/>
                  </a:cubicBezTo>
                  <a:cubicBezTo>
                    <a:pt x="11" y="222"/>
                    <a:pt x="57" y="281"/>
                    <a:pt x="110" y="281"/>
                  </a:cubicBezTo>
                  <a:cubicBezTo>
                    <a:pt x="111" y="281"/>
                    <a:pt x="113" y="281"/>
                    <a:pt x="114" y="281"/>
                  </a:cubicBezTo>
                  <a:cubicBezTo>
                    <a:pt x="170" y="277"/>
                    <a:pt x="211" y="212"/>
                    <a:pt x="206" y="134"/>
                  </a:cubicBezTo>
                  <a:cubicBezTo>
                    <a:pt x="201" y="59"/>
                    <a:pt x="154" y="0"/>
                    <a:pt x="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1" name="Google Shape;331;p28"/>
            <p:cNvSpPr/>
            <p:nvPr/>
          </p:nvSpPr>
          <p:spPr>
            <a:xfrm>
              <a:off x="7873928" y="3039516"/>
              <a:ext cx="358478" cy="945680"/>
            </a:xfrm>
            <a:custGeom>
              <a:avLst/>
              <a:gdLst/>
              <a:ahLst/>
              <a:cxnLst/>
              <a:rect l="l" t="t" r="r" b="b"/>
              <a:pathLst>
                <a:path w="2882" h="7603" extrusionOk="0">
                  <a:moveTo>
                    <a:pt x="0" y="1"/>
                  </a:moveTo>
                  <a:lnTo>
                    <a:pt x="0" y="5931"/>
                  </a:lnTo>
                  <a:lnTo>
                    <a:pt x="2882" y="7603"/>
                  </a:lnTo>
                  <a:lnTo>
                    <a:pt x="2882" y="166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2" name="Google Shape;332;p28"/>
            <p:cNvSpPr/>
            <p:nvPr/>
          </p:nvSpPr>
          <p:spPr>
            <a:xfrm>
              <a:off x="7970822" y="3880840"/>
              <a:ext cx="114310" cy="83212"/>
            </a:xfrm>
            <a:custGeom>
              <a:avLst/>
              <a:gdLst/>
              <a:ahLst/>
              <a:cxnLst/>
              <a:rect l="l" t="t" r="r" b="b"/>
              <a:pathLst>
                <a:path w="919" h="669" extrusionOk="0">
                  <a:moveTo>
                    <a:pt x="80" y="1"/>
                  </a:moveTo>
                  <a:cubicBezTo>
                    <a:pt x="38" y="1"/>
                    <a:pt x="8" y="28"/>
                    <a:pt x="5" y="76"/>
                  </a:cubicBezTo>
                  <a:cubicBezTo>
                    <a:pt x="0" y="149"/>
                    <a:pt x="59" y="243"/>
                    <a:pt x="136" y="287"/>
                  </a:cubicBezTo>
                  <a:lnTo>
                    <a:pt x="766" y="646"/>
                  </a:lnTo>
                  <a:cubicBezTo>
                    <a:pt x="792" y="661"/>
                    <a:pt x="817" y="668"/>
                    <a:pt x="838" y="668"/>
                  </a:cubicBezTo>
                  <a:cubicBezTo>
                    <a:pt x="881" y="668"/>
                    <a:pt x="911" y="641"/>
                    <a:pt x="914" y="594"/>
                  </a:cubicBezTo>
                  <a:cubicBezTo>
                    <a:pt x="918" y="520"/>
                    <a:pt x="860" y="426"/>
                    <a:pt x="783" y="382"/>
                  </a:cubicBezTo>
                  <a:lnTo>
                    <a:pt x="151" y="23"/>
                  </a:lnTo>
                  <a:cubicBezTo>
                    <a:pt x="126" y="8"/>
                    <a:pt x="101" y="1"/>
                    <a:pt x="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3" name="Google Shape;333;p28"/>
            <p:cNvSpPr/>
            <p:nvPr/>
          </p:nvSpPr>
          <p:spPr>
            <a:xfrm>
              <a:off x="8013361" y="3390897"/>
              <a:ext cx="88935" cy="165553"/>
            </a:xfrm>
            <a:custGeom>
              <a:avLst/>
              <a:gdLst/>
              <a:ahLst/>
              <a:cxnLst/>
              <a:rect l="l" t="t" r="r" b="b"/>
              <a:pathLst>
                <a:path w="715" h="1331" extrusionOk="0">
                  <a:moveTo>
                    <a:pt x="173" y="125"/>
                  </a:moveTo>
                  <a:cubicBezTo>
                    <a:pt x="179" y="125"/>
                    <a:pt x="193" y="135"/>
                    <a:pt x="203" y="154"/>
                  </a:cubicBezTo>
                  <a:cubicBezTo>
                    <a:pt x="237" y="229"/>
                    <a:pt x="250" y="301"/>
                    <a:pt x="256" y="332"/>
                  </a:cubicBezTo>
                  <a:lnTo>
                    <a:pt x="263" y="372"/>
                  </a:lnTo>
                  <a:cubicBezTo>
                    <a:pt x="270" y="409"/>
                    <a:pt x="277" y="446"/>
                    <a:pt x="286" y="482"/>
                  </a:cubicBezTo>
                  <a:cubicBezTo>
                    <a:pt x="326" y="663"/>
                    <a:pt x="402" y="780"/>
                    <a:pt x="461" y="874"/>
                  </a:cubicBezTo>
                  <a:cubicBezTo>
                    <a:pt x="489" y="917"/>
                    <a:pt x="513" y="955"/>
                    <a:pt x="530" y="992"/>
                  </a:cubicBezTo>
                  <a:cubicBezTo>
                    <a:pt x="590" y="1123"/>
                    <a:pt x="586" y="1173"/>
                    <a:pt x="580" y="1193"/>
                  </a:cubicBezTo>
                  <a:cubicBezTo>
                    <a:pt x="576" y="1199"/>
                    <a:pt x="572" y="1204"/>
                    <a:pt x="565" y="1207"/>
                  </a:cubicBezTo>
                  <a:cubicBezTo>
                    <a:pt x="561" y="1209"/>
                    <a:pt x="558" y="1210"/>
                    <a:pt x="554" y="1210"/>
                  </a:cubicBezTo>
                  <a:cubicBezTo>
                    <a:pt x="525" y="1210"/>
                    <a:pt x="486" y="1170"/>
                    <a:pt x="433" y="1092"/>
                  </a:cubicBezTo>
                  <a:cubicBezTo>
                    <a:pt x="407" y="1053"/>
                    <a:pt x="368" y="985"/>
                    <a:pt x="345" y="928"/>
                  </a:cubicBezTo>
                  <a:cubicBezTo>
                    <a:pt x="318" y="867"/>
                    <a:pt x="297" y="808"/>
                    <a:pt x="277" y="741"/>
                  </a:cubicBezTo>
                  <a:cubicBezTo>
                    <a:pt x="241" y="621"/>
                    <a:pt x="215" y="497"/>
                    <a:pt x="192" y="382"/>
                  </a:cubicBezTo>
                  <a:cubicBezTo>
                    <a:pt x="189" y="365"/>
                    <a:pt x="185" y="349"/>
                    <a:pt x="181" y="332"/>
                  </a:cubicBezTo>
                  <a:cubicBezTo>
                    <a:pt x="172" y="291"/>
                    <a:pt x="163" y="248"/>
                    <a:pt x="161" y="211"/>
                  </a:cubicBezTo>
                  <a:cubicBezTo>
                    <a:pt x="158" y="140"/>
                    <a:pt x="174" y="125"/>
                    <a:pt x="173" y="125"/>
                  </a:cubicBezTo>
                  <a:close/>
                  <a:moveTo>
                    <a:pt x="144" y="1"/>
                  </a:moveTo>
                  <a:cubicBezTo>
                    <a:pt x="123" y="1"/>
                    <a:pt x="105" y="9"/>
                    <a:pt x="90" y="24"/>
                  </a:cubicBezTo>
                  <a:cubicBezTo>
                    <a:pt x="1" y="121"/>
                    <a:pt x="126" y="576"/>
                    <a:pt x="183" y="766"/>
                  </a:cubicBezTo>
                  <a:cubicBezTo>
                    <a:pt x="209" y="850"/>
                    <a:pt x="375" y="1291"/>
                    <a:pt x="541" y="1328"/>
                  </a:cubicBezTo>
                  <a:cubicBezTo>
                    <a:pt x="548" y="1330"/>
                    <a:pt x="556" y="1330"/>
                    <a:pt x="564" y="1330"/>
                  </a:cubicBezTo>
                  <a:cubicBezTo>
                    <a:pt x="589" y="1330"/>
                    <a:pt x="618" y="1322"/>
                    <a:pt x="645" y="1292"/>
                  </a:cubicBezTo>
                  <a:cubicBezTo>
                    <a:pt x="715" y="1213"/>
                    <a:pt x="656" y="1057"/>
                    <a:pt x="636" y="1012"/>
                  </a:cubicBezTo>
                  <a:cubicBezTo>
                    <a:pt x="611" y="956"/>
                    <a:pt x="580" y="905"/>
                    <a:pt x="549" y="856"/>
                  </a:cubicBezTo>
                  <a:cubicBezTo>
                    <a:pt x="526" y="818"/>
                    <a:pt x="501" y="778"/>
                    <a:pt x="480" y="738"/>
                  </a:cubicBezTo>
                  <a:cubicBezTo>
                    <a:pt x="429" y="633"/>
                    <a:pt x="390" y="537"/>
                    <a:pt x="377" y="481"/>
                  </a:cubicBezTo>
                  <a:cubicBezTo>
                    <a:pt x="368" y="442"/>
                    <a:pt x="359" y="402"/>
                    <a:pt x="351" y="364"/>
                  </a:cubicBezTo>
                  <a:cubicBezTo>
                    <a:pt x="313" y="184"/>
                    <a:pt x="280" y="27"/>
                    <a:pt x="162" y="2"/>
                  </a:cubicBezTo>
                  <a:cubicBezTo>
                    <a:pt x="156" y="1"/>
                    <a:pt x="150"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4" name="Google Shape;334;p28"/>
            <p:cNvSpPr/>
            <p:nvPr/>
          </p:nvSpPr>
          <p:spPr>
            <a:xfrm>
              <a:off x="7998684" y="3341766"/>
              <a:ext cx="132346" cy="266303"/>
            </a:xfrm>
            <a:custGeom>
              <a:avLst/>
              <a:gdLst/>
              <a:ahLst/>
              <a:cxnLst/>
              <a:rect l="l" t="t" r="r" b="b"/>
              <a:pathLst>
                <a:path w="1064" h="2141" extrusionOk="0">
                  <a:moveTo>
                    <a:pt x="183" y="0"/>
                  </a:moveTo>
                  <a:cubicBezTo>
                    <a:pt x="169" y="0"/>
                    <a:pt x="156" y="3"/>
                    <a:pt x="142" y="8"/>
                  </a:cubicBezTo>
                  <a:cubicBezTo>
                    <a:pt x="77" y="33"/>
                    <a:pt x="38" y="115"/>
                    <a:pt x="25" y="246"/>
                  </a:cubicBezTo>
                  <a:cubicBezTo>
                    <a:pt x="1" y="539"/>
                    <a:pt x="82" y="1050"/>
                    <a:pt x="171" y="1383"/>
                  </a:cubicBezTo>
                  <a:cubicBezTo>
                    <a:pt x="228" y="1600"/>
                    <a:pt x="257" y="1608"/>
                    <a:pt x="273" y="1612"/>
                  </a:cubicBezTo>
                  <a:lnTo>
                    <a:pt x="294" y="1616"/>
                  </a:lnTo>
                  <a:lnTo>
                    <a:pt x="307" y="1602"/>
                  </a:lnTo>
                  <a:cubicBezTo>
                    <a:pt x="318" y="1591"/>
                    <a:pt x="338" y="1571"/>
                    <a:pt x="281" y="1366"/>
                  </a:cubicBezTo>
                  <a:cubicBezTo>
                    <a:pt x="182" y="1019"/>
                    <a:pt x="140" y="721"/>
                    <a:pt x="122" y="529"/>
                  </a:cubicBezTo>
                  <a:cubicBezTo>
                    <a:pt x="109" y="449"/>
                    <a:pt x="128" y="312"/>
                    <a:pt x="149" y="210"/>
                  </a:cubicBezTo>
                  <a:cubicBezTo>
                    <a:pt x="154" y="190"/>
                    <a:pt x="166" y="155"/>
                    <a:pt x="196" y="149"/>
                  </a:cubicBezTo>
                  <a:cubicBezTo>
                    <a:pt x="199" y="148"/>
                    <a:pt x="202" y="148"/>
                    <a:pt x="205" y="148"/>
                  </a:cubicBezTo>
                  <a:cubicBezTo>
                    <a:pt x="236" y="148"/>
                    <a:pt x="285" y="173"/>
                    <a:pt x="338" y="249"/>
                  </a:cubicBezTo>
                  <a:cubicBezTo>
                    <a:pt x="409" y="348"/>
                    <a:pt x="449" y="495"/>
                    <a:pt x="514" y="739"/>
                  </a:cubicBezTo>
                  <a:cubicBezTo>
                    <a:pt x="558" y="904"/>
                    <a:pt x="650" y="1093"/>
                    <a:pt x="731" y="1260"/>
                  </a:cubicBezTo>
                  <a:cubicBezTo>
                    <a:pt x="749" y="1297"/>
                    <a:pt x="767" y="1334"/>
                    <a:pt x="784" y="1369"/>
                  </a:cubicBezTo>
                  <a:cubicBezTo>
                    <a:pt x="895" y="1602"/>
                    <a:pt x="964" y="1902"/>
                    <a:pt x="890" y="1975"/>
                  </a:cubicBezTo>
                  <a:cubicBezTo>
                    <a:pt x="879" y="1986"/>
                    <a:pt x="863" y="1990"/>
                    <a:pt x="846" y="1990"/>
                  </a:cubicBezTo>
                  <a:cubicBezTo>
                    <a:pt x="813" y="1990"/>
                    <a:pt x="774" y="1975"/>
                    <a:pt x="741" y="1959"/>
                  </a:cubicBezTo>
                  <a:cubicBezTo>
                    <a:pt x="604" y="1892"/>
                    <a:pt x="508" y="1679"/>
                    <a:pt x="430" y="1486"/>
                  </a:cubicBezTo>
                  <a:cubicBezTo>
                    <a:pt x="416" y="1452"/>
                    <a:pt x="400" y="1414"/>
                    <a:pt x="372" y="1414"/>
                  </a:cubicBezTo>
                  <a:cubicBezTo>
                    <a:pt x="368" y="1414"/>
                    <a:pt x="363" y="1415"/>
                    <a:pt x="359" y="1416"/>
                  </a:cubicBezTo>
                  <a:cubicBezTo>
                    <a:pt x="326" y="1429"/>
                    <a:pt x="332" y="1468"/>
                    <a:pt x="350" y="1525"/>
                  </a:cubicBezTo>
                  <a:cubicBezTo>
                    <a:pt x="434" y="1793"/>
                    <a:pt x="629" y="2094"/>
                    <a:pt x="807" y="2136"/>
                  </a:cubicBezTo>
                  <a:cubicBezTo>
                    <a:pt x="821" y="2139"/>
                    <a:pt x="835" y="2141"/>
                    <a:pt x="850" y="2141"/>
                  </a:cubicBezTo>
                  <a:cubicBezTo>
                    <a:pt x="896" y="2141"/>
                    <a:pt x="940" y="2121"/>
                    <a:pt x="976" y="2083"/>
                  </a:cubicBezTo>
                  <a:cubicBezTo>
                    <a:pt x="1052" y="2004"/>
                    <a:pt x="1064" y="1835"/>
                    <a:pt x="1007" y="1633"/>
                  </a:cubicBezTo>
                  <a:cubicBezTo>
                    <a:pt x="961" y="1467"/>
                    <a:pt x="889" y="1326"/>
                    <a:pt x="812" y="1178"/>
                  </a:cubicBezTo>
                  <a:cubicBezTo>
                    <a:pt x="735" y="1025"/>
                    <a:pt x="654" y="867"/>
                    <a:pt x="603" y="680"/>
                  </a:cubicBezTo>
                  <a:cubicBezTo>
                    <a:pt x="585" y="592"/>
                    <a:pt x="550" y="459"/>
                    <a:pt x="502" y="351"/>
                  </a:cubicBezTo>
                  <a:cubicBezTo>
                    <a:pt x="470" y="279"/>
                    <a:pt x="406" y="147"/>
                    <a:pt x="332" y="76"/>
                  </a:cubicBezTo>
                  <a:cubicBezTo>
                    <a:pt x="278" y="26"/>
                    <a:pt x="228" y="0"/>
                    <a:pt x="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5" name="Google Shape;335;p28"/>
            <p:cNvSpPr/>
            <p:nvPr/>
          </p:nvSpPr>
          <p:spPr>
            <a:xfrm>
              <a:off x="8004654" y="3310048"/>
              <a:ext cx="56346" cy="44031"/>
            </a:xfrm>
            <a:custGeom>
              <a:avLst/>
              <a:gdLst/>
              <a:ahLst/>
              <a:cxnLst/>
              <a:rect l="l" t="t" r="r" b="b"/>
              <a:pathLst>
                <a:path w="453" h="354" extrusionOk="0">
                  <a:moveTo>
                    <a:pt x="153" y="0"/>
                  </a:moveTo>
                  <a:cubicBezTo>
                    <a:pt x="145" y="0"/>
                    <a:pt x="137" y="1"/>
                    <a:pt x="129" y="3"/>
                  </a:cubicBezTo>
                  <a:cubicBezTo>
                    <a:pt x="84" y="14"/>
                    <a:pt x="55" y="53"/>
                    <a:pt x="34" y="90"/>
                  </a:cubicBezTo>
                  <a:cubicBezTo>
                    <a:pt x="14" y="122"/>
                    <a:pt x="1" y="168"/>
                    <a:pt x="17" y="195"/>
                  </a:cubicBezTo>
                  <a:lnTo>
                    <a:pt x="31" y="215"/>
                  </a:lnTo>
                  <a:lnTo>
                    <a:pt x="51" y="217"/>
                  </a:lnTo>
                  <a:cubicBezTo>
                    <a:pt x="73" y="217"/>
                    <a:pt x="92" y="199"/>
                    <a:pt x="116" y="158"/>
                  </a:cubicBezTo>
                  <a:cubicBezTo>
                    <a:pt x="135" y="127"/>
                    <a:pt x="155" y="111"/>
                    <a:pt x="175" y="111"/>
                  </a:cubicBezTo>
                  <a:lnTo>
                    <a:pt x="177" y="111"/>
                  </a:lnTo>
                  <a:cubicBezTo>
                    <a:pt x="198" y="111"/>
                    <a:pt x="260" y="130"/>
                    <a:pt x="359" y="306"/>
                  </a:cubicBezTo>
                  <a:cubicBezTo>
                    <a:pt x="373" y="329"/>
                    <a:pt x="386" y="354"/>
                    <a:pt x="407" y="354"/>
                  </a:cubicBezTo>
                  <a:cubicBezTo>
                    <a:pt x="412" y="354"/>
                    <a:pt x="416" y="353"/>
                    <a:pt x="422" y="351"/>
                  </a:cubicBezTo>
                  <a:cubicBezTo>
                    <a:pt x="453" y="337"/>
                    <a:pt x="440" y="304"/>
                    <a:pt x="431" y="281"/>
                  </a:cubicBezTo>
                  <a:cubicBezTo>
                    <a:pt x="396" y="187"/>
                    <a:pt x="314" y="76"/>
                    <a:pt x="246" y="33"/>
                  </a:cubicBezTo>
                  <a:cubicBezTo>
                    <a:pt x="212" y="11"/>
                    <a:pt x="181" y="0"/>
                    <a:pt x="1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6" name="Google Shape;336;p28"/>
            <p:cNvSpPr/>
            <p:nvPr/>
          </p:nvSpPr>
          <p:spPr>
            <a:xfrm>
              <a:off x="7975797" y="3283928"/>
              <a:ext cx="167173" cy="361704"/>
            </a:xfrm>
            <a:custGeom>
              <a:avLst/>
              <a:gdLst/>
              <a:ahLst/>
              <a:cxnLst/>
              <a:rect l="l" t="t" r="r" b="b"/>
              <a:pathLst>
                <a:path w="1344" h="2908" extrusionOk="0">
                  <a:moveTo>
                    <a:pt x="262" y="1"/>
                  </a:moveTo>
                  <a:cubicBezTo>
                    <a:pt x="235" y="1"/>
                    <a:pt x="208" y="34"/>
                    <a:pt x="185" y="62"/>
                  </a:cubicBezTo>
                  <a:cubicBezTo>
                    <a:pt x="1" y="284"/>
                    <a:pt x="55" y="749"/>
                    <a:pt x="102" y="1160"/>
                  </a:cubicBezTo>
                  <a:cubicBezTo>
                    <a:pt x="114" y="1258"/>
                    <a:pt x="125" y="1352"/>
                    <a:pt x="132" y="1440"/>
                  </a:cubicBezTo>
                  <a:cubicBezTo>
                    <a:pt x="164" y="1823"/>
                    <a:pt x="213" y="2169"/>
                    <a:pt x="491" y="2527"/>
                  </a:cubicBezTo>
                  <a:cubicBezTo>
                    <a:pt x="638" y="2717"/>
                    <a:pt x="858" y="2907"/>
                    <a:pt x="1052" y="2907"/>
                  </a:cubicBezTo>
                  <a:cubicBezTo>
                    <a:pt x="1094" y="2907"/>
                    <a:pt x="1135" y="2898"/>
                    <a:pt x="1173" y="2878"/>
                  </a:cubicBezTo>
                  <a:cubicBezTo>
                    <a:pt x="1257" y="2834"/>
                    <a:pt x="1311" y="2741"/>
                    <a:pt x="1329" y="2606"/>
                  </a:cubicBezTo>
                  <a:cubicBezTo>
                    <a:pt x="1332" y="2577"/>
                    <a:pt x="1343" y="2491"/>
                    <a:pt x="1291" y="2481"/>
                  </a:cubicBezTo>
                  <a:cubicBezTo>
                    <a:pt x="1289" y="2480"/>
                    <a:pt x="1286" y="2480"/>
                    <a:pt x="1284" y="2480"/>
                  </a:cubicBezTo>
                  <a:cubicBezTo>
                    <a:pt x="1261" y="2480"/>
                    <a:pt x="1230" y="2499"/>
                    <a:pt x="1208" y="2582"/>
                  </a:cubicBezTo>
                  <a:cubicBezTo>
                    <a:pt x="1184" y="2671"/>
                    <a:pt x="1142" y="2731"/>
                    <a:pt x="1083" y="2755"/>
                  </a:cubicBezTo>
                  <a:cubicBezTo>
                    <a:pt x="1063" y="2764"/>
                    <a:pt x="1040" y="2768"/>
                    <a:pt x="1016" y="2768"/>
                  </a:cubicBezTo>
                  <a:cubicBezTo>
                    <a:pt x="972" y="2768"/>
                    <a:pt x="922" y="2754"/>
                    <a:pt x="868" y="2725"/>
                  </a:cubicBezTo>
                  <a:cubicBezTo>
                    <a:pt x="616" y="2589"/>
                    <a:pt x="361" y="2213"/>
                    <a:pt x="288" y="1868"/>
                  </a:cubicBezTo>
                  <a:cubicBezTo>
                    <a:pt x="232" y="1604"/>
                    <a:pt x="212" y="1334"/>
                    <a:pt x="191" y="1073"/>
                  </a:cubicBezTo>
                  <a:lnTo>
                    <a:pt x="186" y="996"/>
                  </a:lnTo>
                  <a:cubicBezTo>
                    <a:pt x="168" y="772"/>
                    <a:pt x="132" y="305"/>
                    <a:pt x="273" y="106"/>
                  </a:cubicBezTo>
                  <a:cubicBezTo>
                    <a:pt x="275" y="102"/>
                    <a:pt x="321" y="37"/>
                    <a:pt x="284" y="9"/>
                  </a:cubicBezTo>
                  <a:cubicBezTo>
                    <a:pt x="276" y="3"/>
                    <a:pt x="269" y="1"/>
                    <a:pt x="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7" name="Google Shape;337;p28"/>
            <p:cNvSpPr/>
            <p:nvPr/>
          </p:nvSpPr>
          <p:spPr>
            <a:xfrm>
              <a:off x="7960871" y="3377090"/>
              <a:ext cx="32216" cy="157717"/>
            </a:xfrm>
            <a:custGeom>
              <a:avLst/>
              <a:gdLst/>
              <a:ahLst/>
              <a:cxnLst/>
              <a:rect l="l" t="t" r="r" b="b"/>
              <a:pathLst>
                <a:path w="259" h="1268" extrusionOk="0">
                  <a:moveTo>
                    <a:pt x="68" y="1"/>
                  </a:moveTo>
                  <a:cubicBezTo>
                    <a:pt x="51" y="2"/>
                    <a:pt x="25" y="9"/>
                    <a:pt x="21" y="64"/>
                  </a:cubicBezTo>
                  <a:cubicBezTo>
                    <a:pt x="1" y="362"/>
                    <a:pt x="46" y="871"/>
                    <a:pt x="171" y="1229"/>
                  </a:cubicBezTo>
                  <a:cubicBezTo>
                    <a:pt x="181" y="1261"/>
                    <a:pt x="199" y="1268"/>
                    <a:pt x="211" y="1268"/>
                  </a:cubicBezTo>
                  <a:cubicBezTo>
                    <a:pt x="216" y="1268"/>
                    <a:pt x="219" y="1266"/>
                    <a:pt x="221" y="1266"/>
                  </a:cubicBezTo>
                  <a:cubicBezTo>
                    <a:pt x="234" y="1262"/>
                    <a:pt x="258" y="1248"/>
                    <a:pt x="244" y="1192"/>
                  </a:cubicBezTo>
                  <a:cubicBezTo>
                    <a:pt x="203" y="1036"/>
                    <a:pt x="194" y="923"/>
                    <a:pt x="185" y="815"/>
                  </a:cubicBezTo>
                  <a:cubicBezTo>
                    <a:pt x="181" y="751"/>
                    <a:pt x="175" y="690"/>
                    <a:pt x="165" y="623"/>
                  </a:cubicBezTo>
                  <a:cubicBezTo>
                    <a:pt x="128" y="401"/>
                    <a:pt x="122" y="236"/>
                    <a:pt x="122" y="93"/>
                  </a:cubicBezTo>
                  <a:cubicBezTo>
                    <a:pt x="122" y="49"/>
                    <a:pt x="103" y="2"/>
                    <a:pt x="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8" name="Google Shape;338;p28"/>
            <p:cNvSpPr/>
            <p:nvPr/>
          </p:nvSpPr>
          <p:spPr>
            <a:xfrm>
              <a:off x="7975424" y="3230692"/>
              <a:ext cx="157471" cy="296403"/>
            </a:xfrm>
            <a:custGeom>
              <a:avLst/>
              <a:gdLst/>
              <a:ahLst/>
              <a:cxnLst/>
              <a:rect l="l" t="t" r="r" b="b"/>
              <a:pathLst>
                <a:path w="1266" h="2383" extrusionOk="0">
                  <a:moveTo>
                    <a:pt x="350" y="0"/>
                  </a:moveTo>
                  <a:cubicBezTo>
                    <a:pt x="181" y="0"/>
                    <a:pt x="49" y="169"/>
                    <a:pt x="7" y="437"/>
                  </a:cubicBezTo>
                  <a:cubicBezTo>
                    <a:pt x="1" y="477"/>
                    <a:pt x="13" y="506"/>
                    <a:pt x="38" y="510"/>
                  </a:cubicBezTo>
                  <a:cubicBezTo>
                    <a:pt x="40" y="510"/>
                    <a:pt x="42" y="511"/>
                    <a:pt x="45" y="511"/>
                  </a:cubicBezTo>
                  <a:cubicBezTo>
                    <a:pt x="58" y="511"/>
                    <a:pt x="77" y="504"/>
                    <a:pt x="85" y="467"/>
                  </a:cubicBezTo>
                  <a:cubicBezTo>
                    <a:pt x="126" y="288"/>
                    <a:pt x="200" y="174"/>
                    <a:pt x="306" y="129"/>
                  </a:cubicBezTo>
                  <a:cubicBezTo>
                    <a:pt x="320" y="124"/>
                    <a:pt x="334" y="121"/>
                    <a:pt x="349" y="121"/>
                  </a:cubicBezTo>
                  <a:cubicBezTo>
                    <a:pt x="420" y="121"/>
                    <a:pt x="498" y="185"/>
                    <a:pt x="554" y="296"/>
                  </a:cubicBezTo>
                  <a:cubicBezTo>
                    <a:pt x="615" y="419"/>
                    <a:pt x="659" y="560"/>
                    <a:pt x="688" y="726"/>
                  </a:cubicBezTo>
                  <a:cubicBezTo>
                    <a:pt x="691" y="747"/>
                    <a:pt x="838" y="1458"/>
                    <a:pt x="869" y="1585"/>
                  </a:cubicBezTo>
                  <a:cubicBezTo>
                    <a:pt x="934" y="1865"/>
                    <a:pt x="1068" y="2153"/>
                    <a:pt x="1168" y="2345"/>
                  </a:cubicBezTo>
                  <a:cubicBezTo>
                    <a:pt x="1184" y="2375"/>
                    <a:pt x="1201" y="2383"/>
                    <a:pt x="1213" y="2383"/>
                  </a:cubicBezTo>
                  <a:cubicBezTo>
                    <a:pt x="1220" y="2383"/>
                    <a:pt x="1225" y="2380"/>
                    <a:pt x="1229" y="2378"/>
                  </a:cubicBezTo>
                  <a:cubicBezTo>
                    <a:pt x="1242" y="2374"/>
                    <a:pt x="1265" y="2355"/>
                    <a:pt x="1240" y="2293"/>
                  </a:cubicBezTo>
                  <a:cubicBezTo>
                    <a:pt x="1208" y="2210"/>
                    <a:pt x="1174" y="2136"/>
                    <a:pt x="1142" y="2065"/>
                  </a:cubicBezTo>
                  <a:cubicBezTo>
                    <a:pt x="1043" y="1843"/>
                    <a:pt x="959" y="1652"/>
                    <a:pt x="913" y="1329"/>
                  </a:cubicBezTo>
                  <a:cubicBezTo>
                    <a:pt x="896" y="1204"/>
                    <a:pt x="794" y="730"/>
                    <a:pt x="773" y="636"/>
                  </a:cubicBezTo>
                  <a:cubicBezTo>
                    <a:pt x="762" y="585"/>
                    <a:pt x="707" y="394"/>
                    <a:pt x="665" y="304"/>
                  </a:cubicBezTo>
                  <a:cubicBezTo>
                    <a:pt x="601" y="168"/>
                    <a:pt x="508" y="11"/>
                    <a:pt x="370" y="1"/>
                  </a:cubicBezTo>
                  <a:cubicBezTo>
                    <a:pt x="363" y="1"/>
                    <a:pt x="357" y="0"/>
                    <a:pt x="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9" name="Google Shape;339;p28"/>
            <p:cNvSpPr/>
            <p:nvPr/>
          </p:nvSpPr>
          <p:spPr>
            <a:xfrm>
              <a:off x="8047069" y="3237782"/>
              <a:ext cx="119907" cy="434966"/>
            </a:xfrm>
            <a:custGeom>
              <a:avLst/>
              <a:gdLst/>
              <a:ahLst/>
              <a:cxnLst/>
              <a:rect l="l" t="t" r="r" b="b"/>
              <a:pathLst>
                <a:path w="964" h="3497" extrusionOk="0">
                  <a:moveTo>
                    <a:pt x="54" y="1"/>
                  </a:moveTo>
                  <a:cubicBezTo>
                    <a:pt x="48" y="1"/>
                    <a:pt x="42" y="3"/>
                    <a:pt x="36" y="6"/>
                  </a:cubicBezTo>
                  <a:cubicBezTo>
                    <a:pt x="0" y="26"/>
                    <a:pt x="26" y="75"/>
                    <a:pt x="47" y="113"/>
                  </a:cubicBezTo>
                  <a:cubicBezTo>
                    <a:pt x="315" y="614"/>
                    <a:pt x="537" y="1251"/>
                    <a:pt x="641" y="1820"/>
                  </a:cubicBezTo>
                  <a:cubicBezTo>
                    <a:pt x="676" y="2011"/>
                    <a:pt x="702" y="2209"/>
                    <a:pt x="726" y="2399"/>
                  </a:cubicBezTo>
                  <a:cubicBezTo>
                    <a:pt x="736" y="2478"/>
                    <a:pt x="748" y="2557"/>
                    <a:pt x="758" y="2635"/>
                  </a:cubicBezTo>
                  <a:cubicBezTo>
                    <a:pt x="821" y="3080"/>
                    <a:pt x="774" y="3313"/>
                    <a:pt x="601" y="3413"/>
                  </a:cubicBezTo>
                  <a:cubicBezTo>
                    <a:pt x="586" y="3422"/>
                    <a:pt x="579" y="3440"/>
                    <a:pt x="584" y="3460"/>
                  </a:cubicBezTo>
                  <a:cubicBezTo>
                    <a:pt x="589" y="3478"/>
                    <a:pt x="605" y="3497"/>
                    <a:pt x="627" y="3497"/>
                  </a:cubicBezTo>
                  <a:cubicBezTo>
                    <a:pt x="702" y="3495"/>
                    <a:pt x="761" y="3467"/>
                    <a:pt x="806" y="3415"/>
                  </a:cubicBezTo>
                  <a:cubicBezTo>
                    <a:pt x="964" y="3229"/>
                    <a:pt x="895" y="2758"/>
                    <a:pt x="841" y="2380"/>
                  </a:cubicBezTo>
                  <a:cubicBezTo>
                    <a:pt x="829" y="2299"/>
                    <a:pt x="818" y="2223"/>
                    <a:pt x="810" y="2156"/>
                  </a:cubicBezTo>
                  <a:cubicBezTo>
                    <a:pt x="729" y="1455"/>
                    <a:pt x="445" y="595"/>
                    <a:pt x="122" y="62"/>
                  </a:cubicBezTo>
                  <a:cubicBezTo>
                    <a:pt x="103" y="33"/>
                    <a:pt x="80" y="1"/>
                    <a:pt x="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0" name="Google Shape;340;p28"/>
            <p:cNvSpPr/>
            <p:nvPr/>
          </p:nvSpPr>
          <p:spPr>
            <a:xfrm>
              <a:off x="7978534" y="3549609"/>
              <a:ext cx="197897" cy="151498"/>
            </a:xfrm>
            <a:custGeom>
              <a:avLst/>
              <a:gdLst/>
              <a:ahLst/>
              <a:cxnLst/>
              <a:rect l="l" t="t" r="r" b="b"/>
              <a:pathLst>
                <a:path w="1591" h="1218" extrusionOk="0">
                  <a:moveTo>
                    <a:pt x="73" y="1"/>
                  </a:moveTo>
                  <a:cubicBezTo>
                    <a:pt x="66" y="1"/>
                    <a:pt x="60" y="5"/>
                    <a:pt x="53" y="10"/>
                  </a:cubicBezTo>
                  <a:cubicBezTo>
                    <a:pt x="32" y="26"/>
                    <a:pt x="0" y="48"/>
                    <a:pt x="316" y="485"/>
                  </a:cubicBezTo>
                  <a:cubicBezTo>
                    <a:pt x="572" y="842"/>
                    <a:pt x="949" y="1217"/>
                    <a:pt x="1249" y="1217"/>
                  </a:cubicBezTo>
                  <a:cubicBezTo>
                    <a:pt x="1256" y="1217"/>
                    <a:pt x="1264" y="1217"/>
                    <a:pt x="1271" y="1216"/>
                  </a:cubicBezTo>
                  <a:cubicBezTo>
                    <a:pt x="1339" y="1213"/>
                    <a:pt x="1402" y="1177"/>
                    <a:pt x="1453" y="1114"/>
                  </a:cubicBezTo>
                  <a:cubicBezTo>
                    <a:pt x="1551" y="994"/>
                    <a:pt x="1590" y="796"/>
                    <a:pt x="1560" y="584"/>
                  </a:cubicBezTo>
                  <a:cubicBezTo>
                    <a:pt x="1555" y="552"/>
                    <a:pt x="1535" y="537"/>
                    <a:pt x="1518" y="537"/>
                  </a:cubicBezTo>
                  <a:cubicBezTo>
                    <a:pt x="1516" y="537"/>
                    <a:pt x="1514" y="537"/>
                    <a:pt x="1513" y="537"/>
                  </a:cubicBezTo>
                  <a:cubicBezTo>
                    <a:pt x="1495" y="538"/>
                    <a:pt x="1477" y="554"/>
                    <a:pt x="1478" y="586"/>
                  </a:cubicBezTo>
                  <a:cubicBezTo>
                    <a:pt x="1485" y="840"/>
                    <a:pt x="1427" y="1009"/>
                    <a:pt x="1316" y="1061"/>
                  </a:cubicBezTo>
                  <a:cubicBezTo>
                    <a:pt x="1291" y="1072"/>
                    <a:pt x="1264" y="1078"/>
                    <a:pt x="1235" y="1078"/>
                  </a:cubicBezTo>
                  <a:cubicBezTo>
                    <a:pt x="1141" y="1078"/>
                    <a:pt x="1024" y="1020"/>
                    <a:pt x="897" y="909"/>
                  </a:cubicBezTo>
                  <a:cubicBezTo>
                    <a:pt x="664" y="705"/>
                    <a:pt x="456" y="479"/>
                    <a:pt x="263" y="216"/>
                  </a:cubicBezTo>
                  <a:cubicBezTo>
                    <a:pt x="134" y="40"/>
                    <a:pt x="96" y="1"/>
                    <a:pt x="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1" name="Google Shape;341;p28"/>
            <p:cNvSpPr/>
            <p:nvPr/>
          </p:nvSpPr>
          <p:spPr>
            <a:xfrm>
              <a:off x="7932263" y="3204074"/>
              <a:ext cx="105603" cy="213938"/>
            </a:xfrm>
            <a:custGeom>
              <a:avLst/>
              <a:gdLst/>
              <a:ahLst/>
              <a:cxnLst/>
              <a:rect l="l" t="t" r="r" b="b"/>
              <a:pathLst>
                <a:path w="849" h="1720" extrusionOk="0">
                  <a:moveTo>
                    <a:pt x="570" y="0"/>
                  </a:moveTo>
                  <a:cubicBezTo>
                    <a:pt x="520" y="0"/>
                    <a:pt x="474" y="13"/>
                    <a:pt x="430" y="37"/>
                  </a:cubicBezTo>
                  <a:cubicBezTo>
                    <a:pt x="1" y="280"/>
                    <a:pt x="62" y="1602"/>
                    <a:pt x="65" y="1659"/>
                  </a:cubicBezTo>
                  <a:cubicBezTo>
                    <a:pt x="66" y="1691"/>
                    <a:pt x="90" y="1718"/>
                    <a:pt x="117" y="1719"/>
                  </a:cubicBezTo>
                  <a:lnTo>
                    <a:pt x="118" y="1719"/>
                  </a:lnTo>
                  <a:cubicBezTo>
                    <a:pt x="136" y="1719"/>
                    <a:pt x="156" y="1706"/>
                    <a:pt x="160" y="1678"/>
                  </a:cubicBezTo>
                  <a:cubicBezTo>
                    <a:pt x="169" y="1581"/>
                    <a:pt x="174" y="1474"/>
                    <a:pt x="181" y="1363"/>
                  </a:cubicBezTo>
                  <a:cubicBezTo>
                    <a:pt x="209" y="908"/>
                    <a:pt x="243" y="341"/>
                    <a:pt x="483" y="182"/>
                  </a:cubicBezTo>
                  <a:cubicBezTo>
                    <a:pt x="528" y="152"/>
                    <a:pt x="580" y="137"/>
                    <a:pt x="638" y="137"/>
                  </a:cubicBezTo>
                  <a:cubicBezTo>
                    <a:pt x="686" y="137"/>
                    <a:pt x="738" y="147"/>
                    <a:pt x="796" y="168"/>
                  </a:cubicBezTo>
                  <a:lnTo>
                    <a:pt x="826" y="176"/>
                  </a:lnTo>
                  <a:lnTo>
                    <a:pt x="840" y="150"/>
                  </a:lnTo>
                  <a:cubicBezTo>
                    <a:pt x="849" y="132"/>
                    <a:pt x="841" y="104"/>
                    <a:pt x="823" y="91"/>
                  </a:cubicBezTo>
                  <a:cubicBezTo>
                    <a:pt x="732" y="31"/>
                    <a:pt x="647" y="0"/>
                    <a:pt x="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2" name="Google Shape;342;p28"/>
            <p:cNvSpPr/>
            <p:nvPr/>
          </p:nvSpPr>
          <p:spPr>
            <a:xfrm>
              <a:off x="7975175" y="3183675"/>
              <a:ext cx="215559" cy="449145"/>
            </a:xfrm>
            <a:custGeom>
              <a:avLst/>
              <a:gdLst/>
              <a:ahLst/>
              <a:cxnLst/>
              <a:rect l="l" t="t" r="r" b="b"/>
              <a:pathLst>
                <a:path w="1733" h="3611" extrusionOk="0">
                  <a:moveTo>
                    <a:pt x="229" y="0"/>
                  </a:moveTo>
                  <a:cubicBezTo>
                    <a:pt x="162" y="0"/>
                    <a:pt x="99" y="18"/>
                    <a:pt x="40" y="52"/>
                  </a:cubicBezTo>
                  <a:cubicBezTo>
                    <a:pt x="13" y="68"/>
                    <a:pt x="0" y="101"/>
                    <a:pt x="13" y="125"/>
                  </a:cubicBezTo>
                  <a:cubicBezTo>
                    <a:pt x="14" y="129"/>
                    <a:pt x="26" y="147"/>
                    <a:pt x="52" y="147"/>
                  </a:cubicBezTo>
                  <a:cubicBezTo>
                    <a:pt x="61" y="147"/>
                    <a:pt x="71" y="145"/>
                    <a:pt x="83" y="140"/>
                  </a:cubicBezTo>
                  <a:cubicBezTo>
                    <a:pt x="124" y="123"/>
                    <a:pt x="168" y="114"/>
                    <a:pt x="212" y="114"/>
                  </a:cubicBezTo>
                  <a:cubicBezTo>
                    <a:pt x="269" y="114"/>
                    <a:pt x="327" y="128"/>
                    <a:pt x="387" y="155"/>
                  </a:cubicBezTo>
                  <a:cubicBezTo>
                    <a:pt x="750" y="325"/>
                    <a:pt x="1101" y="970"/>
                    <a:pt x="1271" y="1499"/>
                  </a:cubicBezTo>
                  <a:cubicBezTo>
                    <a:pt x="1475" y="2135"/>
                    <a:pt x="1605" y="2889"/>
                    <a:pt x="1616" y="3516"/>
                  </a:cubicBezTo>
                  <a:cubicBezTo>
                    <a:pt x="1617" y="3570"/>
                    <a:pt x="1646" y="3611"/>
                    <a:pt x="1680" y="3611"/>
                  </a:cubicBezTo>
                  <a:cubicBezTo>
                    <a:pt x="1696" y="3611"/>
                    <a:pt x="1732" y="3602"/>
                    <a:pt x="1732" y="3529"/>
                  </a:cubicBezTo>
                  <a:cubicBezTo>
                    <a:pt x="1728" y="2891"/>
                    <a:pt x="1589" y="1852"/>
                    <a:pt x="1212" y="1021"/>
                  </a:cubicBezTo>
                  <a:cubicBezTo>
                    <a:pt x="1034" y="627"/>
                    <a:pt x="703" y="129"/>
                    <a:pt x="357" y="21"/>
                  </a:cubicBezTo>
                  <a:cubicBezTo>
                    <a:pt x="313" y="7"/>
                    <a:pt x="270" y="0"/>
                    <a:pt x="2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3" name="Google Shape;343;p28"/>
            <p:cNvSpPr/>
            <p:nvPr/>
          </p:nvSpPr>
          <p:spPr>
            <a:xfrm>
              <a:off x="7936492" y="3429207"/>
              <a:ext cx="228122" cy="299016"/>
            </a:xfrm>
            <a:custGeom>
              <a:avLst/>
              <a:gdLst/>
              <a:ahLst/>
              <a:cxnLst/>
              <a:rect l="l" t="t" r="r" b="b"/>
              <a:pathLst>
                <a:path w="1834" h="2404" extrusionOk="0">
                  <a:moveTo>
                    <a:pt x="102" y="1"/>
                  </a:moveTo>
                  <a:lnTo>
                    <a:pt x="40" y="4"/>
                  </a:lnTo>
                  <a:lnTo>
                    <a:pt x="38" y="33"/>
                  </a:lnTo>
                  <a:cubicBezTo>
                    <a:pt x="1" y="423"/>
                    <a:pt x="83" y="790"/>
                    <a:pt x="298" y="1190"/>
                  </a:cubicBezTo>
                  <a:cubicBezTo>
                    <a:pt x="612" y="1773"/>
                    <a:pt x="851" y="1993"/>
                    <a:pt x="953" y="2087"/>
                  </a:cubicBezTo>
                  <a:cubicBezTo>
                    <a:pt x="1176" y="2293"/>
                    <a:pt x="1404" y="2404"/>
                    <a:pt x="1589" y="2404"/>
                  </a:cubicBezTo>
                  <a:cubicBezTo>
                    <a:pt x="1665" y="2404"/>
                    <a:pt x="1732" y="2386"/>
                    <a:pt x="1791" y="2348"/>
                  </a:cubicBezTo>
                  <a:cubicBezTo>
                    <a:pt x="1811" y="2336"/>
                    <a:pt x="1834" y="2302"/>
                    <a:pt x="1823" y="2273"/>
                  </a:cubicBezTo>
                  <a:cubicBezTo>
                    <a:pt x="1819" y="2263"/>
                    <a:pt x="1807" y="2243"/>
                    <a:pt x="1774" y="2243"/>
                  </a:cubicBezTo>
                  <a:cubicBezTo>
                    <a:pt x="1768" y="2243"/>
                    <a:pt x="1762" y="2244"/>
                    <a:pt x="1755" y="2245"/>
                  </a:cubicBezTo>
                  <a:lnTo>
                    <a:pt x="1721" y="2251"/>
                  </a:lnTo>
                  <a:cubicBezTo>
                    <a:pt x="1658" y="2261"/>
                    <a:pt x="1604" y="2271"/>
                    <a:pt x="1548" y="2271"/>
                  </a:cubicBezTo>
                  <a:cubicBezTo>
                    <a:pt x="1427" y="2271"/>
                    <a:pt x="1303" y="2226"/>
                    <a:pt x="1087" y="2052"/>
                  </a:cubicBezTo>
                  <a:cubicBezTo>
                    <a:pt x="874" y="1881"/>
                    <a:pt x="669" y="1612"/>
                    <a:pt x="440" y="1206"/>
                  </a:cubicBezTo>
                  <a:cubicBezTo>
                    <a:pt x="198" y="778"/>
                    <a:pt x="150" y="451"/>
                    <a:pt x="109" y="36"/>
                  </a:cubicBezTo>
                  <a:lnTo>
                    <a:pt x="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4" name="Google Shape;344;p28"/>
            <p:cNvSpPr/>
            <p:nvPr/>
          </p:nvSpPr>
          <p:spPr>
            <a:xfrm>
              <a:off x="7909750" y="3215517"/>
              <a:ext cx="281483" cy="559846"/>
            </a:xfrm>
            <a:custGeom>
              <a:avLst/>
              <a:gdLst/>
              <a:ahLst/>
              <a:cxnLst/>
              <a:rect l="l" t="t" r="r" b="b"/>
              <a:pathLst>
                <a:path w="2263" h="4501" extrusionOk="0">
                  <a:moveTo>
                    <a:pt x="352" y="0"/>
                  </a:moveTo>
                  <a:lnTo>
                    <a:pt x="336" y="25"/>
                  </a:lnTo>
                  <a:cubicBezTo>
                    <a:pt x="113" y="354"/>
                    <a:pt x="0" y="961"/>
                    <a:pt x="34" y="1649"/>
                  </a:cubicBezTo>
                  <a:cubicBezTo>
                    <a:pt x="66" y="2321"/>
                    <a:pt x="217" y="2892"/>
                    <a:pt x="494" y="3393"/>
                  </a:cubicBezTo>
                  <a:cubicBezTo>
                    <a:pt x="610" y="3604"/>
                    <a:pt x="762" y="3801"/>
                    <a:pt x="909" y="3991"/>
                  </a:cubicBezTo>
                  <a:cubicBezTo>
                    <a:pt x="941" y="4032"/>
                    <a:pt x="971" y="4071"/>
                    <a:pt x="1000" y="4109"/>
                  </a:cubicBezTo>
                  <a:cubicBezTo>
                    <a:pt x="1143" y="4297"/>
                    <a:pt x="1307" y="4419"/>
                    <a:pt x="1486" y="4472"/>
                  </a:cubicBezTo>
                  <a:cubicBezTo>
                    <a:pt x="1549" y="4490"/>
                    <a:pt x="1611" y="4500"/>
                    <a:pt x="1670" y="4500"/>
                  </a:cubicBezTo>
                  <a:cubicBezTo>
                    <a:pt x="1765" y="4500"/>
                    <a:pt x="1855" y="4476"/>
                    <a:pt x="1934" y="4430"/>
                  </a:cubicBezTo>
                  <a:cubicBezTo>
                    <a:pt x="2087" y="4342"/>
                    <a:pt x="2197" y="4178"/>
                    <a:pt x="2251" y="3955"/>
                  </a:cubicBezTo>
                  <a:cubicBezTo>
                    <a:pt x="2263" y="3911"/>
                    <a:pt x="2263" y="3842"/>
                    <a:pt x="2221" y="3830"/>
                  </a:cubicBezTo>
                  <a:cubicBezTo>
                    <a:pt x="2217" y="3829"/>
                    <a:pt x="2213" y="3828"/>
                    <a:pt x="2209" y="3828"/>
                  </a:cubicBezTo>
                  <a:cubicBezTo>
                    <a:pt x="2174" y="3828"/>
                    <a:pt x="2159" y="3878"/>
                    <a:pt x="2154" y="3895"/>
                  </a:cubicBezTo>
                  <a:cubicBezTo>
                    <a:pt x="2090" y="4098"/>
                    <a:pt x="1995" y="4234"/>
                    <a:pt x="1869" y="4301"/>
                  </a:cubicBezTo>
                  <a:cubicBezTo>
                    <a:pt x="1811" y="4331"/>
                    <a:pt x="1747" y="4346"/>
                    <a:pt x="1677" y="4346"/>
                  </a:cubicBezTo>
                  <a:cubicBezTo>
                    <a:pt x="1618" y="4346"/>
                    <a:pt x="1554" y="4335"/>
                    <a:pt x="1487" y="4313"/>
                  </a:cubicBezTo>
                  <a:cubicBezTo>
                    <a:pt x="1271" y="4244"/>
                    <a:pt x="1127" y="4051"/>
                    <a:pt x="959" y="3828"/>
                  </a:cubicBezTo>
                  <a:cubicBezTo>
                    <a:pt x="931" y="3792"/>
                    <a:pt x="904" y="3755"/>
                    <a:pt x="874" y="3716"/>
                  </a:cubicBezTo>
                  <a:cubicBezTo>
                    <a:pt x="698" y="3487"/>
                    <a:pt x="553" y="3288"/>
                    <a:pt x="445" y="3004"/>
                  </a:cubicBezTo>
                  <a:cubicBezTo>
                    <a:pt x="264" y="2528"/>
                    <a:pt x="173" y="2050"/>
                    <a:pt x="156" y="1496"/>
                  </a:cubicBezTo>
                  <a:cubicBezTo>
                    <a:pt x="140" y="971"/>
                    <a:pt x="231" y="438"/>
                    <a:pt x="401" y="71"/>
                  </a:cubicBezTo>
                  <a:cubicBezTo>
                    <a:pt x="413" y="50"/>
                    <a:pt x="400" y="24"/>
                    <a:pt x="383" y="15"/>
                  </a:cubicBez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5" name="Google Shape;345;p28"/>
            <p:cNvSpPr/>
            <p:nvPr/>
          </p:nvSpPr>
          <p:spPr>
            <a:xfrm>
              <a:off x="7891217" y="3706083"/>
              <a:ext cx="308226" cy="280109"/>
            </a:xfrm>
            <a:custGeom>
              <a:avLst/>
              <a:gdLst/>
              <a:ahLst/>
              <a:cxnLst/>
              <a:rect l="l" t="t" r="r" b="b"/>
              <a:pathLst>
                <a:path w="2478" h="2252" extrusionOk="0">
                  <a:moveTo>
                    <a:pt x="286" y="0"/>
                  </a:moveTo>
                  <a:cubicBezTo>
                    <a:pt x="119" y="0"/>
                    <a:pt x="1" y="155"/>
                    <a:pt x="1" y="411"/>
                  </a:cubicBezTo>
                  <a:cubicBezTo>
                    <a:pt x="1" y="755"/>
                    <a:pt x="213" y="1160"/>
                    <a:pt x="470" y="1308"/>
                  </a:cubicBezTo>
                  <a:lnTo>
                    <a:pt x="2007" y="2196"/>
                  </a:lnTo>
                  <a:cubicBezTo>
                    <a:pt x="2073" y="2234"/>
                    <a:pt x="2136" y="2252"/>
                    <a:pt x="2193" y="2252"/>
                  </a:cubicBezTo>
                  <a:cubicBezTo>
                    <a:pt x="2360" y="2252"/>
                    <a:pt x="2477" y="2098"/>
                    <a:pt x="2477" y="1841"/>
                  </a:cubicBezTo>
                  <a:cubicBezTo>
                    <a:pt x="2477" y="1496"/>
                    <a:pt x="2265" y="1093"/>
                    <a:pt x="2007" y="943"/>
                  </a:cubicBezTo>
                  <a:lnTo>
                    <a:pt x="470" y="56"/>
                  </a:lnTo>
                  <a:cubicBezTo>
                    <a:pt x="405" y="18"/>
                    <a:pt x="342" y="0"/>
                    <a:pt x="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6" name="Google Shape;346;p28"/>
            <p:cNvSpPr/>
            <p:nvPr/>
          </p:nvSpPr>
          <p:spPr>
            <a:xfrm>
              <a:off x="8144460" y="3973257"/>
              <a:ext cx="34703" cy="23881"/>
            </a:xfrm>
            <a:custGeom>
              <a:avLst/>
              <a:gdLst/>
              <a:ahLst/>
              <a:cxnLst/>
              <a:rect l="l" t="t" r="r" b="b"/>
              <a:pathLst>
                <a:path w="279" h="192" extrusionOk="0">
                  <a:moveTo>
                    <a:pt x="1" y="0"/>
                  </a:moveTo>
                  <a:lnTo>
                    <a:pt x="66" y="192"/>
                  </a:lnTo>
                  <a:lnTo>
                    <a:pt x="279" y="70"/>
                  </a:lnTo>
                  <a:lnTo>
                    <a:pt x="1"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7" name="Google Shape;347;p28"/>
            <p:cNvSpPr/>
            <p:nvPr/>
          </p:nvSpPr>
          <p:spPr>
            <a:xfrm>
              <a:off x="7885247" y="3708943"/>
              <a:ext cx="28733" cy="30101"/>
            </a:xfrm>
            <a:custGeom>
              <a:avLst/>
              <a:gdLst/>
              <a:ahLst/>
              <a:cxnLst/>
              <a:rect l="l" t="t" r="r" b="b"/>
              <a:pathLst>
                <a:path w="231" h="242" extrusionOk="0">
                  <a:moveTo>
                    <a:pt x="230" y="0"/>
                  </a:moveTo>
                  <a:lnTo>
                    <a:pt x="0" y="136"/>
                  </a:lnTo>
                  <a:lnTo>
                    <a:pt x="230" y="241"/>
                  </a:lnTo>
                  <a:lnTo>
                    <a:pt x="230"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8" name="Google Shape;348;p28"/>
            <p:cNvSpPr/>
            <p:nvPr/>
          </p:nvSpPr>
          <p:spPr>
            <a:xfrm>
              <a:off x="7866092" y="3721008"/>
              <a:ext cx="308102" cy="280109"/>
            </a:xfrm>
            <a:custGeom>
              <a:avLst/>
              <a:gdLst/>
              <a:ahLst/>
              <a:cxnLst/>
              <a:rect l="l" t="t" r="r" b="b"/>
              <a:pathLst>
                <a:path w="2477" h="2252" extrusionOk="0">
                  <a:moveTo>
                    <a:pt x="284" y="0"/>
                  </a:moveTo>
                  <a:cubicBezTo>
                    <a:pt x="117" y="0"/>
                    <a:pt x="0" y="155"/>
                    <a:pt x="0" y="411"/>
                  </a:cubicBezTo>
                  <a:cubicBezTo>
                    <a:pt x="0" y="756"/>
                    <a:pt x="211" y="1159"/>
                    <a:pt x="470" y="1308"/>
                  </a:cubicBezTo>
                  <a:lnTo>
                    <a:pt x="2007" y="2196"/>
                  </a:lnTo>
                  <a:cubicBezTo>
                    <a:pt x="2072" y="2234"/>
                    <a:pt x="2135" y="2252"/>
                    <a:pt x="2192" y="2252"/>
                  </a:cubicBezTo>
                  <a:cubicBezTo>
                    <a:pt x="2359" y="2252"/>
                    <a:pt x="2476" y="2098"/>
                    <a:pt x="2476" y="1841"/>
                  </a:cubicBezTo>
                  <a:cubicBezTo>
                    <a:pt x="2476" y="1497"/>
                    <a:pt x="2265" y="1093"/>
                    <a:pt x="2007" y="944"/>
                  </a:cubicBezTo>
                  <a:lnTo>
                    <a:pt x="470" y="57"/>
                  </a:lnTo>
                  <a:cubicBezTo>
                    <a:pt x="404" y="18"/>
                    <a:pt x="341" y="0"/>
                    <a:pt x="2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9" name="Google Shape;349;p28"/>
            <p:cNvSpPr/>
            <p:nvPr/>
          </p:nvSpPr>
          <p:spPr>
            <a:xfrm>
              <a:off x="7924054" y="3762055"/>
              <a:ext cx="44779" cy="111944"/>
            </a:xfrm>
            <a:custGeom>
              <a:avLst/>
              <a:gdLst/>
              <a:ahLst/>
              <a:cxnLst/>
              <a:rect l="l" t="t" r="r" b="b"/>
              <a:pathLst>
                <a:path w="360" h="900" extrusionOk="0">
                  <a:moveTo>
                    <a:pt x="0" y="0"/>
                  </a:moveTo>
                  <a:lnTo>
                    <a:pt x="0" y="693"/>
                  </a:lnTo>
                  <a:lnTo>
                    <a:pt x="103" y="751"/>
                  </a:lnTo>
                  <a:lnTo>
                    <a:pt x="103" y="463"/>
                  </a:lnTo>
                  <a:lnTo>
                    <a:pt x="258" y="552"/>
                  </a:lnTo>
                  <a:lnTo>
                    <a:pt x="258" y="841"/>
                  </a:lnTo>
                  <a:lnTo>
                    <a:pt x="360" y="900"/>
                  </a:lnTo>
                  <a:lnTo>
                    <a:pt x="360" y="207"/>
                  </a:lnTo>
                  <a:lnTo>
                    <a:pt x="258" y="149"/>
                  </a:lnTo>
                  <a:lnTo>
                    <a:pt x="258" y="415"/>
                  </a:lnTo>
                  <a:lnTo>
                    <a:pt x="103" y="326"/>
                  </a:lnTo>
                  <a:lnTo>
                    <a:pt x="103" y="5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0" name="Google Shape;350;p28"/>
            <p:cNvSpPr/>
            <p:nvPr/>
          </p:nvSpPr>
          <p:spPr>
            <a:xfrm>
              <a:off x="7974553" y="3801360"/>
              <a:ext cx="50500" cy="105103"/>
            </a:xfrm>
            <a:custGeom>
              <a:avLst/>
              <a:gdLst/>
              <a:ahLst/>
              <a:cxnLst/>
              <a:rect l="l" t="t" r="r" b="b"/>
              <a:pathLst>
                <a:path w="406" h="845" extrusionOk="0">
                  <a:moveTo>
                    <a:pt x="199" y="151"/>
                  </a:moveTo>
                  <a:lnTo>
                    <a:pt x="201" y="154"/>
                  </a:lnTo>
                  <a:cubicBezTo>
                    <a:pt x="214" y="233"/>
                    <a:pt x="225" y="322"/>
                    <a:pt x="238" y="397"/>
                  </a:cubicBezTo>
                  <a:lnTo>
                    <a:pt x="249" y="468"/>
                  </a:lnTo>
                  <a:lnTo>
                    <a:pt x="249" y="468"/>
                  </a:lnTo>
                  <a:lnTo>
                    <a:pt x="153" y="412"/>
                  </a:lnTo>
                  <a:lnTo>
                    <a:pt x="163" y="354"/>
                  </a:lnTo>
                  <a:cubicBezTo>
                    <a:pt x="175" y="292"/>
                    <a:pt x="188" y="219"/>
                    <a:pt x="199" y="151"/>
                  </a:cubicBezTo>
                  <a:close/>
                  <a:moveTo>
                    <a:pt x="142" y="1"/>
                  </a:moveTo>
                  <a:lnTo>
                    <a:pt x="1" y="611"/>
                  </a:lnTo>
                  <a:lnTo>
                    <a:pt x="104" y="671"/>
                  </a:lnTo>
                  <a:lnTo>
                    <a:pt x="131" y="522"/>
                  </a:lnTo>
                  <a:lnTo>
                    <a:pt x="270" y="602"/>
                  </a:lnTo>
                  <a:lnTo>
                    <a:pt x="297" y="782"/>
                  </a:lnTo>
                  <a:lnTo>
                    <a:pt x="405" y="844"/>
                  </a:lnTo>
                  <a:lnTo>
                    <a:pt x="263" y="70"/>
                  </a:lnTo>
                  <a:lnTo>
                    <a:pt x="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1" name="Google Shape;351;p28"/>
            <p:cNvSpPr/>
            <p:nvPr/>
          </p:nvSpPr>
          <p:spPr>
            <a:xfrm>
              <a:off x="8027167" y="3832455"/>
              <a:ext cx="44157" cy="94531"/>
            </a:xfrm>
            <a:custGeom>
              <a:avLst/>
              <a:gdLst/>
              <a:ahLst/>
              <a:cxnLst/>
              <a:rect l="l" t="t" r="r" b="b"/>
              <a:pathLst>
                <a:path w="355" h="760" extrusionOk="0">
                  <a:moveTo>
                    <a:pt x="139" y="0"/>
                  </a:moveTo>
                  <a:cubicBezTo>
                    <a:pt x="59" y="0"/>
                    <a:pt x="0" y="86"/>
                    <a:pt x="0" y="263"/>
                  </a:cubicBezTo>
                  <a:cubicBezTo>
                    <a:pt x="0" y="496"/>
                    <a:pt x="96" y="673"/>
                    <a:pt x="212" y="740"/>
                  </a:cubicBezTo>
                  <a:cubicBezTo>
                    <a:pt x="235" y="753"/>
                    <a:pt x="257" y="760"/>
                    <a:pt x="278" y="760"/>
                  </a:cubicBezTo>
                  <a:cubicBezTo>
                    <a:pt x="307" y="760"/>
                    <a:pt x="333" y="747"/>
                    <a:pt x="355" y="720"/>
                  </a:cubicBezTo>
                  <a:lnTo>
                    <a:pt x="299" y="594"/>
                  </a:lnTo>
                  <a:cubicBezTo>
                    <a:pt x="285" y="608"/>
                    <a:pt x="270" y="618"/>
                    <a:pt x="252" y="618"/>
                  </a:cubicBezTo>
                  <a:cubicBezTo>
                    <a:pt x="240" y="618"/>
                    <a:pt x="227" y="614"/>
                    <a:pt x="213" y="605"/>
                  </a:cubicBezTo>
                  <a:cubicBezTo>
                    <a:pt x="148" y="568"/>
                    <a:pt x="105" y="460"/>
                    <a:pt x="105" y="318"/>
                  </a:cubicBezTo>
                  <a:cubicBezTo>
                    <a:pt x="105" y="206"/>
                    <a:pt x="136" y="149"/>
                    <a:pt x="181" y="149"/>
                  </a:cubicBezTo>
                  <a:cubicBezTo>
                    <a:pt x="192" y="149"/>
                    <a:pt x="204" y="152"/>
                    <a:pt x="216" y="159"/>
                  </a:cubicBezTo>
                  <a:cubicBezTo>
                    <a:pt x="248" y="177"/>
                    <a:pt x="269" y="210"/>
                    <a:pt x="292" y="255"/>
                  </a:cubicBezTo>
                  <a:lnTo>
                    <a:pt x="348" y="191"/>
                  </a:lnTo>
                  <a:cubicBezTo>
                    <a:pt x="318" y="126"/>
                    <a:pt x="270" y="56"/>
                    <a:pt x="215" y="23"/>
                  </a:cubicBezTo>
                  <a:cubicBezTo>
                    <a:pt x="188" y="8"/>
                    <a:pt x="163"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2" name="Google Shape;352;p28"/>
            <p:cNvSpPr/>
            <p:nvPr/>
          </p:nvSpPr>
          <p:spPr>
            <a:xfrm>
              <a:off x="8079532" y="3851735"/>
              <a:ext cx="46769" cy="113188"/>
            </a:xfrm>
            <a:custGeom>
              <a:avLst/>
              <a:gdLst/>
              <a:ahLst/>
              <a:cxnLst/>
              <a:rect l="l" t="t" r="r" b="b"/>
              <a:pathLst>
                <a:path w="376" h="910" extrusionOk="0">
                  <a:moveTo>
                    <a:pt x="0" y="1"/>
                  </a:moveTo>
                  <a:lnTo>
                    <a:pt x="0" y="694"/>
                  </a:lnTo>
                  <a:lnTo>
                    <a:pt x="103" y="752"/>
                  </a:lnTo>
                  <a:lnTo>
                    <a:pt x="103" y="566"/>
                  </a:lnTo>
                  <a:lnTo>
                    <a:pt x="156" y="490"/>
                  </a:lnTo>
                  <a:lnTo>
                    <a:pt x="264" y="846"/>
                  </a:lnTo>
                  <a:lnTo>
                    <a:pt x="375" y="910"/>
                  </a:lnTo>
                  <a:lnTo>
                    <a:pt x="214" y="401"/>
                  </a:lnTo>
                  <a:lnTo>
                    <a:pt x="350" y="203"/>
                  </a:lnTo>
                  <a:lnTo>
                    <a:pt x="239" y="138"/>
                  </a:lnTo>
                  <a:lnTo>
                    <a:pt x="105" y="344"/>
                  </a:lnTo>
                  <a:lnTo>
                    <a:pt x="103" y="343"/>
                  </a:lnTo>
                  <a:lnTo>
                    <a:pt x="103" y="6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353" name="Google Shape;353;p28"/>
          <p:cNvGrpSpPr/>
          <p:nvPr/>
        </p:nvGrpSpPr>
        <p:grpSpPr>
          <a:xfrm>
            <a:off x="331179" y="148675"/>
            <a:ext cx="557496" cy="1104693"/>
            <a:chOff x="331179" y="148675"/>
            <a:chExt cx="557496" cy="1104693"/>
          </a:xfrm>
        </p:grpSpPr>
        <p:sp>
          <p:nvSpPr>
            <p:cNvPr id="354" name="Google Shape;354;p28"/>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5" name="Google Shape;355;p28"/>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6" name="Google Shape;356;p28"/>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7" name="Google Shape;357;p28"/>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8" name="Google Shape;358;p28"/>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9" name="Google Shape;359;p28"/>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0" name="Google Shape;360;p28"/>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1" name="Google Shape;361;p28"/>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2" name="Google Shape;362;p28"/>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3" name="Google Shape;363;p28"/>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4" name="Google Shape;364;p28"/>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5" name="Google Shape;365;p28"/>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6" name="Google Shape;366;p28"/>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7" name="Google Shape;367;p28"/>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8" name="Google Shape;368;p28"/>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9" name="Google Shape;369;p28"/>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0" name="Google Shape;370;p28"/>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1" name="Google Shape;371;p28"/>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2" name="Google Shape;372;p28"/>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sp>
        <p:nvSpPr>
          <p:cNvPr id="2" name="Google Shape;377;p29">
            <a:extLst>
              <a:ext uri="{FF2B5EF4-FFF2-40B4-BE49-F238E27FC236}">
                <a16:creationId xmlns:a16="http://schemas.microsoft.com/office/drawing/2014/main" id="{71424AC9-C708-2088-8DF8-48E4BE7ECDDD}"/>
              </a:ext>
            </a:extLst>
          </p:cNvPr>
          <p:cNvSpPr txBox="1">
            <a:spLocks/>
          </p:cNvSpPr>
          <p:nvPr/>
        </p:nvSpPr>
        <p:spPr>
          <a:xfrm>
            <a:off x="1440000" y="-1225644"/>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5200"/>
              <a:buFont typeface="Oswald"/>
              <a:buNone/>
              <a:defRPr sz="8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9pPr>
          </a:lstStyle>
          <a:p>
            <a:r>
              <a:rPr lang="en-US" dirty="0" err="1">
                <a:solidFill>
                  <a:schemeClr val="lt2"/>
                </a:solidFill>
                <a:latin typeface="Bahnschrift SemiBold Condensed" panose="020B0502040204020203" pitchFamily="34" charset="0"/>
              </a:rPr>
              <a:t>Nội</a:t>
            </a:r>
            <a:r>
              <a:rPr lang="en-US" dirty="0">
                <a:solidFill>
                  <a:schemeClr val="lt2"/>
                </a:solidFill>
                <a:latin typeface="Bahnschrift SemiBold Condensed" panose="020B0502040204020203" pitchFamily="34" charset="0"/>
              </a:rPr>
              <a:t> Dung</a:t>
            </a:r>
          </a:p>
        </p:txBody>
      </p:sp>
      <p:graphicFrame>
        <p:nvGraphicFramePr>
          <p:cNvPr id="3" name="Google Shape;379;p29">
            <a:extLst>
              <a:ext uri="{FF2B5EF4-FFF2-40B4-BE49-F238E27FC236}">
                <a16:creationId xmlns:a16="http://schemas.microsoft.com/office/drawing/2014/main" id="{44A89B5D-827C-987F-37CB-C8F3BBE83C61}"/>
              </a:ext>
            </a:extLst>
          </p:cNvPr>
          <p:cNvGraphicFramePr/>
          <p:nvPr>
            <p:extLst>
              <p:ext uri="{D42A27DB-BD31-4B8C-83A1-F6EECF244321}">
                <p14:modId xmlns:p14="http://schemas.microsoft.com/office/powerpoint/2010/main" val="1482399286"/>
              </p:ext>
            </p:extLst>
          </p:nvPr>
        </p:nvGraphicFramePr>
        <p:xfrm>
          <a:off x="-8185700" y="1326595"/>
          <a:ext cx="7704000" cy="2457930"/>
        </p:xfrm>
        <a:graphic>
          <a:graphicData uri="http://schemas.openxmlformats.org/drawingml/2006/table">
            <a:tbl>
              <a:tblPr>
                <a:noFill/>
                <a:tableStyleId>{D243762F-2EDA-4845-8B42-360F46D7D34F}</a:tableStyleId>
              </a:tblPr>
              <a:tblGrid>
                <a:gridCol w="2364925">
                  <a:extLst>
                    <a:ext uri="{9D8B030D-6E8A-4147-A177-3AD203B41FA5}">
                      <a16:colId xmlns:a16="http://schemas.microsoft.com/office/drawing/2014/main" val="20000"/>
                    </a:ext>
                  </a:extLst>
                </a:gridCol>
                <a:gridCol w="5339075">
                  <a:extLst>
                    <a:ext uri="{9D8B030D-6E8A-4147-A177-3AD203B41FA5}">
                      <a16:colId xmlns:a16="http://schemas.microsoft.com/office/drawing/2014/main" val="20001"/>
                    </a:ext>
                  </a:extLst>
                </a:gridCol>
              </a:tblGrid>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Mở</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Đầu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Tổng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an </a:t>
                      </a:r>
                      <a:r>
                        <a:rPr lang="en-US" sz="1400" dirty="0" err="1">
                          <a:solidFill>
                            <a:schemeClr val="dk1"/>
                          </a:solidFill>
                          <a:latin typeface="Bahnschrift" panose="020B0502040204020203" pitchFamily="34" charset="0"/>
                          <a:ea typeface="Nunito"/>
                          <a:cs typeface="Nunito"/>
                          <a:sym typeface="Nunito"/>
                        </a:rPr>
                        <a:t>ninh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mạng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DDos</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Cơ</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Sở</a:t>
                      </a:r>
                      <a:r>
                        <a:rPr lang="en-US" sz="1400" b="1" dirty="0">
                          <a:solidFill>
                            <a:schemeClr val="lt1"/>
                          </a:solidFill>
                          <a:latin typeface="Bahnschrift" panose="020B0502040204020203" pitchFamily="34" charset="0"/>
                          <a:ea typeface="Oswald"/>
                          <a:cs typeface="Oswald"/>
                          <a:sym typeface="Oswald"/>
                        </a:rPr>
                        <a:t> Lý </a:t>
                      </a:r>
                      <a:r>
                        <a:rPr lang="en-US" sz="1400" b="1" dirty="0" err="1">
                          <a:solidFill>
                            <a:schemeClr val="lt1"/>
                          </a:solidFill>
                          <a:latin typeface="Bahnschrift" panose="020B0502040204020203" pitchFamily="34" charset="0"/>
                          <a:ea typeface="Oswald"/>
                          <a:cs typeface="Oswald"/>
                          <a:sym typeface="Oswald"/>
                        </a:rPr>
                        <a:t>Thuyết</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Giới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thuật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toán</a:t>
                      </a:r>
                      <a:r>
                        <a:rPr lang="en-US" sz="1400" dirty="0">
                          <a:solidFill>
                            <a:schemeClr val="dk1"/>
                          </a:solidFill>
                          <a:latin typeface="Bahnschrift" panose="020B0502040204020203" pitchFamily="34" charset="0"/>
                          <a:ea typeface="Nunito"/>
                          <a:cs typeface="Nunito"/>
                          <a:sym typeface="Nunito"/>
                        </a:rPr>
                        <a:t> KNN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khái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niệm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liên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91586">
                <a:tc>
                  <a:txBody>
                    <a:bodyPr/>
                    <a:lstStyle/>
                    <a:p>
                      <a:pPr marL="0" lvl="0" indent="0" algn="l" rtl="0">
                        <a:spcBef>
                          <a:spcPts val="0"/>
                        </a:spcBef>
                        <a:spcAft>
                          <a:spcPts val="0"/>
                        </a:spcAft>
                        <a:buNone/>
                      </a:pPr>
                      <a:r>
                        <a:rPr lang="en-US" sz="1400" b="1" dirty="0">
                          <a:solidFill>
                            <a:schemeClr val="lt1"/>
                          </a:solidFill>
                          <a:latin typeface="Bahnschrift" panose="020B0502040204020203" pitchFamily="34" charset="0"/>
                          <a:ea typeface="Oswald"/>
                          <a:cs typeface="Oswald"/>
                          <a:sym typeface="Oswald"/>
                        </a:rPr>
                        <a:t>Phương Pháp </a:t>
                      </a:r>
                      <a:r>
                        <a:rPr lang="en-US" sz="1400" b="1" dirty="0" err="1">
                          <a:solidFill>
                            <a:schemeClr val="lt1"/>
                          </a:solidFill>
                          <a:latin typeface="Bahnschrift" panose="020B0502040204020203" pitchFamily="34" charset="0"/>
                          <a:ea typeface="Oswald"/>
                          <a:cs typeface="Oswald"/>
                          <a:sym typeface="Oswald"/>
                        </a:rPr>
                        <a:t>Nghiên</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Cứu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a:solidFill>
                            <a:schemeClr val="dk1"/>
                          </a:solidFill>
                          <a:latin typeface="Bahnschrift" panose="020B0502040204020203" pitchFamily="34" charset="0"/>
                          <a:ea typeface="Nunito"/>
                          <a:cs typeface="Nunito"/>
                          <a:sym typeface="Nunito"/>
                        </a:rPr>
                        <a:t>Quy </a:t>
                      </a:r>
                      <a:r>
                        <a:rPr lang="en-US" sz="1400" dirty="0" err="1">
                          <a:solidFill>
                            <a:schemeClr val="dk1"/>
                          </a:solidFill>
                          <a:latin typeface="Bahnschrift" panose="020B0502040204020203" pitchFamily="34" charset="0"/>
                          <a:ea typeface="Nunito"/>
                          <a:cs typeface="Nunito"/>
                          <a:sym typeface="Nunito"/>
                        </a:rPr>
                        <a:t>trình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xây</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dựng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phát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91586">
                <a:tc>
                  <a:txBody>
                    <a:bodyPr/>
                    <a:lstStyle/>
                    <a:p>
                      <a:pPr marL="0" lvl="0" indent="0" algn="l" rtl="0">
                        <a:spcBef>
                          <a:spcPts val="0"/>
                        </a:spcBef>
                        <a:spcAft>
                          <a:spcPts val="0"/>
                        </a:spcAft>
                        <a:buNone/>
                      </a:pPr>
                      <a:r>
                        <a:rPr lang="en" sz="1400" b="1" dirty="0">
                          <a:solidFill>
                            <a:schemeClr val="lt1"/>
                          </a:solidFill>
                          <a:uFill>
                            <a:noFill/>
                          </a:uFill>
                          <a:latin typeface="Bahnschrift" panose="020B0502040204020203" pitchFamily="34" charset="0"/>
                          <a:ea typeface="Oswald"/>
                          <a:cs typeface="Oswald"/>
                          <a:sym typeface="Oswald"/>
                        </a:rPr>
                        <a:t>Thực Hành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suất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độ</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chính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Tổng</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kết</a:t>
                      </a:r>
                      <a:r>
                        <a:rPr lang="en-US" sz="1400" b="1" dirty="0">
                          <a:solidFill>
                            <a:schemeClr val="lt1"/>
                          </a:solidFill>
                          <a:latin typeface="Bahnschrift" panose="020B0502040204020203" pitchFamily="34" charset="0"/>
                          <a:ea typeface="Oswald"/>
                          <a:cs typeface="Oswald"/>
                          <a:sym typeface="Oswald"/>
                        </a:rPr>
                        <a:t>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US" sz="1400" dirty="0" err="1">
                          <a:solidFill>
                            <a:schemeClr val="dk1"/>
                          </a:solidFill>
                          <a:latin typeface="Bahnschrift" panose="020B0502040204020203" pitchFamily="34" charset="0"/>
                          <a:ea typeface="Nunito"/>
                          <a:cs typeface="Nunito"/>
                          <a:sym typeface="Nunito"/>
                        </a:rPr>
                        <a:t>Đúc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quả</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ưu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nhược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điểm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7D1C8648-370A-8449-2EC3-D2FF1ACA9047}"/>
            </a:ext>
          </a:extLst>
        </p:cNvPr>
        <p:cNvGrpSpPr/>
        <p:nvPr/>
      </p:nvGrpSpPr>
      <p:grpSpPr>
        <a:xfrm>
          <a:off x="0" y="0"/>
          <a:ext cx="0" cy="0"/>
          <a:chOff x="0" y="0"/>
          <a:chExt cx="0" cy="0"/>
        </a:xfrm>
      </p:grpSpPr>
      <p:sp>
        <p:nvSpPr>
          <p:cNvPr id="187" name="Google Shape;187;p28">
            <a:extLst>
              <a:ext uri="{FF2B5EF4-FFF2-40B4-BE49-F238E27FC236}">
                <a16:creationId xmlns:a16="http://schemas.microsoft.com/office/drawing/2014/main" id="{72E341EE-087E-9A62-05B7-F404BE3FA4F4}"/>
              </a:ext>
            </a:extLst>
          </p:cNvPr>
          <p:cNvSpPr txBox="1">
            <a:spLocks noGrp="1"/>
          </p:cNvSpPr>
          <p:nvPr>
            <p:ph type="ctrTitle"/>
          </p:nvPr>
        </p:nvSpPr>
        <p:spPr>
          <a:xfrm>
            <a:off x="-271358" y="5540864"/>
            <a:ext cx="5081658" cy="2296247"/>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sz="4000" dirty="0">
                <a:solidFill>
                  <a:schemeClr val="tx2"/>
                </a:solidFill>
                <a:latin typeface="Bahnschrift SemiBold Condensed" panose="020B0502040204020203" pitchFamily="34" charset="0"/>
              </a:rPr>
              <a:t>THUẬT TOÁN K-NEAREST NEIGHBORS TRONG PHÁT HIỆN TẤN CÔNG DDoS SYN FLOOD</a:t>
            </a:r>
            <a:endParaRPr sz="4000" dirty="0">
              <a:solidFill>
                <a:schemeClr val="tx2"/>
              </a:solidFill>
              <a:latin typeface="Bahnschrift SemiBold Condensed" panose="020B0502040204020203" pitchFamily="34" charset="0"/>
            </a:endParaRPr>
          </a:p>
        </p:txBody>
      </p:sp>
      <p:sp>
        <p:nvSpPr>
          <p:cNvPr id="188" name="Google Shape;188;p28">
            <a:extLst>
              <a:ext uri="{FF2B5EF4-FFF2-40B4-BE49-F238E27FC236}">
                <a16:creationId xmlns:a16="http://schemas.microsoft.com/office/drawing/2014/main" id="{F831865D-83E7-EB6E-34FF-DD5BC4A52932}"/>
              </a:ext>
            </a:extLst>
          </p:cNvPr>
          <p:cNvSpPr txBox="1">
            <a:spLocks noGrp="1"/>
          </p:cNvSpPr>
          <p:nvPr>
            <p:ph type="subTitle" idx="1"/>
          </p:nvPr>
        </p:nvSpPr>
        <p:spPr>
          <a:xfrm>
            <a:off x="-4309958" y="3334582"/>
            <a:ext cx="4038600" cy="40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Nhóm</a:t>
            </a:r>
            <a:r>
              <a:rPr lang="en-US" dirty="0"/>
              <a:t> </a:t>
            </a:r>
            <a:r>
              <a:rPr lang="en-US" dirty="0" err="1"/>
              <a:t>Trình</a:t>
            </a:r>
            <a:r>
              <a:rPr lang="en-US" dirty="0"/>
              <a:t> </a:t>
            </a:r>
            <a:r>
              <a:rPr lang="en-US" dirty="0" err="1"/>
              <a:t>Bày</a:t>
            </a:r>
            <a:r>
              <a:rPr lang="en-US" dirty="0"/>
              <a:t>: 06</a:t>
            </a:r>
            <a:endParaRPr dirty="0"/>
          </a:p>
        </p:txBody>
      </p:sp>
      <p:cxnSp>
        <p:nvCxnSpPr>
          <p:cNvPr id="189" name="Google Shape;189;p28">
            <a:extLst>
              <a:ext uri="{FF2B5EF4-FFF2-40B4-BE49-F238E27FC236}">
                <a16:creationId xmlns:a16="http://schemas.microsoft.com/office/drawing/2014/main" id="{9FCABC48-1434-9A5E-03E7-9D2DEB4594B9}"/>
              </a:ext>
            </a:extLst>
          </p:cNvPr>
          <p:cNvCxnSpPr/>
          <p:nvPr/>
        </p:nvCxnSpPr>
        <p:spPr>
          <a:xfrm>
            <a:off x="-4309958" y="3349557"/>
            <a:ext cx="3647100" cy="0"/>
          </a:xfrm>
          <a:prstGeom prst="straightConnector1">
            <a:avLst/>
          </a:prstGeom>
          <a:noFill/>
          <a:ln w="19050" cap="flat" cmpd="sng">
            <a:solidFill>
              <a:schemeClr val="lt2"/>
            </a:solidFill>
            <a:prstDash val="solid"/>
            <a:round/>
            <a:headEnd type="none" w="med" len="med"/>
            <a:tailEnd type="none" w="med" len="med"/>
          </a:ln>
        </p:spPr>
      </p:cxnSp>
      <p:sp>
        <p:nvSpPr>
          <p:cNvPr id="190" name="Google Shape;190;p28">
            <a:extLst>
              <a:ext uri="{FF2B5EF4-FFF2-40B4-BE49-F238E27FC236}">
                <a16:creationId xmlns:a16="http://schemas.microsoft.com/office/drawing/2014/main" id="{2C9D526A-08E4-E5EC-7781-972492575434}"/>
              </a:ext>
            </a:extLst>
          </p:cNvPr>
          <p:cNvSpPr/>
          <p:nvPr/>
        </p:nvSpPr>
        <p:spPr>
          <a:xfrm>
            <a:off x="8085254" y="4932620"/>
            <a:ext cx="58710" cy="86695"/>
          </a:xfrm>
          <a:custGeom>
            <a:avLst/>
            <a:gdLst/>
            <a:ahLst/>
            <a:cxnLst/>
            <a:rect l="l" t="t" r="r" b="b"/>
            <a:pathLst>
              <a:path w="472" h="697" extrusionOk="0">
                <a:moveTo>
                  <a:pt x="63" y="1"/>
                </a:moveTo>
                <a:lnTo>
                  <a:pt x="0" y="697"/>
                </a:lnTo>
                <a:lnTo>
                  <a:pt x="0" y="697"/>
                </a:lnTo>
                <a:lnTo>
                  <a:pt x="471" y="430"/>
                </a:lnTo>
                <a:lnTo>
                  <a:pt x="63" y="1"/>
                </a:lnTo>
                <a:close/>
              </a:path>
            </a:pathLst>
          </a:custGeom>
          <a:solidFill>
            <a:srgbClr val="108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28">
            <a:extLst>
              <a:ext uri="{FF2B5EF4-FFF2-40B4-BE49-F238E27FC236}">
                <a16:creationId xmlns:a16="http://schemas.microsoft.com/office/drawing/2014/main" id="{7C6699ED-F838-36E9-DF2D-FB7672B0C569}"/>
              </a:ext>
            </a:extLst>
          </p:cNvPr>
          <p:cNvGrpSpPr/>
          <p:nvPr/>
        </p:nvGrpSpPr>
        <p:grpSpPr>
          <a:xfrm>
            <a:off x="7754300" y="124185"/>
            <a:ext cx="2918649" cy="4538349"/>
            <a:chOff x="5425952" y="484073"/>
            <a:chExt cx="2918649" cy="4538349"/>
          </a:xfrm>
        </p:grpSpPr>
        <p:sp>
          <p:nvSpPr>
            <p:cNvPr id="192" name="Google Shape;192;p28">
              <a:extLst>
                <a:ext uri="{FF2B5EF4-FFF2-40B4-BE49-F238E27FC236}">
                  <a16:creationId xmlns:a16="http://schemas.microsoft.com/office/drawing/2014/main" id="{722F3C41-627E-E36A-DE40-B1D3E34F6D29}"/>
                </a:ext>
              </a:extLst>
            </p:cNvPr>
            <p:cNvSpPr/>
            <p:nvPr/>
          </p:nvSpPr>
          <p:spPr>
            <a:xfrm>
              <a:off x="5425952" y="484073"/>
              <a:ext cx="1201808" cy="1125537"/>
            </a:xfrm>
            <a:custGeom>
              <a:avLst/>
              <a:gdLst/>
              <a:ahLst/>
              <a:cxnLst/>
              <a:rect l="l" t="t" r="r" b="b"/>
              <a:pathLst>
                <a:path w="9662" h="9049" extrusionOk="0">
                  <a:moveTo>
                    <a:pt x="7030" y="0"/>
                  </a:moveTo>
                  <a:cubicBezTo>
                    <a:pt x="6894" y="0"/>
                    <a:pt x="6744" y="43"/>
                    <a:pt x="6586" y="134"/>
                  </a:cubicBezTo>
                  <a:cubicBezTo>
                    <a:pt x="6183" y="367"/>
                    <a:pt x="5831" y="857"/>
                    <a:pt x="5634" y="1397"/>
                  </a:cubicBezTo>
                  <a:cubicBezTo>
                    <a:pt x="5429" y="930"/>
                    <a:pt x="5069" y="669"/>
                    <a:pt x="4623" y="669"/>
                  </a:cubicBezTo>
                  <a:cubicBezTo>
                    <a:pt x="4383" y="669"/>
                    <a:pt x="4118" y="745"/>
                    <a:pt x="3839" y="906"/>
                  </a:cubicBezTo>
                  <a:cubicBezTo>
                    <a:pt x="2788" y="1512"/>
                    <a:pt x="1931" y="3098"/>
                    <a:pt x="1864" y="4515"/>
                  </a:cubicBezTo>
                  <a:cubicBezTo>
                    <a:pt x="1759" y="4545"/>
                    <a:pt x="1651" y="4591"/>
                    <a:pt x="1540" y="4655"/>
                  </a:cubicBezTo>
                  <a:cubicBezTo>
                    <a:pt x="689" y="5146"/>
                    <a:pt x="0" y="6464"/>
                    <a:pt x="0" y="7597"/>
                  </a:cubicBezTo>
                  <a:cubicBezTo>
                    <a:pt x="0" y="8210"/>
                    <a:pt x="203" y="8645"/>
                    <a:pt x="523" y="8836"/>
                  </a:cubicBezTo>
                  <a:cubicBezTo>
                    <a:pt x="643" y="8908"/>
                    <a:pt x="780" y="8946"/>
                    <a:pt x="929" y="8946"/>
                  </a:cubicBezTo>
                  <a:cubicBezTo>
                    <a:pt x="1116" y="8946"/>
                    <a:pt x="1323" y="8886"/>
                    <a:pt x="1540" y="8761"/>
                  </a:cubicBezTo>
                  <a:cubicBezTo>
                    <a:pt x="1840" y="8588"/>
                    <a:pt x="2118" y="8311"/>
                    <a:pt x="2355" y="7978"/>
                  </a:cubicBezTo>
                  <a:cubicBezTo>
                    <a:pt x="2407" y="8652"/>
                    <a:pt x="2745" y="9048"/>
                    <a:pt x="3212" y="9048"/>
                  </a:cubicBezTo>
                  <a:cubicBezTo>
                    <a:pt x="3387" y="9048"/>
                    <a:pt x="3580" y="8993"/>
                    <a:pt x="3782" y="8876"/>
                  </a:cubicBezTo>
                  <a:cubicBezTo>
                    <a:pt x="4297" y="8579"/>
                    <a:pt x="4746" y="7957"/>
                    <a:pt x="5000" y="7268"/>
                  </a:cubicBezTo>
                  <a:cubicBezTo>
                    <a:pt x="5150" y="7447"/>
                    <a:pt x="5350" y="7545"/>
                    <a:pt x="5581" y="7545"/>
                  </a:cubicBezTo>
                  <a:cubicBezTo>
                    <a:pt x="5755" y="7545"/>
                    <a:pt x="5946" y="7490"/>
                    <a:pt x="6147" y="7373"/>
                  </a:cubicBezTo>
                  <a:cubicBezTo>
                    <a:pt x="6834" y="6977"/>
                    <a:pt x="7408" y="6002"/>
                    <a:pt x="7549" y="5060"/>
                  </a:cubicBezTo>
                  <a:cubicBezTo>
                    <a:pt x="7556" y="5061"/>
                    <a:pt x="7563" y="5061"/>
                    <a:pt x="7570" y="5061"/>
                  </a:cubicBezTo>
                  <a:cubicBezTo>
                    <a:pt x="7752" y="5061"/>
                    <a:pt x="7953" y="5005"/>
                    <a:pt x="8163" y="4883"/>
                  </a:cubicBezTo>
                  <a:cubicBezTo>
                    <a:pt x="8990" y="4405"/>
                    <a:pt x="9662" y="3123"/>
                    <a:pt x="9662" y="2019"/>
                  </a:cubicBezTo>
                  <a:cubicBezTo>
                    <a:pt x="9662" y="1197"/>
                    <a:pt x="9290" y="706"/>
                    <a:pt x="8758" y="706"/>
                  </a:cubicBezTo>
                  <a:cubicBezTo>
                    <a:pt x="8576" y="706"/>
                    <a:pt x="8374" y="764"/>
                    <a:pt x="8163" y="886"/>
                  </a:cubicBezTo>
                  <a:cubicBezTo>
                    <a:pt x="7996" y="983"/>
                    <a:pt x="7835" y="1113"/>
                    <a:pt x="7685" y="1267"/>
                  </a:cubicBezTo>
                  <a:cubicBezTo>
                    <a:pt x="7698" y="1170"/>
                    <a:pt x="7706" y="1074"/>
                    <a:pt x="7706" y="981"/>
                  </a:cubicBezTo>
                  <a:cubicBezTo>
                    <a:pt x="7706" y="367"/>
                    <a:pt x="7428" y="0"/>
                    <a:pt x="70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3" name="Google Shape;193;p28">
              <a:extLst>
                <a:ext uri="{FF2B5EF4-FFF2-40B4-BE49-F238E27FC236}">
                  <a16:creationId xmlns:a16="http://schemas.microsoft.com/office/drawing/2014/main" id="{FE18BA52-C0FE-2E9D-5F63-214F1E768C6A}"/>
                </a:ext>
              </a:extLst>
            </p:cNvPr>
            <p:cNvSpPr/>
            <p:nvPr/>
          </p:nvSpPr>
          <p:spPr>
            <a:xfrm>
              <a:off x="5490880" y="1551401"/>
              <a:ext cx="74258" cy="74381"/>
            </a:xfrm>
            <a:custGeom>
              <a:avLst/>
              <a:gdLst/>
              <a:ahLst/>
              <a:cxnLst/>
              <a:rect l="l" t="t" r="r" b="b"/>
              <a:pathLst>
                <a:path w="597" h="598" extrusionOk="0">
                  <a:moveTo>
                    <a:pt x="541" y="1"/>
                  </a:moveTo>
                  <a:lnTo>
                    <a:pt x="1" y="255"/>
                  </a:lnTo>
                  <a:lnTo>
                    <a:pt x="596" y="597"/>
                  </a:lnTo>
                  <a:lnTo>
                    <a:pt x="5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4" name="Google Shape;194;p28">
              <a:extLst>
                <a:ext uri="{FF2B5EF4-FFF2-40B4-BE49-F238E27FC236}">
                  <a16:creationId xmlns:a16="http://schemas.microsoft.com/office/drawing/2014/main" id="{4C961BBE-EE35-FB2A-823C-FB370049EFF7}"/>
                </a:ext>
              </a:extLst>
            </p:cNvPr>
            <p:cNvSpPr/>
            <p:nvPr/>
          </p:nvSpPr>
          <p:spPr>
            <a:xfrm>
              <a:off x="5778826" y="1565581"/>
              <a:ext cx="74382" cy="74381"/>
            </a:xfrm>
            <a:custGeom>
              <a:avLst/>
              <a:gdLst/>
              <a:ahLst/>
              <a:cxnLst/>
              <a:rect l="l" t="t" r="r" b="b"/>
              <a:pathLst>
                <a:path w="598" h="598" extrusionOk="0">
                  <a:moveTo>
                    <a:pt x="541" y="0"/>
                  </a:moveTo>
                  <a:lnTo>
                    <a:pt x="1" y="255"/>
                  </a:lnTo>
                  <a:lnTo>
                    <a:pt x="598" y="597"/>
                  </a:lnTo>
                  <a:lnTo>
                    <a:pt x="598" y="597"/>
                  </a:lnTo>
                  <a:lnTo>
                    <a:pt x="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5" name="Google Shape;195;p28">
              <a:extLst>
                <a:ext uri="{FF2B5EF4-FFF2-40B4-BE49-F238E27FC236}">
                  <a16:creationId xmlns:a16="http://schemas.microsoft.com/office/drawing/2014/main" id="{6C1E8CC8-26ED-E0A6-FEEB-EEA9CE889A8F}"/>
                </a:ext>
              </a:extLst>
            </p:cNvPr>
            <p:cNvSpPr/>
            <p:nvPr/>
          </p:nvSpPr>
          <p:spPr>
            <a:xfrm>
              <a:off x="6069384" y="1376395"/>
              <a:ext cx="74133" cy="74132"/>
            </a:xfrm>
            <a:custGeom>
              <a:avLst/>
              <a:gdLst/>
              <a:ahLst/>
              <a:cxnLst/>
              <a:rect l="l" t="t" r="r" b="b"/>
              <a:pathLst>
                <a:path w="596" h="596" extrusionOk="0">
                  <a:moveTo>
                    <a:pt x="541" y="0"/>
                  </a:moveTo>
                  <a:lnTo>
                    <a:pt x="0" y="253"/>
                  </a:lnTo>
                  <a:lnTo>
                    <a:pt x="596" y="596"/>
                  </a:lnTo>
                  <a:lnTo>
                    <a:pt x="54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6" name="Google Shape;196;p28">
              <a:extLst>
                <a:ext uri="{FF2B5EF4-FFF2-40B4-BE49-F238E27FC236}">
                  <a16:creationId xmlns:a16="http://schemas.microsoft.com/office/drawing/2014/main" id="{6A4171B7-A637-58F3-3A15-BB304FF3FFEC}"/>
                </a:ext>
              </a:extLst>
            </p:cNvPr>
            <p:cNvSpPr/>
            <p:nvPr/>
          </p:nvSpPr>
          <p:spPr>
            <a:xfrm>
              <a:off x="6065403" y="584450"/>
              <a:ext cx="60202" cy="57713"/>
            </a:xfrm>
            <a:custGeom>
              <a:avLst/>
              <a:gdLst/>
              <a:ahLst/>
              <a:cxnLst/>
              <a:rect l="l" t="t" r="r" b="b"/>
              <a:pathLst>
                <a:path w="484" h="464" extrusionOk="0">
                  <a:moveTo>
                    <a:pt x="1" y="0"/>
                  </a:moveTo>
                  <a:lnTo>
                    <a:pt x="123" y="463"/>
                  </a:lnTo>
                  <a:lnTo>
                    <a:pt x="484" y="283"/>
                  </a:lnTo>
                  <a:lnTo>
                    <a:pt x="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7" name="Google Shape;197;p28">
              <a:extLst>
                <a:ext uri="{FF2B5EF4-FFF2-40B4-BE49-F238E27FC236}">
                  <a16:creationId xmlns:a16="http://schemas.microsoft.com/office/drawing/2014/main" id="{60589A26-BB6B-0A4B-2B47-C7C921254979}"/>
                </a:ext>
              </a:extLst>
            </p:cNvPr>
            <p:cNvSpPr/>
            <p:nvPr/>
          </p:nvSpPr>
          <p:spPr>
            <a:xfrm>
              <a:off x="6332826" y="491536"/>
              <a:ext cx="64805" cy="57713"/>
            </a:xfrm>
            <a:custGeom>
              <a:avLst/>
              <a:gdLst/>
              <a:ahLst/>
              <a:cxnLst/>
              <a:rect l="l" t="t" r="r" b="b"/>
              <a:pathLst>
                <a:path w="521" h="464" extrusionOk="0">
                  <a:moveTo>
                    <a:pt x="0" y="1"/>
                  </a:moveTo>
                  <a:lnTo>
                    <a:pt x="122" y="464"/>
                  </a:lnTo>
                  <a:lnTo>
                    <a:pt x="520" y="305"/>
                  </a:lnTo>
                  <a:lnTo>
                    <a:pt x="0" y="1"/>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8" name="Google Shape;198;p28">
              <a:extLst>
                <a:ext uri="{FF2B5EF4-FFF2-40B4-BE49-F238E27FC236}">
                  <a16:creationId xmlns:a16="http://schemas.microsoft.com/office/drawing/2014/main" id="{622D23D0-7707-2670-1A16-54B1039715A5}"/>
                </a:ext>
              </a:extLst>
            </p:cNvPr>
            <p:cNvSpPr/>
            <p:nvPr/>
          </p:nvSpPr>
          <p:spPr>
            <a:xfrm>
              <a:off x="6562934" y="584450"/>
              <a:ext cx="64805" cy="57713"/>
            </a:xfrm>
            <a:custGeom>
              <a:avLst/>
              <a:gdLst/>
              <a:ahLst/>
              <a:cxnLst/>
              <a:rect l="l" t="t" r="r" b="b"/>
              <a:pathLst>
                <a:path w="521" h="464" extrusionOk="0">
                  <a:moveTo>
                    <a:pt x="0" y="0"/>
                  </a:moveTo>
                  <a:lnTo>
                    <a:pt x="123" y="463"/>
                  </a:lnTo>
                  <a:lnTo>
                    <a:pt x="521" y="304"/>
                  </a:lnTo>
                  <a:lnTo>
                    <a:pt x="0"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9" name="Google Shape;199;p28">
              <a:extLst>
                <a:ext uri="{FF2B5EF4-FFF2-40B4-BE49-F238E27FC236}">
                  <a16:creationId xmlns:a16="http://schemas.microsoft.com/office/drawing/2014/main" id="{419FC451-0290-AAEB-6909-FF8E17A9FD16}"/>
                </a:ext>
              </a:extLst>
            </p:cNvPr>
            <p:cNvSpPr/>
            <p:nvPr/>
          </p:nvSpPr>
          <p:spPr>
            <a:xfrm>
              <a:off x="5493492" y="523130"/>
              <a:ext cx="1201932" cy="1125662"/>
            </a:xfrm>
            <a:custGeom>
              <a:avLst/>
              <a:gdLst/>
              <a:ahLst/>
              <a:cxnLst/>
              <a:rect l="l" t="t" r="r" b="b"/>
              <a:pathLst>
                <a:path w="9663" h="9050" extrusionOk="0">
                  <a:moveTo>
                    <a:pt x="7030" y="1"/>
                  </a:moveTo>
                  <a:cubicBezTo>
                    <a:pt x="6894" y="1"/>
                    <a:pt x="6744" y="44"/>
                    <a:pt x="6586" y="135"/>
                  </a:cubicBezTo>
                  <a:cubicBezTo>
                    <a:pt x="6183" y="368"/>
                    <a:pt x="5831" y="858"/>
                    <a:pt x="5633" y="1399"/>
                  </a:cubicBezTo>
                  <a:cubicBezTo>
                    <a:pt x="5429" y="931"/>
                    <a:pt x="5068" y="670"/>
                    <a:pt x="4623" y="670"/>
                  </a:cubicBezTo>
                  <a:cubicBezTo>
                    <a:pt x="4383" y="670"/>
                    <a:pt x="4117" y="746"/>
                    <a:pt x="3839" y="907"/>
                  </a:cubicBezTo>
                  <a:cubicBezTo>
                    <a:pt x="2788" y="1514"/>
                    <a:pt x="1931" y="3099"/>
                    <a:pt x="1865" y="4516"/>
                  </a:cubicBezTo>
                  <a:cubicBezTo>
                    <a:pt x="1760" y="4546"/>
                    <a:pt x="1652" y="4592"/>
                    <a:pt x="1540" y="4656"/>
                  </a:cubicBezTo>
                  <a:cubicBezTo>
                    <a:pt x="690" y="5147"/>
                    <a:pt x="1" y="6465"/>
                    <a:pt x="1" y="7598"/>
                  </a:cubicBezTo>
                  <a:cubicBezTo>
                    <a:pt x="1" y="8442"/>
                    <a:pt x="383" y="8947"/>
                    <a:pt x="929" y="8947"/>
                  </a:cubicBezTo>
                  <a:cubicBezTo>
                    <a:pt x="1117" y="8947"/>
                    <a:pt x="1323" y="8887"/>
                    <a:pt x="1540" y="8762"/>
                  </a:cubicBezTo>
                  <a:cubicBezTo>
                    <a:pt x="1840" y="8590"/>
                    <a:pt x="2118" y="8313"/>
                    <a:pt x="2354" y="7979"/>
                  </a:cubicBezTo>
                  <a:cubicBezTo>
                    <a:pt x="2407" y="8652"/>
                    <a:pt x="2745" y="9049"/>
                    <a:pt x="3213" y="9049"/>
                  </a:cubicBezTo>
                  <a:cubicBezTo>
                    <a:pt x="3387" y="9049"/>
                    <a:pt x="3580" y="8994"/>
                    <a:pt x="3782" y="8877"/>
                  </a:cubicBezTo>
                  <a:cubicBezTo>
                    <a:pt x="4297" y="8580"/>
                    <a:pt x="4746" y="7958"/>
                    <a:pt x="4999" y="7269"/>
                  </a:cubicBezTo>
                  <a:cubicBezTo>
                    <a:pt x="5149" y="7448"/>
                    <a:pt x="5349" y="7546"/>
                    <a:pt x="5581" y="7546"/>
                  </a:cubicBezTo>
                  <a:cubicBezTo>
                    <a:pt x="5754" y="7546"/>
                    <a:pt x="5946" y="7491"/>
                    <a:pt x="6147" y="7375"/>
                  </a:cubicBezTo>
                  <a:cubicBezTo>
                    <a:pt x="6834" y="6978"/>
                    <a:pt x="7408" y="6003"/>
                    <a:pt x="7549" y="5062"/>
                  </a:cubicBezTo>
                  <a:cubicBezTo>
                    <a:pt x="7556" y="5062"/>
                    <a:pt x="7563" y="5062"/>
                    <a:pt x="7570" y="5062"/>
                  </a:cubicBezTo>
                  <a:cubicBezTo>
                    <a:pt x="7751" y="5062"/>
                    <a:pt x="7952" y="5006"/>
                    <a:pt x="8163" y="4884"/>
                  </a:cubicBezTo>
                  <a:cubicBezTo>
                    <a:pt x="8991" y="4406"/>
                    <a:pt x="9661" y="3124"/>
                    <a:pt x="9661" y="2020"/>
                  </a:cubicBezTo>
                  <a:cubicBezTo>
                    <a:pt x="9662" y="1199"/>
                    <a:pt x="9290" y="707"/>
                    <a:pt x="8758" y="707"/>
                  </a:cubicBezTo>
                  <a:cubicBezTo>
                    <a:pt x="8576" y="707"/>
                    <a:pt x="8374" y="765"/>
                    <a:pt x="8163" y="887"/>
                  </a:cubicBezTo>
                  <a:cubicBezTo>
                    <a:pt x="7996" y="983"/>
                    <a:pt x="7836" y="1114"/>
                    <a:pt x="7685" y="1268"/>
                  </a:cubicBezTo>
                  <a:cubicBezTo>
                    <a:pt x="7699" y="1171"/>
                    <a:pt x="7705" y="1076"/>
                    <a:pt x="7705" y="981"/>
                  </a:cubicBezTo>
                  <a:cubicBezTo>
                    <a:pt x="7705" y="368"/>
                    <a:pt x="7428" y="1"/>
                    <a:pt x="7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0" name="Google Shape;200;p28">
              <a:extLst>
                <a:ext uri="{FF2B5EF4-FFF2-40B4-BE49-F238E27FC236}">
                  <a16:creationId xmlns:a16="http://schemas.microsoft.com/office/drawing/2014/main" id="{CAE69EA5-5F8A-3FA4-65DF-E54522926C68}"/>
                </a:ext>
              </a:extLst>
            </p:cNvPr>
            <p:cNvSpPr/>
            <p:nvPr/>
          </p:nvSpPr>
          <p:spPr>
            <a:xfrm>
              <a:off x="6002217" y="845032"/>
              <a:ext cx="523536" cy="379491"/>
            </a:xfrm>
            <a:custGeom>
              <a:avLst/>
              <a:gdLst/>
              <a:ahLst/>
              <a:cxnLst/>
              <a:rect l="l" t="t" r="r" b="b"/>
              <a:pathLst>
                <a:path w="4209" h="3051" extrusionOk="0">
                  <a:moveTo>
                    <a:pt x="4209" y="1"/>
                  </a:moveTo>
                  <a:lnTo>
                    <a:pt x="1" y="2440"/>
                  </a:lnTo>
                  <a:lnTo>
                    <a:pt x="1" y="3050"/>
                  </a:lnTo>
                  <a:lnTo>
                    <a:pt x="4209" y="611"/>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1" name="Google Shape;201;p28">
              <a:extLst>
                <a:ext uri="{FF2B5EF4-FFF2-40B4-BE49-F238E27FC236}">
                  <a16:creationId xmlns:a16="http://schemas.microsoft.com/office/drawing/2014/main" id="{F7D29D9F-066F-5EB7-7CA9-995911A643B8}"/>
                </a:ext>
              </a:extLst>
            </p:cNvPr>
            <p:cNvSpPr/>
            <p:nvPr/>
          </p:nvSpPr>
          <p:spPr>
            <a:xfrm>
              <a:off x="6159437" y="969290"/>
              <a:ext cx="367433" cy="288319"/>
            </a:xfrm>
            <a:custGeom>
              <a:avLst/>
              <a:gdLst/>
              <a:ahLst/>
              <a:cxnLst/>
              <a:rect l="l" t="t" r="r" b="b"/>
              <a:pathLst>
                <a:path w="2954" h="2318" extrusionOk="0">
                  <a:moveTo>
                    <a:pt x="2954" y="1"/>
                  </a:moveTo>
                  <a:lnTo>
                    <a:pt x="0" y="1707"/>
                  </a:lnTo>
                  <a:lnTo>
                    <a:pt x="0" y="2317"/>
                  </a:lnTo>
                  <a:lnTo>
                    <a:pt x="2954" y="611"/>
                  </a:lnTo>
                  <a:lnTo>
                    <a:pt x="29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2" name="Google Shape;202;p28">
              <a:extLst>
                <a:ext uri="{FF2B5EF4-FFF2-40B4-BE49-F238E27FC236}">
                  <a16:creationId xmlns:a16="http://schemas.microsoft.com/office/drawing/2014/main" id="{4E0FF306-7EA2-71F0-3488-0C2409A2066B}"/>
                </a:ext>
              </a:extLst>
            </p:cNvPr>
            <p:cNvSpPr/>
            <p:nvPr/>
          </p:nvSpPr>
          <p:spPr>
            <a:xfrm>
              <a:off x="5776089" y="1286342"/>
              <a:ext cx="28857" cy="68037"/>
            </a:xfrm>
            <a:custGeom>
              <a:avLst/>
              <a:gdLst/>
              <a:ahLst/>
              <a:cxnLst/>
              <a:rect l="l" t="t" r="r" b="b"/>
              <a:pathLst>
                <a:path w="232" h="547" extrusionOk="0">
                  <a:moveTo>
                    <a:pt x="85" y="0"/>
                  </a:moveTo>
                  <a:lnTo>
                    <a:pt x="0" y="50"/>
                  </a:lnTo>
                  <a:lnTo>
                    <a:pt x="0" y="546"/>
                  </a:lnTo>
                  <a:lnTo>
                    <a:pt x="231" y="413"/>
                  </a:lnTo>
                  <a:lnTo>
                    <a:pt x="231" y="319"/>
                  </a:lnTo>
                  <a:lnTo>
                    <a:pt x="85" y="403"/>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3" name="Google Shape;203;p28">
              <a:extLst>
                <a:ext uri="{FF2B5EF4-FFF2-40B4-BE49-F238E27FC236}">
                  <a16:creationId xmlns:a16="http://schemas.microsoft.com/office/drawing/2014/main" id="{544B7063-AC9F-A46D-8F5E-69FD09DDC448}"/>
                </a:ext>
              </a:extLst>
            </p:cNvPr>
            <p:cNvSpPr/>
            <p:nvPr/>
          </p:nvSpPr>
          <p:spPr>
            <a:xfrm>
              <a:off x="5807931" y="1257858"/>
              <a:ext cx="42167" cy="69779"/>
            </a:xfrm>
            <a:custGeom>
              <a:avLst/>
              <a:gdLst/>
              <a:ahLst/>
              <a:cxnLst/>
              <a:rect l="l" t="t" r="r" b="b"/>
              <a:pathLst>
                <a:path w="339" h="561" extrusionOk="0">
                  <a:moveTo>
                    <a:pt x="199" y="111"/>
                  </a:moveTo>
                  <a:cubicBezTo>
                    <a:pt x="232" y="111"/>
                    <a:pt x="252" y="153"/>
                    <a:pt x="252" y="231"/>
                  </a:cubicBezTo>
                  <a:cubicBezTo>
                    <a:pt x="252" y="330"/>
                    <a:pt x="221" y="413"/>
                    <a:pt x="170" y="442"/>
                  </a:cubicBezTo>
                  <a:cubicBezTo>
                    <a:pt x="160" y="448"/>
                    <a:pt x="150" y="451"/>
                    <a:pt x="141" y="451"/>
                  </a:cubicBezTo>
                  <a:cubicBezTo>
                    <a:pt x="107" y="451"/>
                    <a:pt x="87" y="406"/>
                    <a:pt x="87" y="327"/>
                  </a:cubicBezTo>
                  <a:cubicBezTo>
                    <a:pt x="87" y="228"/>
                    <a:pt x="119" y="149"/>
                    <a:pt x="170" y="120"/>
                  </a:cubicBezTo>
                  <a:cubicBezTo>
                    <a:pt x="181" y="114"/>
                    <a:pt x="190" y="111"/>
                    <a:pt x="199" y="111"/>
                  </a:cubicBezTo>
                  <a:close/>
                  <a:moveTo>
                    <a:pt x="241" y="1"/>
                  </a:moveTo>
                  <a:cubicBezTo>
                    <a:pt x="220" y="1"/>
                    <a:pt x="196" y="8"/>
                    <a:pt x="170" y="23"/>
                  </a:cubicBezTo>
                  <a:cubicBezTo>
                    <a:pt x="70" y="80"/>
                    <a:pt x="1" y="214"/>
                    <a:pt x="1" y="377"/>
                  </a:cubicBezTo>
                  <a:cubicBezTo>
                    <a:pt x="1" y="498"/>
                    <a:pt x="39" y="560"/>
                    <a:pt x="100" y="560"/>
                  </a:cubicBezTo>
                  <a:cubicBezTo>
                    <a:pt x="121" y="560"/>
                    <a:pt x="144" y="553"/>
                    <a:pt x="170" y="539"/>
                  </a:cubicBezTo>
                  <a:cubicBezTo>
                    <a:pt x="270" y="480"/>
                    <a:pt x="339" y="344"/>
                    <a:pt x="339" y="181"/>
                  </a:cubicBezTo>
                  <a:cubicBezTo>
                    <a:pt x="339" y="61"/>
                    <a:pt x="301" y="1"/>
                    <a:pt x="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4" name="Google Shape;204;p28">
              <a:extLst>
                <a:ext uri="{FF2B5EF4-FFF2-40B4-BE49-F238E27FC236}">
                  <a16:creationId xmlns:a16="http://schemas.microsoft.com/office/drawing/2014/main" id="{042D5DBA-EEA5-FD1C-7B1D-75F9A14CCFB2}"/>
                </a:ext>
              </a:extLst>
            </p:cNvPr>
            <p:cNvSpPr/>
            <p:nvPr/>
          </p:nvSpPr>
          <p:spPr>
            <a:xfrm>
              <a:off x="5856441" y="1229250"/>
              <a:ext cx="38186" cy="69903"/>
            </a:xfrm>
            <a:custGeom>
              <a:avLst/>
              <a:gdLst/>
              <a:ahLst/>
              <a:cxnLst/>
              <a:rect l="l" t="t" r="r" b="b"/>
              <a:pathLst>
                <a:path w="307" h="562" extrusionOk="0">
                  <a:moveTo>
                    <a:pt x="249" y="0"/>
                  </a:moveTo>
                  <a:cubicBezTo>
                    <a:pt x="230" y="0"/>
                    <a:pt x="209" y="6"/>
                    <a:pt x="184" y="20"/>
                  </a:cubicBezTo>
                  <a:cubicBezTo>
                    <a:pt x="83" y="77"/>
                    <a:pt x="1" y="221"/>
                    <a:pt x="1" y="386"/>
                  </a:cubicBezTo>
                  <a:cubicBezTo>
                    <a:pt x="1" y="506"/>
                    <a:pt x="42" y="562"/>
                    <a:pt x="103" y="562"/>
                  </a:cubicBezTo>
                  <a:cubicBezTo>
                    <a:pt x="127" y="562"/>
                    <a:pt x="154" y="553"/>
                    <a:pt x="182" y="537"/>
                  </a:cubicBezTo>
                  <a:cubicBezTo>
                    <a:pt x="234" y="506"/>
                    <a:pt x="280" y="451"/>
                    <a:pt x="307" y="404"/>
                  </a:cubicBezTo>
                  <a:lnTo>
                    <a:pt x="307" y="175"/>
                  </a:lnTo>
                  <a:lnTo>
                    <a:pt x="171" y="254"/>
                  </a:lnTo>
                  <a:lnTo>
                    <a:pt x="171" y="345"/>
                  </a:lnTo>
                  <a:lnTo>
                    <a:pt x="231" y="310"/>
                  </a:lnTo>
                  <a:lnTo>
                    <a:pt x="231" y="396"/>
                  </a:lnTo>
                  <a:cubicBezTo>
                    <a:pt x="222" y="411"/>
                    <a:pt x="208" y="425"/>
                    <a:pt x="192" y="433"/>
                  </a:cubicBezTo>
                  <a:cubicBezTo>
                    <a:pt x="174" y="444"/>
                    <a:pt x="158" y="449"/>
                    <a:pt x="144" y="449"/>
                  </a:cubicBezTo>
                  <a:cubicBezTo>
                    <a:pt x="106" y="449"/>
                    <a:pt x="87" y="408"/>
                    <a:pt x="87" y="333"/>
                  </a:cubicBezTo>
                  <a:cubicBezTo>
                    <a:pt x="87" y="233"/>
                    <a:pt x="129" y="148"/>
                    <a:pt x="185" y="116"/>
                  </a:cubicBezTo>
                  <a:cubicBezTo>
                    <a:pt x="201" y="107"/>
                    <a:pt x="213" y="103"/>
                    <a:pt x="223" y="103"/>
                  </a:cubicBezTo>
                  <a:cubicBezTo>
                    <a:pt x="235" y="103"/>
                    <a:pt x="244" y="107"/>
                    <a:pt x="254" y="113"/>
                  </a:cubicBezTo>
                  <a:lnTo>
                    <a:pt x="300" y="18"/>
                  </a:lnTo>
                  <a:cubicBezTo>
                    <a:pt x="287" y="7"/>
                    <a:pt x="270" y="0"/>
                    <a:pt x="2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5" name="Google Shape;205;p28">
              <a:extLst>
                <a:ext uri="{FF2B5EF4-FFF2-40B4-BE49-F238E27FC236}">
                  <a16:creationId xmlns:a16="http://schemas.microsoft.com/office/drawing/2014/main" id="{AF92A18F-C4A7-158D-C1C4-2FC5F0F9F7C1}"/>
                </a:ext>
              </a:extLst>
            </p:cNvPr>
            <p:cNvSpPr/>
            <p:nvPr/>
          </p:nvSpPr>
          <p:spPr>
            <a:xfrm>
              <a:off x="5903955" y="1212458"/>
              <a:ext cx="10573" cy="68037"/>
            </a:xfrm>
            <a:custGeom>
              <a:avLst/>
              <a:gdLst/>
              <a:ahLst/>
              <a:cxnLst/>
              <a:rect l="l" t="t" r="r" b="b"/>
              <a:pathLst>
                <a:path w="85" h="547" extrusionOk="0">
                  <a:moveTo>
                    <a:pt x="85" y="1"/>
                  </a:moveTo>
                  <a:lnTo>
                    <a:pt x="0" y="49"/>
                  </a:lnTo>
                  <a:lnTo>
                    <a:pt x="0" y="547"/>
                  </a:lnTo>
                  <a:lnTo>
                    <a:pt x="85" y="498"/>
                  </a:lnTo>
                  <a:lnTo>
                    <a:pt x="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6" name="Google Shape;206;p28">
              <a:extLst>
                <a:ext uri="{FF2B5EF4-FFF2-40B4-BE49-F238E27FC236}">
                  <a16:creationId xmlns:a16="http://schemas.microsoft.com/office/drawing/2014/main" id="{ED4312A1-EAEF-2A8D-DF23-6551E46AC6C4}"/>
                </a:ext>
              </a:extLst>
            </p:cNvPr>
            <p:cNvSpPr/>
            <p:nvPr/>
          </p:nvSpPr>
          <p:spPr>
            <a:xfrm>
              <a:off x="5925224" y="1185343"/>
              <a:ext cx="36445" cy="82839"/>
            </a:xfrm>
            <a:custGeom>
              <a:avLst/>
              <a:gdLst/>
              <a:ahLst/>
              <a:cxnLst/>
              <a:rect l="l" t="t" r="r" b="b"/>
              <a:pathLst>
                <a:path w="293" h="666" extrusionOk="0">
                  <a:moveTo>
                    <a:pt x="292" y="0"/>
                  </a:moveTo>
                  <a:lnTo>
                    <a:pt x="212" y="46"/>
                  </a:lnTo>
                  <a:lnTo>
                    <a:pt x="212" y="222"/>
                  </a:lnTo>
                  <a:cubicBezTo>
                    <a:pt x="212" y="281"/>
                    <a:pt x="219" y="347"/>
                    <a:pt x="223" y="397"/>
                  </a:cubicBezTo>
                  <a:lnTo>
                    <a:pt x="221" y="398"/>
                  </a:lnTo>
                  <a:lnTo>
                    <a:pt x="184" y="310"/>
                  </a:lnTo>
                  <a:lnTo>
                    <a:pt x="87" y="118"/>
                  </a:lnTo>
                  <a:lnTo>
                    <a:pt x="0" y="168"/>
                  </a:lnTo>
                  <a:lnTo>
                    <a:pt x="0" y="666"/>
                  </a:lnTo>
                  <a:lnTo>
                    <a:pt x="82" y="619"/>
                  </a:lnTo>
                  <a:lnTo>
                    <a:pt x="82" y="443"/>
                  </a:lnTo>
                  <a:cubicBezTo>
                    <a:pt x="82" y="384"/>
                    <a:pt x="75" y="322"/>
                    <a:pt x="70" y="269"/>
                  </a:cubicBezTo>
                  <a:lnTo>
                    <a:pt x="73" y="268"/>
                  </a:lnTo>
                  <a:lnTo>
                    <a:pt x="109" y="355"/>
                  </a:lnTo>
                  <a:lnTo>
                    <a:pt x="207" y="547"/>
                  </a:lnTo>
                  <a:lnTo>
                    <a:pt x="292" y="498"/>
                  </a:lnTo>
                  <a:lnTo>
                    <a:pt x="2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7" name="Google Shape;207;p28">
              <a:extLst>
                <a:ext uri="{FF2B5EF4-FFF2-40B4-BE49-F238E27FC236}">
                  <a16:creationId xmlns:a16="http://schemas.microsoft.com/office/drawing/2014/main" id="{4E830165-3039-2B06-2629-41B408BA35DC}"/>
                </a:ext>
              </a:extLst>
            </p:cNvPr>
            <p:cNvSpPr/>
            <p:nvPr/>
          </p:nvSpPr>
          <p:spPr>
            <a:xfrm>
              <a:off x="5775965" y="1401644"/>
              <a:ext cx="35201" cy="75251"/>
            </a:xfrm>
            <a:custGeom>
              <a:avLst/>
              <a:gdLst/>
              <a:ahLst/>
              <a:cxnLst/>
              <a:rect l="l" t="t" r="r" b="b"/>
              <a:pathLst>
                <a:path w="283" h="605" extrusionOk="0">
                  <a:moveTo>
                    <a:pt x="173" y="106"/>
                  </a:moveTo>
                  <a:cubicBezTo>
                    <a:pt x="191" y="106"/>
                    <a:pt x="200" y="121"/>
                    <a:pt x="200" y="153"/>
                  </a:cubicBezTo>
                  <a:cubicBezTo>
                    <a:pt x="200" y="205"/>
                    <a:pt x="178" y="245"/>
                    <a:pt x="132" y="272"/>
                  </a:cubicBezTo>
                  <a:lnTo>
                    <a:pt x="86" y="298"/>
                  </a:lnTo>
                  <a:lnTo>
                    <a:pt x="86" y="148"/>
                  </a:lnTo>
                  <a:lnTo>
                    <a:pt x="132" y="121"/>
                  </a:lnTo>
                  <a:cubicBezTo>
                    <a:pt x="148" y="112"/>
                    <a:pt x="162" y="106"/>
                    <a:pt x="173" y="106"/>
                  </a:cubicBezTo>
                  <a:close/>
                  <a:moveTo>
                    <a:pt x="218" y="1"/>
                  </a:moveTo>
                  <a:cubicBezTo>
                    <a:pt x="195" y="1"/>
                    <a:pt x="167" y="11"/>
                    <a:pt x="136" y="29"/>
                  </a:cubicBezTo>
                  <a:lnTo>
                    <a:pt x="1" y="108"/>
                  </a:lnTo>
                  <a:lnTo>
                    <a:pt x="0" y="108"/>
                  </a:lnTo>
                  <a:lnTo>
                    <a:pt x="0" y="604"/>
                  </a:lnTo>
                  <a:lnTo>
                    <a:pt x="86" y="556"/>
                  </a:lnTo>
                  <a:lnTo>
                    <a:pt x="86" y="387"/>
                  </a:lnTo>
                  <a:lnTo>
                    <a:pt x="136" y="358"/>
                  </a:lnTo>
                  <a:cubicBezTo>
                    <a:pt x="215" y="313"/>
                    <a:pt x="283" y="222"/>
                    <a:pt x="283" y="106"/>
                  </a:cubicBezTo>
                  <a:cubicBezTo>
                    <a:pt x="283" y="30"/>
                    <a:pt x="257"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8" name="Google Shape;208;p28">
              <a:extLst>
                <a:ext uri="{FF2B5EF4-FFF2-40B4-BE49-F238E27FC236}">
                  <a16:creationId xmlns:a16="http://schemas.microsoft.com/office/drawing/2014/main" id="{D43DDA36-7AB7-620E-FB89-E0FB9306957B}"/>
                </a:ext>
              </a:extLst>
            </p:cNvPr>
            <p:cNvSpPr/>
            <p:nvPr/>
          </p:nvSpPr>
          <p:spPr>
            <a:xfrm>
              <a:off x="5809548" y="1380002"/>
              <a:ext cx="41793" cy="77615"/>
            </a:xfrm>
            <a:custGeom>
              <a:avLst/>
              <a:gdLst/>
              <a:ahLst/>
              <a:cxnLst/>
              <a:rect l="l" t="t" r="r" b="b"/>
              <a:pathLst>
                <a:path w="336" h="624" extrusionOk="0">
                  <a:moveTo>
                    <a:pt x="167" y="115"/>
                  </a:moveTo>
                  <a:cubicBezTo>
                    <a:pt x="177" y="161"/>
                    <a:pt x="187" y="214"/>
                    <a:pt x="197" y="258"/>
                  </a:cubicBezTo>
                  <a:lnTo>
                    <a:pt x="206" y="299"/>
                  </a:lnTo>
                  <a:lnTo>
                    <a:pt x="126" y="345"/>
                  </a:lnTo>
                  <a:lnTo>
                    <a:pt x="135" y="293"/>
                  </a:lnTo>
                  <a:cubicBezTo>
                    <a:pt x="146" y="238"/>
                    <a:pt x="156" y="174"/>
                    <a:pt x="165" y="116"/>
                  </a:cubicBezTo>
                  <a:lnTo>
                    <a:pt x="167" y="115"/>
                  </a:lnTo>
                  <a:close/>
                  <a:moveTo>
                    <a:pt x="219" y="0"/>
                  </a:moveTo>
                  <a:lnTo>
                    <a:pt x="117" y="59"/>
                  </a:lnTo>
                  <a:lnTo>
                    <a:pt x="0" y="623"/>
                  </a:lnTo>
                  <a:lnTo>
                    <a:pt x="86" y="574"/>
                  </a:lnTo>
                  <a:lnTo>
                    <a:pt x="110" y="443"/>
                  </a:lnTo>
                  <a:lnTo>
                    <a:pt x="223" y="376"/>
                  </a:lnTo>
                  <a:lnTo>
                    <a:pt x="247" y="481"/>
                  </a:lnTo>
                  <a:lnTo>
                    <a:pt x="336" y="4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9" name="Google Shape;209;p28">
              <a:extLst>
                <a:ext uri="{FF2B5EF4-FFF2-40B4-BE49-F238E27FC236}">
                  <a16:creationId xmlns:a16="http://schemas.microsoft.com/office/drawing/2014/main" id="{872DD921-D36F-FB90-41DB-87F09B08ADE7}"/>
                </a:ext>
              </a:extLst>
            </p:cNvPr>
            <p:cNvSpPr/>
            <p:nvPr/>
          </p:nvSpPr>
          <p:spPr>
            <a:xfrm>
              <a:off x="5853082" y="1356120"/>
              <a:ext cx="34703" cy="70525"/>
            </a:xfrm>
            <a:custGeom>
              <a:avLst/>
              <a:gdLst/>
              <a:ahLst/>
              <a:cxnLst/>
              <a:rect l="l" t="t" r="r" b="b"/>
              <a:pathLst>
                <a:path w="279" h="567" extrusionOk="0">
                  <a:moveTo>
                    <a:pt x="216" y="1"/>
                  </a:moveTo>
                  <a:cubicBezTo>
                    <a:pt x="194" y="1"/>
                    <a:pt x="171" y="8"/>
                    <a:pt x="148" y="21"/>
                  </a:cubicBezTo>
                  <a:cubicBezTo>
                    <a:pt x="70" y="66"/>
                    <a:pt x="15" y="163"/>
                    <a:pt x="15" y="246"/>
                  </a:cubicBezTo>
                  <a:cubicBezTo>
                    <a:pt x="15" y="317"/>
                    <a:pt x="51" y="339"/>
                    <a:pt x="88" y="339"/>
                  </a:cubicBezTo>
                  <a:cubicBezTo>
                    <a:pt x="89" y="339"/>
                    <a:pt x="90" y="339"/>
                    <a:pt x="91" y="339"/>
                  </a:cubicBezTo>
                  <a:lnTo>
                    <a:pt x="139" y="338"/>
                  </a:lnTo>
                  <a:cubicBezTo>
                    <a:pt x="143" y="338"/>
                    <a:pt x="147" y="338"/>
                    <a:pt x="151" y="338"/>
                  </a:cubicBezTo>
                  <a:cubicBezTo>
                    <a:pt x="176" y="338"/>
                    <a:pt x="192" y="339"/>
                    <a:pt x="192" y="367"/>
                  </a:cubicBezTo>
                  <a:cubicBezTo>
                    <a:pt x="192" y="396"/>
                    <a:pt x="175" y="424"/>
                    <a:pt x="140" y="445"/>
                  </a:cubicBezTo>
                  <a:cubicBezTo>
                    <a:pt x="125" y="454"/>
                    <a:pt x="109" y="458"/>
                    <a:pt x="93" y="458"/>
                  </a:cubicBezTo>
                  <a:cubicBezTo>
                    <a:pt x="77" y="458"/>
                    <a:pt x="62" y="454"/>
                    <a:pt x="49" y="446"/>
                  </a:cubicBezTo>
                  <a:lnTo>
                    <a:pt x="1" y="550"/>
                  </a:lnTo>
                  <a:cubicBezTo>
                    <a:pt x="17" y="561"/>
                    <a:pt x="37" y="567"/>
                    <a:pt x="58" y="567"/>
                  </a:cubicBezTo>
                  <a:cubicBezTo>
                    <a:pt x="84" y="567"/>
                    <a:pt x="112" y="558"/>
                    <a:pt x="139" y="543"/>
                  </a:cubicBezTo>
                  <a:cubicBezTo>
                    <a:pt x="228" y="492"/>
                    <a:pt x="279" y="391"/>
                    <a:pt x="279" y="307"/>
                  </a:cubicBezTo>
                  <a:cubicBezTo>
                    <a:pt x="279" y="239"/>
                    <a:pt x="252" y="215"/>
                    <a:pt x="208" y="215"/>
                  </a:cubicBezTo>
                  <a:cubicBezTo>
                    <a:pt x="207" y="215"/>
                    <a:pt x="206" y="215"/>
                    <a:pt x="205" y="215"/>
                  </a:cubicBezTo>
                  <a:lnTo>
                    <a:pt x="158" y="217"/>
                  </a:lnTo>
                  <a:cubicBezTo>
                    <a:pt x="150" y="217"/>
                    <a:pt x="142" y="218"/>
                    <a:pt x="135" y="218"/>
                  </a:cubicBezTo>
                  <a:cubicBezTo>
                    <a:pt x="115" y="218"/>
                    <a:pt x="101" y="214"/>
                    <a:pt x="101" y="191"/>
                  </a:cubicBezTo>
                  <a:cubicBezTo>
                    <a:pt x="101" y="163"/>
                    <a:pt x="120" y="135"/>
                    <a:pt x="148" y="118"/>
                  </a:cubicBezTo>
                  <a:cubicBezTo>
                    <a:pt x="164" y="109"/>
                    <a:pt x="177" y="105"/>
                    <a:pt x="191" y="105"/>
                  </a:cubicBezTo>
                  <a:cubicBezTo>
                    <a:pt x="203" y="105"/>
                    <a:pt x="214" y="108"/>
                    <a:pt x="226" y="114"/>
                  </a:cubicBezTo>
                  <a:lnTo>
                    <a:pt x="269" y="18"/>
                  </a:lnTo>
                  <a:cubicBezTo>
                    <a:pt x="253" y="6"/>
                    <a:pt x="235" y="1"/>
                    <a:pt x="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0" name="Google Shape;210;p28">
              <a:extLst>
                <a:ext uri="{FF2B5EF4-FFF2-40B4-BE49-F238E27FC236}">
                  <a16:creationId xmlns:a16="http://schemas.microsoft.com/office/drawing/2014/main" id="{29F073CE-BD05-2AF2-0BE9-B44750C723DA}"/>
                </a:ext>
              </a:extLst>
            </p:cNvPr>
            <p:cNvSpPr/>
            <p:nvPr/>
          </p:nvSpPr>
          <p:spPr>
            <a:xfrm>
              <a:off x="5891143" y="1334229"/>
              <a:ext cx="34703" cy="70525"/>
            </a:xfrm>
            <a:custGeom>
              <a:avLst/>
              <a:gdLst/>
              <a:ahLst/>
              <a:cxnLst/>
              <a:rect l="l" t="t" r="r" b="b"/>
              <a:pathLst>
                <a:path w="279" h="567" extrusionOk="0">
                  <a:moveTo>
                    <a:pt x="216" y="0"/>
                  </a:moveTo>
                  <a:cubicBezTo>
                    <a:pt x="195" y="0"/>
                    <a:pt x="171" y="7"/>
                    <a:pt x="148" y="20"/>
                  </a:cubicBezTo>
                  <a:cubicBezTo>
                    <a:pt x="71" y="65"/>
                    <a:pt x="15" y="162"/>
                    <a:pt x="15" y="246"/>
                  </a:cubicBezTo>
                  <a:cubicBezTo>
                    <a:pt x="15" y="316"/>
                    <a:pt x="50" y="338"/>
                    <a:pt x="88" y="338"/>
                  </a:cubicBezTo>
                  <a:cubicBezTo>
                    <a:pt x="89" y="338"/>
                    <a:pt x="90" y="338"/>
                    <a:pt x="91" y="338"/>
                  </a:cubicBezTo>
                  <a:lnTo>
                    <a:pt x="139" y="337"/>
                  </a:lnTo>
                  <a:cubicBezTo>
                    <a:pt x="143" y="337"/>
                    <a:pt x="147" y="337"/>
                    <a:pt x="151" y="337"/>
                  </a:cubicBezTo>
                  <a:cubicBezTo>
                    <a:pt x="177" y="337"/>
                    <a:pt x="192" y="339"/>
                    <a:pt x="192" y="366"/>
                  </a:cubicBezTo>
                  <a:cubicBezTo>
                    <a:pt x="192" y="395"/>
                    <a:pt x="175" y="424"/>
                    <a:pt x="140" y="444"/>
                  </a:cubicBezTo>
                  <a:cubicBezTo>
                    <a:pt x="125" y="453"/>
                    <a:pt x="109" y="457"/>
                    <a:pt x="94" y="457"/>
                  </a:cubicBezTo>
                  <a:cubicBezTo>
                    <a:pt x="78" y="457"/>
                    <a:pt x="63" y="453"/>
                    <a:pt x="49" y="445"/>
                  </a:cubicBezTo>
                  <a:lnTo>
                    <a:pt x="1" y="550"/>
                  </a:lnTo>
                  <a:cubicBezTo>
                    <a:pt x="18" y="561"/>
                    <a:pt x="37" y="566"/>
                    <a:pt x="57" y="566"/>
                  </a:cubicBezTo>
                  <a:cubicBezTo>
                    <a:pt x="83" y="566"/>
                    <a:pt x="111" y="558"/>
                    <a:pt x="139" y="542"/>
                  </a:cubicBezTo>
                  <a:cubicBezTo>
                    <a:pt x="227" y="491"/>
                    <a:pt x="279" y="390"/>
                    <a:pt x="279" y="306"/>
                  </a:cubicBezTo>
                  <a:cubicBezTo>
                    <a:pt x="279" y="238"/>
                    <a:pt x="252" y="214"/>
                    <a:pt x="208" y="214"/>
                  </a:cubicBezTo>
                  <a:cubicBezTo>
                    <a:pt x="207" y="214"/>
                    <a:pt x="206" y="214"/>
                    <a:pt x="205" y="214"/>
                  </a:cubicBezTo>
                  <a:lnTo>
                    <a:pt x="157" y="216"/>
                  </a:lnTo>
                  <a:cubicBezTo>
                    <a:pt x="149" y="217"/>
                    <a:pt x="142" y="217"/>
                    <a:pt x="135" y="217"/>
                  </a:cubicBezTo>
                  <a:cubicBezTo>
                    <a:pt x="114" y="217"/>
                    <a:pt x="101" y="213"/>
                    <a:pt x="101" y="190"/>
                  </a:cubicBezTo>
                  <a:cubicBezTo>
                    <a:pt x="101" y="162"/>
                    <a:pt x="119" y="134"/>
                    <a:pt x="148" y="117"/>
                  </a:cubicBezTo>
                  <a:cubicBezTo>
                    <a:pt x="164" y="108"/>
                    <a:pt x="178" y="104"/>
                    <a:pt x="191" y="104"/>
                  </a:cubicBezTo>
                  <a:cubicBezTo>
                    <a:pt x="203" y="104"/>
                    <a:pt x="214" y="107"/>
                    <a:pt x="226" y="113"/>
                  </a:cubicBezTo>
                  <a:lnTo>
                    <a:pt x="268" y="17"/>
                  </a:lnTo>
                  <a:cubicBezTo>
                    <a:pt x="253" y="5"/>
                    <a:pt x="235" y="0"/>
                    <a:pt x="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1" name="Google Shape;211;p28">
              <a:extLst>
                <a:ext uri="{FF2B5EF4-FFF2-40B4-BE49-F238E27FC236}">
                  <a16:creationId xmlns:a16="http://schemas.microsoft.com/office/drawing/2014/main" id="{1D6D6CFE-83C2-9CCC-819B-9EF685AC1B79}"/>
                </a:ext>
              </a:extLst>
            </p:cNvPr>
            <p:cNvSpPr/>
            <p:nvPr/>
          </p:nvSpPr>
          <p:spPr>
            <a:xfrm>
              <a:off x="5928956" y="1294427"/>
              <a:ext cx="56098" cy="89182"/>
            </a:xfrm>
            <a:custGeom>
              <a:avLst/>
              <a:gdLst/>
              <a:ahLst/>
              <a:cxnLst/>
              <a:rect l="l" t="t" r="r" b="b"/>
              <a:pathLst>
                <a:path w="451" h="717" extrusionOk="0">
                  <a:moveTo>
                    <a:pt x="450" y="0"/>
                  </a:moveTo>
                  <a:lnTo>
                    <a:pt x="370" y="46"/>
                  </a:lnTo>
                  <a:lnTo>
                    <a:pt x="344" y="294"/>
                  </a:lnTo>
                  <a:cubicBezTo>
                    <a:pt x="339" y="348"/>
                    <a:pt x="334" y="403"/>
                    <a:pt x="330" y="460"/>
                  </a:cubicBezTo>
                  <a:lnTo>
                    <a:pt x="327" y="461"/>
                  </a:lnTo>
                  <a:cubicBezTo>
                    <a:pt x="320" y="411"/>
                    <a:pt x="313" y="363"/>
                    <a:pt x="305" y="317"/>
                  </a:cubicBezTo>
                  <a:lnTo>
                    <a:pt x="264" y="107"/>
                  </a:lnTo>
                  <a:lnTo>
                    <a:pt x="193" y="149"/>
                  </a:lnTo>
                  <a:lnTo>
                    <a:pt x="153" y="405"/>
                  </a:lnTo>
                  <a:cubicBezTo>
                    <a:pt x="145" y="461"/>
                    <a:pt x="138" y="517"/>
                    <a:pt x="131" y="575"/>
                  </a:cubicBezTo>
                  <a:lnTo>
                    <a:pt x="129" y="576"/>
                  </a:lnTo>
                  <a:cubicBezTo>
                    <a:pt x="124" y="526"/>
                    <a:pt x="119" y="476"/>
                    <a:pt x="113" y="427"/>
                  </a:cubicBezTo>
                  <a:lnTo>
                    <a:pt x="88" y="210"/>
                  </a:lnTo>
                  <a:lnTo>
                    <a:pt x="1" y="259"/>
                  </a:lnTo>
                  <a:lnTo>
                    <a:pt x="71" y="716"/>
                  </a:lnTo>
                  <a:lnTo>
                    <a:pt x="174" y="657"/>
                  </a:lnTo>
                  <a:lnTo>
                    <a:pt x="210" y="410"/>
                  </a:lnTo>
                  <a:cubicBezTo>
                    <a:pt x="216" y="369"/>
                    <a:pt x="220" y="326"/>
                    <a:pt x="225" y="286"/>
                  </a:cubicBezTo>
                  <a:lnTo>
                    <a:pt x="227" y="285"/>
                  </a:lnTo>
                  <a:cubicBezTo>
                    <a:pt x="231" y="320"/>
                    <a:pt x="236" y="357"/>
                    <a:pt x="242" y="392"/>
                  </a:cubicBezTo>
                  <a:lnTo>
                    <a:pt x="279" y="597"/>
                  </a:lnTo>
                  <a:lnTo>
                    <a:pt x="384" y="535"/>
                  </a:lnTo>
                  <a:lnTo>
                    <a:pt x="4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2" name="Google Shape;212;p28">
              <a:extLst>
                <a:ext uri="{FF2B5EF4-FFF2-40B4-BE49-F238E27FC236}">
                  <a16:creationId xmlns:a16="http://schemas.microsoft.com/office/drawing/2014/main" id="{E544391B-6ECD-4BC3-B395-91297A7B2A90}"/>
                </a:ext>
              </a:extLst>
            </p:cNvPr>
            <p:cNvSpPr/>
            <p:nvPr/>
          </p:nvSpPr>
          <p:spPr>
            <a:xfrm>
              <a:off x="5989033" y="1275894"/>
              <a:ext cx="42167" cy="69779"/>
            </a:xfrm>
            <a:custGeom>
              <a:avLst/>
              <a:gdLst/>
              <a:ahLst/>
              <a:cxnLst/>
              <a:rect l="l" t="t" r="r" b="b"/>
              <a:pathLst>
                <a:path w="339" h="561" extrusionOk="0">
                  <a:moveTo>
                    <a:pt x="200" y="111"/>
                  </a:moveTo>
                  <a:cubicBezTo>
                    <a:pt x="233" y="111"/>
                    <a:pt x="253" y="152"/>
                    <a:pt x="253" y="230"/>
                  </a:cubicBezTo>
                  <a:cubicBezTo>
                    <a:pt x="253" y="331"/>
                    <a:pt x="220" y="413"/>
                    <a:pt x="170" y="442"/>
                  </a:cubicBezTo>
                  <a:cubicBezTo>
                    <a:pt x="160" y="448"/>
                    <a:pt x="150" y="450"/>
                    <a:pt x="142" y="450"/>
                  </a:cubicBezTo>
                  <a:cubicBezTo>
                    <a:pt x="107" y="450"/>
                    <a:pt x="86" y="406"/>
                    <a:pt x="86" y="326"/>
                  </a:cubicBezTo>
                  <a:cubicBezTo>
                    <a:pt x="86" y="227"/>
                    <a:pt x="119" y="148"/>
                    <a:pt x="170" y="120"/>
                  </a:cubicBezTo>
                  <a:cubicBezTo>
                    <a:pt x="181" y="114"/>
                    <a:pt x="191" y="111"/>
                    <a:pt x="200" y="111"/>
                  </a:cubicBezTo>
                  <a:close/>
                  <a:moveTo>
                    <a:pt x="242" y="0"/>
                  </a:moveTo>
                  <a:cubicBezTo>
                    <a:pt x="220" y="0"/>
                    <a:pt x="196" y="8"/>
                    <a:pt x="170" y="23"/>
                  </a:cubicBezTo>
                  <a:cubicBezTo>
                    <a:pt x="70" y="81"/>
                    <a:pt x="1" y="214"/>
                    <a:pt x="1" y="376"/>
                  </a:cubicBezTo>
                  <a:cubicBezTo>
                    <a:pt x="1" y="498"/>
                    <a:pt x="39" y="561"/>
                    <a:pt x="101" y="561"/>
                  </a:cubicBezTo>
                  <a:cubicBezTo>
                    <a:pt x="121" y="561"/>
                    <a:pt x="145" y="553"/>
                    <a:pt x="170" y="539"/>
                  </a:cubicBezTo>
                  <a:cubicBezTo>
                    <a:pt x="271" y="480"/>
                    <a:pt x="339" y="343"/>
                    <a:pt x="339" y="181"/>
                  </a:cubicBezTo>
                  <a:cubicBezTo>
                    <a:pt x="339" y="61"/>
                    <a:pt x="302" y="0"/>
                    <a:pt x="2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3" name="Google Shape;213;p28">
              <a:extLst>
                <a:ext uri="{FF2B5EF4-FFF2-40B4-BE49-F238E27FC236}">
                  <a16:creationId xmlns:a16="http://schemas.microsoft.com/office/drawing/2014/main" id="{605FC3BD-59A1-BD64-DF96-1AB16829FA3F}"/>
                </a:ext>
              </a:extLst>
            </p:cNvPr>
            <p:cNvSpPr/>
            <p:nvPr/>
          </p:nvSpPr>
          <p:spPr>
            <a:xfrm>
              <a:off x="6039781" y="1249400"/>
              <a:ext cx="36942" cy="75251"/>
            </a:xfrm>
            <a:custGeom>
              <a:avLst/>
              <a:gdLst/>
              <a:ahLst/>
              <a:cxnLst/>
              <a:rect l="l" t="t" r="r" b="b"/>
              <a:pathLst>
                <a:path w="297" h="605" extrusionOk="0">
                  <a:moveTo>
                    <a:pt x="172" y="107"/>
                  </a:moveTo>
                  <a:cubicBezTo>
                    <a:pt x="188" y="107"/>
                    <a:pt x="196" y="120"/>
                    <a:pt x="196" y="150"/>
                  </a:cubicBezTo>
                  <a:cubicBezTo>
                    <a:pt x="196" y="198"/>
                    <a:pt x="173" y="237"/>
                    <a:pt x="129" y="262"/>
                  </a:cubicBezTo>
                  <a:lnTo>
                    <a:pt x="85" y="287"/>
                  </a:lnTo>
                  <a:lnTo>
                    <a:pt x="85" y="147"/>
                  </a:lnTo>
                  <a:lnTo>
                    <a:pt x="129" y="122"/>
                  </a:lnTo>
                  <a:cubicBezTo>
                    <a:pt x="146" y="113"/>
                    <a:pt x="161" y="107"/>
                    <a:pt x="172" y="107"/>
                  </a:cubicBezTo>
                  <a:close/>
                  <a:moveTo>
                    <a:pt x="217" y="1"/>
                  </a:moveTo>
                  <a:cubicBezTo>
                    <a:pt x="193" y="1"/>
                    <a:pt x="165" y="12"/>
                    <a:pt x="135" y="29"/>
                  </a:cubicBezTo>
                  <a:lnTo>
                    <a:pt x="1" y="107"/>
                  </a:lnTo>
                  <a:lnTo>
                    <a:pt x="1" y="604"/>
                  </a:lnTo>
                  <a:lnTo>
                    <a:pt x="85" y="556"/>
                  </a:lnTo>
                  <a:lnTo>
                    <a:pt x="85" y="376"/>
                  </a:lnTo>
                  <a:lnTo>
                    <a:pt x="131" y="350"/>
                  </a:lnTo>
                  <a:lnTo>
                    <a:pt x="202" y="488"/>
                  </a:lnTo>
                  <a:lnTo>
                    <a:pt x="297" y="433"/>
                  </a:lnTo>
                  <a:lnTo>
                    <a:pt x="212" y="282"/>
                  </a:lnTo>
                  <a:cubicBezTo>
                    <a:pt x="252" y="236"/>
                    <a:pt x="279" y="174"/>
                    <a:pt x="279" y="101"/>
                  </a:cubicBezTo>
                  <a:cubicBezTo>
                    <a:pt x="279" y="28"/>
                    <a:pt x="254"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4" name="Google Shape;214;p28">
              <a:extLst>
                <a:ext uri="{FF2B5EF4-FFF2-40B4-BE49-F238E27FC236}">
                  <a16:creationId xmlns:a16="http://schemas.microsoft.com/office/drawing/2014/main" id="{F44C771C-C154-FF03-3AE6-C3388D978E77}"/>
                </a:ext>
              </a:extLst>
            </p:cNvPr>
            <p:cNvSpPr/>
            <p:nvPr/>
          </p:nvSpPr>
          <p:spPr>
            <a:xfrm>
              <a:off x="6083688" y="1225892"/>
              <a:ext cx="36320" cy="73510"/>
            </a:xfrm>
            <a:custGeom>
              <a:avLst/>
              <a:gdLst/>
              <a:ahLst/>
              <a:cxnLst/>
              <a:rect l="l" t="t" r="r" b="b"/>
              <a:pathLst>
                <a:path w="292" h="591" extrusionOk="0">
                  <a:moveTo>
                    <a:pt x="153" y="108"/>
                  </a:moveTo>
                  <a:cubicBezTo>
                    <a:pt x="186" y="108"/>
                    <a:pt x="206" y="139"/>
                    <a:pt x="206" y="220"/>
                  </a:cubicBezTo>
                  <a:cubicBezTo>
                    <a:pt x="206" y="340"/>
                    <a:pt x="163" y="405"/>
                    <a:pt x="100" y="442"/>
                  </a:cubicBezTo>
                  <a:lnTo>
                    <a:pt x="84" y="451"/>
                  </a:lnTo>
                  <a:lnTo>
                    <a:pt x="84" y="135"/>
                  </a:lnTo>
                  <a:lnTo>
                    <a:pt x="100" y="126"/>
                  </a:lnTo>
                  <a:cubicBezTo>
                    <a:pt x="120" y="114"/>
                    <a:pt x="138" y="108"/>
                    <a:pt x="153" y="108"/>
                  </a:cubicBezTo>
                  <a:close/>
                  <a:moveTo>
                    <a:pt x="199" y="1"/>
                  </a:moveTo>
                  <a:cubicBezTo>
                    <a:pt x="172" y="1"/>
                    <a:pt x="140" y="12"/>
                    <a:pt x="105" y="32"/>
                  </a:cubicBezTo>
                  <a:lnTo>
                    <a:pt x="0" y="93"/>
                  </a:lnTo>
                  <a:lnTo>
                    <a:pt x="0" y="591"/>
                  </a:lnTo>
                  <a:lnTo>
                    <a:pt x="110" y="527"/>
                  </a:lnTo>
                  <a:cubicBezTo>
                    <a:pt x="218" y="463"/>
                    <a:pt x="292" y="342"/>
                    <a:pt x="292" y="171"/>
                  </a:cubicBezTo>
                  <a:cubicBezTo>
                    <a:pt x="292" y="53"/>
                    <a:pt x="257" y="1"/>
                    <a:pt x="1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5" name="Google Shape;215;p28">
              <a:extLst>
                <a:ext uri="{FF2B5EF4-FFF2-40B4-BE49-F238E27FC236}">
                  <a16:creationId xmlns:a16="http://schemas.microsoft.com/office/drawing/2014/main" id="{7F070491-3876-0C70-0D20-CEFB782DEE3C}"/>
                </a:ext>
              </a:extLst>
            </p:cNvPr>
            <p:cNvSpPr/>
            <p:nvPr/>
          </p:nvSpPr>
          <p:spPr>
            <a:xfrm>
              <a:off x="5834425" y="979738"/>
              <a:ext cx="94781" cy="190056"/>
            </a:xfrm>
            <a:custGeom>
              <a:avLst/>
              <a:gdLst/>
              <a:ahLst/>
              <a:cxnLst/>
              <a:rect l="l" t="t" r="r" b="b"/>
              <a:pathLst>
                <a:path w="762" h="1528" extrusionOk="0">
                  <a:moveTo>
                    <a:pt x="762" y="0"/>
                  </a:moveTo>
                  <a:lnTo>
                    <a:pt x="567" y="113"/>
                  </a:lnTo>
                  <a:lnTo>
                    <a:pt x="434" y="678"/>
                  </a:lnTo>
                  <a:lnTo>
                    <a:pt x="386" y="896"/>
                  </a:lnTo>
                  <a:lnTo>
                    <a:pt x="380" y="899"/>
                  </a:lnTo>
                  <a:lnTo>
                    <a:pt x="332" y="737"/>
                  </a:lnTo>
                  <a:lnTo>
                    <a:pt x="196" y="327"/>
                  </a:lnTo>
                  <a:lnTo>
                    <a:pt x="1" y="439"/>
                  </a:lnTo>
                  <a:lnTo>
                    <a:pt x="1" y="1527"/>
                  </a:lnTo>
                  <a:lnTo>
                    <a:pt x="171" y="1429"/>
                  </a:lnTo>
                  <a:lnTo>
                    <a:pt x="171" y="1030"/>
                  </a:lnTo>
                  <a:cubicBezTo>
                    <a:pt x="171" y="923"/>
                    <a:pt x="155" y="774"/>
                    <a:pt x="147" y="673"/>
                  </a:cubicBezTo>
                  <a:lnTo>
                    <a:pt x="152" y="670"/>
                  </a:lnTo>
                  <a:lnTo>
                    <a:pt x="217" y="885"/>
                  </a:lnTo>
                  <a:lnTo>
                    <a:pt x="342" y="1235"/>
                  </a:lnTo>
                  <a:lnTo>
                    <a:pt x="415" y="1193"/>
                  </a:lnTo>
                  <a:lnTo>
                    <a:pt x="541" y="697"/>
                  </a:lnTo>
                  <a:lnTo>
                    <a:pt x="608" y="408"/>
                  </a:lnTo>
                  <a:lnTo>
                    <a:pt x="613" y="404"/>
                  </a:lnTo>
                  <a:lnTo>
                    <a:pt x="613" y="404"/>
                  </a:lnTo>
                  <a:cubicBezTo>
                    <a:pt x="604" y="515"/>
                    <a:pt x="590" y="681"/>
                    <a:pt x="590" y="788"/>
                  </a:cubicBezTo>
                  <a:lnTo>
                    <a:pt x="590" y="1187"/>
                  </a:lnTo>
                  <a:lnTo>
                    <a:pt x="762" y="1088"/>
                  </a:lnTo>
                  <a:lnTo>
                    <a:pt x="7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6" name="Google Shape;216;p28">
              <a:extLst>
                <a:ext uri="{FF2B5EF4-FFF2-40B4-BE49-F238E27FC236}">
                  <a16:creationId xmlns:a16="http://schemas.microsoft.com/office/drawing/2014/main" id="{2B90D33F-66E1-D95B-B368-0E3D8A4EFD81}"/>
                </a:ext>
              </a:extLst>
            </p:cNvPr>
            <p:cNvSpPr/>
            <p:nvPr/>
          </p:nvSpPr>
          <p:spPr>
            <a:xfrm>
              <a:off x="5939777" y="925010"/>
              <a:ext cx="84084" cy="166299"/>
            </a:xfrm>
            <a:custGeom>
              <a:avLst/>
              <a:gdLst/>
              <a:ahLst/>
              <a:cxnLst/>
              <a:rect l="l" t="t" r="r" b="b"/>
              <a:pathLst>
                <a:path w="676" h="1337" extrusionOk="0">
                  <a:moveTo>
                    <a:pt x="675" y="1"/>
                  </a:moveTo>
                  <a:lnTo>
                    <a:pt x="482" y="112"/>
                  </a:lnTo>
                  <a:lnTo>
                    <a:pt x="410" y="404"/>
                  </a:lnTo>
                  <a:cubicBezTo>
                    <a:pt x="388" y="499"/>
                    <a:pt x="364" y="588"/>
                    <a:pt x="342" y="684"/>
                  </a:cubicBezTo>
                  <a:lnTo>
                    <a:pt x="336" y="687"/>
                  </a:lnTo>
                  <a:cubicBezTo>
                    <a:pt x="312" y="617"/>
                    <a:pt x="291" y="555"/>
                    <a:pt x="270" y="485"/>
                  </a:cubicBezTo>
                  <a:lnTo>
                    <a:pt x="196" y="277"/>
                  </a:lnTo>
                  <a:lnTo>
                    <a:pt x="1" y="391"/>
                  </a:lnTo>
                  <a:lnTo>
                    <a:pt x="245" y="950"/>
                  </a:lnTo>
                  <a:lnTo>
                    <a:pt x="245" y="1336"/>
                  </a:lnTo>
                  <a:lnTo>
                    <a:pt x="428" y="1231"/>
                  </a:lnTo>
                  <a:lnTo>
                    <a:pt x="428" y="843"/>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7" name="Google Shape;217;p28">
              <a:extLst>
                <a:ext uri="{FF2B5EF4-FFF2-40B4-BE49-F238E27FC236}">
                  <a16:creationId xmlns:a16="http://schemas.microsoft.com/office/drawing/2014/main" id="{2C0A8BEF-B35D-E3A4-A939-8EE361B19A18}"/>
                </a:ext>
              </a:extLst>
            </p:cNvPr>
            <p:cNvSpPr/>
            <p:nvPr/>
          </p:nvSpPr>
          <p:spPr>
            <a:xfrm>
              <a:off x="6066647" y="875133"/>
              <a:ext cx="79731" cy="160578"/>
            </a:xfrm>
            <a:custGeom>
              <a:avLst/>
              <a:gdLst/>
              <a:ahLst/>
              <a:cxnLst/>
              <a:rect l="l" t="t" r="r" b="b"/>
              <a:pathLst>
                <a:path w="641" h="1291" extrusionOk="0">
                  <a:moveTo>
                    <a:pt x="336" y="234"/>
                  </a:moveTo>
                  <a:cubicBezTo>
                    <a:pt x="408" y="234"/>
                    <a:pt x="452" y="303"/>
                    <a:pt x="452" y="481"/>
                  </a:cubicBezTo>
                  <a:cubicBezTo>
                    <a:pt x="452" y="741"/>
                    <a:pt x="358" y="885"/>
                    <a:pt x="220" y="965"/>
                  </a:cubicBezTo>
                  <a:lnTo>
                    <a:pt x="185" y="985"/>
                  </a:lnTo>
                  <a:lnTo>
                    <a:pt x="185" y="294"/>
                  </a:lnTo>
                  <a:lnTo>
                    <a:pt x="220" y="274"/>
                  </a:lnTo>
                  <a:cubicBezTo>
                    <a:pt x="264" y="249"/>
                    <a:pt x="303" y="234"/>
                    <a:pt x="336" y="234"/>
                  </a:cubicBezTo>
                  <a:close/>
                  <a:moveTo>
                    <a:pt x="437" y="1"/>
                  </a:moveTo>
                  <a:cubicBezTo>
                    <a:pt x="379" y="1"/>
                    <a:pt x="309" y="24"/>
                    <a:pt x="230" y="70"/>
                  </a:cubicBezTo>
                  <a:lnTo>
                    <a:pt x="1" y="203"/>
                  </a:lnTo>
                  <a:lnTo>
                    <a:pt x="1" y="1290"/>
                  </a:lnTo>
                  <a:lnTo>
                    <a:pt x="242" y="1151"/>
                  </a:lnTo>
                  <a:cubicBezTo>
                    <a:pt x="480" y="1013"/>
                    <a:pt x="640" y="745"/>
                    <a:pt x="640" y="372"/>
                  </a:cubicBezTo>
                  <a:cubicBezTo>
                    <a:pt x="640" y="115"/>
                    <a:pt x="565" y="1"/>
                    <a:pt x="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8" name="Google Shape;218;p28">
              <a:extLst>
                <a:ext uri="{FF2B5EF4-FFF2-40B4-BE49-F238E27FC236}">
                  <a16:creationId xmlns:a16="http://schemas.microsoft.com/office/drawing/2014/main" id="{BA1711E4-429E-D5FC-7999-0A436323066C}"/>
                </a:ext>
              </a:extLst>
            </p:cNvPr>
            <p:cNvSpPr/>
            <p:nvPr/>
          </p:nvSpPr>
          <p:spPr>
            <a:xfrm>
              <a:off x="6150854" y="817543"/>
              <a:ext cx="91174" cy="169533"/>
            </a:xfrm>
            <a:custGeom>
              <a:avLst/>
              <a:gdLst/>
              <a:ahLst/>
              <a:cxnLst/>
              <a:rect l="l" t="t" r="r" b="b"/>
              <a:pathLst>
                <a:path w="733" h="1363" extrusionOk="0">
                  <a:moveTo>
                    <a:pt x="364" y="251"/>
                  </a:moveTo>
                  <a:cubicBezTo>
                    <a:pt x="387" y="353"/>
                    <a:pt x="408" y="469"/>
                    <a:pt x="431" y="564"/>
                  </a:cubicBezTo>
                  <a:lnTo>
                    <a:pt x="450" y="652"/>
                  </a:lnTo>
                  <a:lnTo>
                    <a:pt x="275" y="753"/>
                  </a:lnTo>
                  <a:lnTo>
                    <a:pt x="296" y="642"/>
                  </a:lnTo>
                  <a:cubicBezTo>
                    <a:pt x="318" y="520"/>
                    <a:pt x="339" y="381"/>
                    <a:pt x="359" y="255"/>
                  </a:cubicBezTo>
                  <a:lnTo>
                    <a:pt x="364" y="251"/>
                  </a:lnTo>
                  <a:close/>
                  <a:moveTo>
                    <a:pt x="477" y="0"/>
                  </a:moveTo>
                  <a:lnTo>
                    <a:pt x="256" y="126"/>
                  </a:lnTo>
                  <a:lnTo>
                    <a:pt x="1" y="1363"/>
                  </a:lnTo>
                  <a:lnTo>
                    <a:pt x="187" y="1255"/>
                  </a:lnTo>
                  <a:lnTo>
                    <a:pt x="238" y="966"/>
                  </a:lnTo>
                  <a:lnTo>
                    <a:pt x="488" y="822"/>
                  </a:lnTo>
                  <a:lnTo>
                    <a:pt x="538" y="1052"/>
                  </a:lnTo>
                  <a:lnTo>
                    <a:pt x="732" y="939"/>
                  </a:lnTo>
                  <a:lnTo>
                    <a:pt x="4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9" name="Google Shape;219;p28">
              <a:extLst>
                <a:ext uri="{FF2B5EF4-FFF2-40B4-BE49-F238E27FC236}">
                  <a16:creationId xmlns:a16="http://schemas.microsoft.com/office/drawing/2014/main" id="{1EE88E03-4D38-0E8E-ADDA-7269F9F9C13A}"/>
                </a:ext>
              </a:extLst>
            </p:cNvPr>
            <p:cNvSpPr/>
            <p:nvPr/>
          </p:nvSpPr>
          <p:spPr>
            <a:xfrm>
              <a:off x="6238295" y="755725"/>
              <a:ext cx="78611" cy="164682"/>
            </a:xfrm>
            <a:custGeom>
              <a:avLst/>
              <a:gdLst/>
              <a:ahLst/>
              <a:cxnLst/>
              <a:rect l="l" t="t" r="r" b="b"/>
              <a:pathLst>
                <a:path w="632" h="1324" extrusionOk="0">
                  <a:moveTo>
                    <a:pt x="632" y="1"/>
                  </a:moveTo>
                  <a:lnTo>
                    <a:pt x="0" y="366"/>
                  </a:lnTo>
                  <a:lnTo>
                    <a:pt x="0" y="573"/>
                  </a:lnTo>
                  <a:lnTo>
                    <a:pt x="224" y="444"/>
                  </a:lnTo>
                  <a:lnTo>
                    <a:pt x="224" y="1324"/>
                  </a:lnTo>
                  <a:lnTo>
                    <a:pt x="409" y="1218"/>
                  </a:lnTo>
                  <a:lnTo>
                    <a:pt x="409" y="337"/>
                  </a:lnTo>
                  <a:lnTo>
                    <a:pt x="632" y="208"/>
                  </a:lnTo>
                  <a:lnTo>
                    <a:pt x="6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0" name="Google Shape;220;p28">
              <a:extLst>
                <a:ext uri="{FF2B5EF4-FFF2-40B4-BE49-F238E27FC236}">
                  <a16:creationId xmlns:a16="http://schemas.microsoft.com/office/drawing/2014/main" id="{4E4C80C1-4017-6043-7DBC-CFF8D1FDB93A}"/>
                </a:ext>
              </a:extLst>
            </p:cNvPr>
            <p:cNvSpPr/>
            <p:nvPr/>
          </p:nvSpPr>
          <p:spPr>
            <a:xfrm>
              <a:off x="6313423" y="723510"/>
              <a:ext cx="91299" cy="169658"/>
            </a:xfrm>
            <a:custGeom>
              <a:avLst/>
              <a:gdLst/>
              <a:ahLst/>
              <a:cxnLst/>
              <a:rect l="l" t="t" r="r" b="b"/>
              <a:pathLst>
                <a:path w="734" h="1364" extrusionOk="0">
                  <a:moveTo>
                    <a:pt x="365" y="253"/>
                  </a:moveTo>
                  <a:cubicBezTo>
                    <a:pt x="387" y="353"/>
                    <a:pt x="408" y="469"/>
                    <a:pt x="431" y="565"/>
                  </a:cubicBezTo>
                  <a:lnTo>
                    <a:pt x="451" y="653"/>
                  </a:lnTo>
                  <a:lnTo>
                    <a:pt x="277" y="754"/>
                  </a:lnTo>
                  <a:lnTo>
                    <a:pt x="296" y="642"/>
                  </a:lnTo>
                  <a:cubicBezTo>
                    <a:pt x="318" y="521"/>
                    <a:pt x="341" y="381"/>
                    <a:pt x="360" y="255"/>
                  </a:cubicBezTo>
                  <a:lnTo>
                    <a:pt x="365" y="253"/>
                  </a:lnTo>
                  <a:close/>
                  <a:moveTo>
                    <a:pt x="477" y="1"/>
                  </a:moveTo>
                  <a:lnTo>
                    <a:pt x="258" y="128"/>
                  </a:lnTo>
                  <a:lnTo>
                    <a:pt x="1" y="1363"/>
                  </a:lnTo>
                  <a:lnTo>
                    <a:pt x="189" y="1255"/>
                  </a:lnTo>
                  <a:lnTo>
                    <a:pt x="238" y="968"/>
                  </a:lnTo>
                  <a:lnTo>
                    <a:pt x="488" y="824"/>
                  </a:lnTo>
                  <a:lnTo>
                    <a:pt x="538" y="1053"/>
                  </a:lnTo>
                  <a:lnTo>
                    <a:pt x="734" y="941"/>
                  </a:lnTo>
                  <a:lnTo>
                    <a:pt x="4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1" name="Google Shape;221;p28">
              <a:extLst>
                <a:ext uri="{FF2B5EF4-FFF2-40B4-BE49-F238E27FC236}">
                  <a16:creationId xmlns:a16="http://schemas.microsoft.com/office/drawing/2014/main" id="{A2619E15-1EA1-5DED-CB58-2C2FE9782900}"/>
                </a:ext>
              </a:extLst>
            </p:cNvPr>
            <p:cNvSpPr/>
            <p:nvPr/>
          </p:nvSpPr>
          <p:spPr>
            <a:xfrm>
              <a:off x="6222748" y="821275"/>
              <a:ext cx="551647" cy="846796"/>
            </a:xfrm>
            <a:custGeom>
              <a:avLst/>
              <a:gdLst/>
              <a:ahLst/>
              <a:cxnLst/>
              <a:rect l="l" t="t" r="r" b="b"/>
              <a:pathLst>
                <a:path w="4435" h="6808" extrusionOk="0">
                  <a:moveTo>
                    <a:pt x="3480" y="1"/>
                  </a:moveTo>
                  <a:lnTo>
                    <a:pt x="2205" y="736"/>
                  </a:lnTo>
                  <a:lnTo>
                    <a:pt x="931" y="1471"/>
                  </a:lnTo>
                  <a:lnTo>
                    <a:pt x="62" y="3439"/>
                  </a:lnTo>
                  <a:cubicBezTo>
                    <a:pt x="62" y="3439"/>
                    <a:pt x="0" y="5532"/>
                    <a:pt x="1333" y="6446"/>
                  </a:cubicBezTo>
                  <a:cubicBezTo>
                    <a:pt x="1576" y="6612"/>
                    <a:pt x="1863" y="6739"/>
                    <a:pt x="2205" y="6808"/>
                  </a:cubicBezTo>
                  <a:cubicBezTo>
                    <a:pt x="4435" y="3785"/>
                    <a:pt x="4348" y="966"/>
                    <a:pt x="4348" y="966"/>
                  </a:cubicBezTo>
                  <a:lnTo>
                    <a:pt x="34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2" name="Google Shape;222;p28">
              <a:extLst>
                <a:ext uri="{FF2B5EF4-FFF2-40B4-BE49-F238E27FC236}">
                  <a16:creationId xmlns:a16="http://schemas.microsoft.com/office/drawing/2014/main" id="{58E476C5-AD0A-3767-B6F8-50EC2252B474}"/>
                </a:ext>
              </a:extLst>
            </p:cNvPr>
            <p:cNvSpPr/>
            <p:nvPr/>
          </p:nvSpPr>
          <p:spPr>
            <a:xfrm>
              <a:off x="6383201" y="1585358"/>
              <a:ext cx="62566" cy="71893"/>
            </a:xfrm>
            <a:custGeom>
              <a:avLst/>
              <a:gdLst/>
              <a:ahLst/>
              <a:cxnLst/>
              <a:rect l="l" t="t" r="r" b="b"/>
              <a:pathLst>
                <a:path w="503" h="578" extrusionOk="0">
                  <a:moveTo>
                    <a:pt x="503" y="0"/>
                  </a:moveTo>
                  <a:lnTo>
                    <a:pt x="1" y="273"/>
                  </a:lnTo>
                  <a:lnTo>
                    <a:pt x="476" y="578"/>
                  </a:lnTo>
                  <a:lnTo>
                    <a:pt x="503" y="0"/>
                  </a:lnTo>
                  <a:close/>
                </a:path>
              </a:pathLst>
            </a:custGeom>
            <a:solidFill>
              <a:srgbClr val="89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3" name="Google Shape;223;p28">
              <a:extLst>
                <a:ext uri="{FF2B5EF4-FFF2-40B4-BE49-F238E27FC236}">
                  <a16:creationId xmlns:a16="http://schemas.microsoft.com/office/drawing/2014/main" id="{C24FDBDE-969F-6746-AB97-DD5203AC9878}"/>
                </a:ext>
              </a:extLst>
            </p:cNvPr>
            <p:cNvSpPr/>
            <p:nvPr/>
          </p:nvSpPr>
          <p:spPr>
            <a:xfrm>
              <a:off x="6260062" y="846898"/>
              <a:ext cx="554633" cy="846796"/>
            </a:xfrm>
            <a:custGeom>
              <a:avLst/>
              <a:gdLst/>
              <a:ahLst/>
              <a:cxnLst/>
              <a:rect l="l" t="t" r="r" b="b"/>
              <a:pathLst>
                <a:path w="4459" h="6808" extrusionOk="0">
                  <a:moveTo>
                    <a:pt x="3504" y="1"/>
                  </a:moveTo>
                  <a:lnTo>
                    <a:pt x="2229" y="736"/>
                  </a:lnTo>
                  <a:lnTo>
                    <a:pt x="956" y="1471"/>
                  </a:lnTo>
                  <a:lnTo>
                    <a:pt x="88" y="3440"/>
                  </a:lnTo>
                  <a:cubicBezTo>
                    <a:pt x="88" y="3440"/>
                    <a:pt x="1" y="6359"/>
                    <a:pt x="2229" y="6808"/>
                  </a:cubicBezTo>
                  <a:cubicBezTo>
                    <a:pt x="4459" y="3785"/>
                    <a:pt x="4372" y="966"/>
                    <a:pt x="4372" y="966"/>
                  </a:cubicBezTo>
                  <a:lnTo>
                    <a:pt x="35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4" name="Google Shape;224;p28">
              <a:extLst>
                <a:ext uri="{FF2B5EF4-FFF2-40B4-BE49-F238E27FC236}">
                  <a16:creationId xmlns:a16="http://schemas.microsoft.com/office/drawing/2014/main" id="{F6CEFDBB-4C39-C6F3-E002-A7F54AFBBAC7}"/>
                </a:ext>
              </a:extLst>
            </p:cNvPr>
            <p:cNvSpPr/>
            <p:nvPr/>
          </p:nvSpPr>
          <p:spPr>
            <a:xfrm>
              <a:off x="6382331" y="1034716"/>
              <a:ext cx="21892" cy="31593"/>
            </a:xfrm>
            <a:custGeom>
              <a:avLst/>
              <a:gdLst/>
              <a:ahLst/>
              <a:cxnLst/>
              <a:rect l="l" t="t" r="r" b="b"/>
              <a:pathLst>
                <a:path w="176" h="254" extrusionOk="0">
                  <a:moveTo>
                    <a:pt x="123" y="0"/>
                  </a:moveTo>
                  <a:cubicBezTo>
                    <a:pt x="112" y="0"/>
                    <a:pt x="100" y="3"/>
                    <a:pt x="88" y="11"/>
                  </a:cubicBezTo>
                  <a:cubicBezTo>
                    <a:pt x="40" y="38"/>
                    <a:pt x="1" y="113"/>
                    <a:pt x="1" y="177"/>
                  </a:cubicBezTo>
                  <a:cubicBezTo>
                    <a:pt x="1" y="225"/>
                    <a:pt x="23" y="253"/>
                    <a:pt x="53" y="253"/>
                  </a:cubicBezTo>
                  <a:cubicBezTo>
                    <a:pt x="64" y="253"/>
                    <a:pt x="75" y="250"/>
                    <a:pt x="88" y="243"/>
                  </a:cubicBezTo>
                  <a:cubicBezTo>
                    <a:pt x="136" y="216"/>
                    <a:pt x="175" y="140"/>
                    <a:pt x="175" y="76"/>
                  </a:cubicBezTo>
                  <a:cubicBezTo>
                    <a:pt x="175" y="28"/>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5" name="Google Shape;225;p28">
              <a:extLst>
                <a:ext uri="{FF2B5EF4-FFF2-40B4-BE49-F238E27FC236}">
                  <a16:creationId xmlns:a16="http://schemas.microsoft.com/office/drawing/2014/main" id="{A92EB1CE-4214-3730-D6CA-9F21B6762835}"/>
                </a:ext>
              </a:extLst>
            </p:cNvPr>
            <p:cNvSpPr/>
            <p:nvPr/>
          </p:nvSpPr>
          <p:spPr>
            <a:xfrm>
              <a:off x="6387555" y="1040686"/>
              <a:ext cx="16419" cy="23757"/>
            </a:xfrm>
            <a:custGeom>
              <a:avLst/>
              <a:gdLst/>
              <a:ahLst/>
              <a:cxnLst/>
              <a:rect l="l" t="t" r="r" b="b"/>
              <a:pathLst>
                <a:path w="132" h="191" extrusionOk="0">
                  <a:moveTo>
                    <a:pt x="92" y="1"/>
                  </a:moveTo>
                  <a:cubicBezTo>
                    <a:pt x="84" y="1"/>
                    <a:pt x="75" y="3"/>
                    <a:pt x="66" y="9"/>
                  </a:cubicBezTo>
                  <a:cubicBezTo>
                    <a:pt x="30" y="29"/>
                    <a:pt x="1" y="85"/>
                    <a:pt x="1" y="134"/>
                  </a:cubicBezTo>
                  <a:cubicBezTo>
                    <a:pt x="1" y="169"/>
                    <a:pt x="17" y="191"/>
                    <a:pt x="40" y="191"/>
                  </a:cubicBezTo>
                  <a:cubicBezTo>
                    <a:pt x="48" y="191"/>
                    <a:pt x="57" y="189"/>
                    <a:pt x="66" y="183"/>
                  </a:cubicBezTo>
                  <a:cubicBezTo>
                    <a:pt x="102" y="162"/>
                    <a:pt x="131" y="106"/>
                    <a:pt x="131" y="58"/>
                  </a:cubicBezTo>
                  <a:cubicBezTo>
                    <a:pt x="131"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6" name="Google Shape;226;p28">
              <a:extLst>
                <a:ext uri="{FF2B5EF4-FFF2-40B4-BE49-F238E27FC236}">
                  <a16:creationId xmlns:a16="http://schemas.microsoft.com/office/drawing/2014/main" id="{D035E947-C679-CE65-65D8-151020A4A5A6}"/>
                </a:ext>
              </a:extLst>
            </p:cNvPr>
            <p:cNvSpPr/>
            <p:nvPr/>
          </p:nvSpPr>
          <p:spPr>
            <a:xfrm>
              <a:off x="6293895" y="1373161"/>
              <a:ext cx="21767" cy="31718"/>
            </a:xfrm>
            <a:custGeom>
              <a:avLst/>
              <a:gdLst/>
              <a:ahLst/>
              <a:cxnLst/>
              <a:rect l="l" t="t" r="r" b="b"/>
              <a:pathLst>
                <a:path w="175" h="255" extrusionOk="0">
                  <a:moveTo>
                    <a:pt x="122" y="1"/>
                  </a:moveTo>
                  <a:cubicBezTo>
                    <a:pt x="111" y="1"/>
                    <a:pt x="99" y="4"/>
                    <a:pt x="87" y="11"/>
                  </a:cubicBezTo>
                  <a:cubicBezTo>
                    <a:pt x="40" y="40"/>
                    <a:pt x="0" y="114"/>
                    <a:pt x="0" y="178"/>
                  </a:cubicBezTo>
                  <a:cubicBezTo>
                    <a:pt x="0" y="226"/>
                    <a:pt x="22" y="255"/>
                    <a:pt x="53" y="255"/>
                  </a:cubicBezTo>
                  <a:cubicBezTo>
                    <a:pt x="64" y="255"/>
                    <a:pt x="75" y="251"/>
                    <a:pt x="87" y="245"/>
                  </a:cubicBezTo>
                  <a:cubicBezTo>
                    <a:pt x="135" y="216"/>
                    <a:pt x="175" y="142"/>
                    <a:pt x="175" y="78"/>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7" name="Google Shape;227;p28">
              <a:extLst>
                <a:ext uri="{FF2B5EF4-FFF2-40B4-BE49-F238E27FC236}">
                  <a16:creationId xmlns:a16="http://schemas.microsoft.com/office/drawing/2014/main" id="{83E9C561-2140-4B5F-8D0D-B4675BE59C46}"/>
                </a:ext>
              </a:extLst>
            </p:cNvPr>
            <p:cNvSpPr/>
            <p:nvPr/>
          </p:nvSpPr>
          <p:spPr>
            <a:xfrm>
              <a:off x="6298994" y="1379256"/>
              <a:ext cx="16419" cy="23757"/>
            </a:xfrm>
            <a:custGeom>
              <a:avLst/>
              <a:gdLst/>
              <a:ahLst/>
              <a:cxnLst/>
              <a:rect l="l" t="t" r="r" b="b"/>
              <a:pathLst>
                <a:path w="132" h="191" extrusionOk="0">
                  <a:moveTo>
                    <a:pt x="92" y="0"/>
                  </a:moveTo>
                  <a:cubicBezTo>
                    <a:pt x="84" y="0"/>
                    <a:pt x="75" y="3"/>
                    <a:pt x="66" y="9"/>
                  </a:cubicBezTo>
                  <a:cubicBezTo>
                    <a:pt x="30" y="29"/>
                    <a:pt x="1" y="85"/>
                    <a:pt x="1" y="134"/>
                  </a:cubicBezTo>
                  <a:cubicBezTo>
                    <a:pt x="1" y="170"/>
                    <a:pt x="17" y="191"/>
                    <a:pt x="40" y="191"/>
                  </a:cubicBezTo>
                  <a:cubicBezTo>
                    <a:pt x="48" y="191"/>
                    <a:pt x="57" y="188"/>
                    <a:pt x="66" y="183"/>
                  </a:cubicBezTo>
                  <a:cubicBezTo>
                    <a:pt x="102" y="162"/>
                    <a:pt x="131" y="107"/>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8" name="Google Shape;228;p28">
              <a:extLst>
                <a:ext uri="{FF2B5EF4-FFF2-40B4-BE49-F238E27FC236}">
                  <a16:creationId xmlns:a16="http://schemas.microsoft.com/office/drawing/2014/main" id="{277EBFA0-D6A9-D2F5-4F3A-DF551C974E0F}"/>
                </a:ext>
              </a:extLst>
            </p:cNvPr>
            <p:cNvSpPr/>
            <p:nvPr/>
          </p:nvSpPr>
          <p:spPr>
            <a:xfrm>
              <a:off x="6762195" y="1102007"/>
              <a:ext cx="21892" cy="31718"/>
            </a:xfrm>
            <a:custGeom>
              <a:avLst/>
              <a:gdLst/>
              <a:ahLst/>
              <a:cxnLst/>
              <a:rect l="l" t="t" r="r" b="b"/>
              <a:pathLst>
                <a:path w="176" h="255" extrusionOk="0">
                  <a:moveTo>
                    <a:pt x="123" y="1"/>
                  </a:moveTo>
                  <a:cubicBezTo>
                    <a:pt x="112" y="1"/>
                    <a:pt x="100" y="4"/>
                    <a:pt x="87" y="11"/>
                  </a:cubicBezTo>
                  <a:cubicBezTo>
                    <a:pt x="40" y="40"/>
                    <a:pt x="1" y="114"/>
                    <a:pt x="1" y="178"/>
                  </a:cubicBezTo>
                  <a:cubicBezTo>
                    <a:pt x="1" y="226"/>
                    <a:pt x="23" y="255"/>
                    <a:pt x="54" y="255"/>
                  </a:cubicBezTo>
                  <a:cubicBezTo>
                    <a:pt x="64" y="255"/>
                    <a:pt x="76" y="251"/>
                    <a:pt x="87" y="244"/>
                  </a:cubicBezTo>
                  <a:cubicBezTo>
                    <a:pt x="136"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9" name="Google Shape;229;p28">
              <a:extLst>
                <a:ext uri="{FF2B5EF4-FFF2-40B4-BE49-F238E27FC236}">
                  <a16:creationId xmlns:a16="http://schemas.microsoft.com/office/drawing/2014/main" id="{A036B303-0F7E-A3BA-BD52-A00BD68DA81E}"/>
                </a:ext>
              </a:extLst>
            </p:cNvPr>
            <p:cNvSpPr/>
            <p:nvPr/>
          </p:nvSpPr>
          <p:spPr>
            <a:xfrm>
              <a:off x="6767419" y="1108101"/>
              <a:ext cx="16419" cy="23757"/>
            </a:xfrm>
            <a:custGeom>
              <a:avLst/>
              <a:gdLst/>
              <a:ahLst/>
              <a:cxnLst/>
              <a:rect l="l" t="t" r="r" b="b"/>
              <a:pathLst>
                <a:path w="132" h="191" extrusionOk="0">
                  <a:moveTo>
                    <a:pt x="92" y="0"/>
                  </a:moveTo>
                  <a:cubicBezTo>
                    <a:pt x="84" y="0"/>
                    <a:pt x="75" y="3"/>
                    <a:pt x="66" y="9"/>
                  </a:cubicBezTo>
                  <a:cubicBezTo>
                    <a:pt x="30" y="29"/>
                    <a:pt x="0" y="85"/>
                    <a:pt x="0" y="134"/>
                  </a:cubicBezTo>
                  <a:cubicBezTo>
                    <a:pt x="0" y="170"/>
                    <a:pt x="17" y="191"/>
                    <a:pt x="40" y="191"/>
                  </a:cubicBezTo>
                  <a:cubicBezTo>
                    <a:pt x="48" y="191"/>
                    <a:pt x="57" y="188"/>
                    <a:pt x="66" y="183"/>
                  </a:cubicBezTo>
                  <a:cubicBezTo>
                    <a:pt x="102" y="162"/>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0" name="Google Shape;230;p28">
              <a:extLst>
                <a:ext uri="{FF2B5EF4-FFF2-40B4-BE49-F238E27FC236}">
                  <a16:creationId xmlns:a16="http://schemas.microsoft.com/office/drawing/2014/main" id="{D356BFF8-80C1-DC33-D9C7-B7B93E8701EC}"/>
                </a:ext>
              </a:extLst>
            </p:cNvPr>
            <p:cNvSpPr/>
            <p:nvPr/>
          </p:nvSpPr>
          <p:spPr>
            <a:xfrm>
              <a:off x="6728612" y="1247286"/>
              <a:ext cx="21892" cy="31593"/>
            </a:xfrm>
            <a:custGeom>
              <a:avLst/>
              <a:gdLst/>
              <a:ahLst/>
              <a:cxnLst/>
              <a:rect l="l" t="t" r="r" b="b"/>
              <a:pathLst>
                <a:path w="176" h="254" extrusionOk="0">
                  <a:moveTo>
                    <a:pt x="122" y="0"/>
                  </a:moveTo>
                  <a:cubicBezTo>
                    <a:pt x="112" y="0"/>
                    <a:pt x="100" y="4"/>
                    <a:pt x="87" y="11"/>
                  </a:cubicBezTo>
                  <a:cubicBezTo>
                    <a:pt x="40" y="38"/>
                    <a:pt x="0" y="114"/>
                    <a:pt x="0" y="178"/>
                  </a:cubicBezTo>
                  <a:cubicBezTo>
                    <a:pt x="0" y="225"/>
                    <a:pt x="22" y="254"/>
                    <a:pt x="53" y="254"/>
                  </a:cubicBezTo>
                  <a:cubicBezTo>
                    <a:pt x="63" y="254"/>
                    <a:pt x="75" y="250"/>
                    <a:pt x="87" y="243"/>
                  </a:cubicBezTo>
                  <a:cubicBezTo>
                    <a:pt x="136" y="216"/>
                    <a:pt x="175" y="141"/>
                    <a:pt x="175" y="76"/>
                  </a:cubicBezTo>
                  <a:cubicBezTo>
                    <a:pt x="175" y="29"/>
                    <a:pt x="153" y="0"/>
                    <a:pt x="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1" name="Google Shape;231;p28">
              <a:extLst>
                <a:ext uri="{FF2B5EF4-FFF2-40B4-BE49-F238E27FC236}">
                  <a16:creationId xmlns:a16="http://schemas.microsoft.com/office/drawing/2014/main" id="{AE4B6658-5F9A-3AD4-27F7-4D8BD20D7983}"/>
                </a:ext>
              </a:extLst>
            </p:cNvPr>
            <p:cNvSpPr/>
            <p:nvPr/>
          </p:nvSpPr>
          <p:spPr>
            <a:xfrm>
              <a:off x="6733836" y="1253380"/>
              <a:ext cx="16294" cy="23757"/>
            </a:xfrm>
            <a:custGeom>
              <a:avLst/>
              <a:gdLst/>
              <a:ahLst/>
              <a:cxnLst/>
              <a:rect l="l" t="t" r="r" b="b"/>
              <a:pathLst>
                <a:path w="131" h="191" extrusionOk="0">
                  <a:moveTo>
                    <a:pt x="92" y="0"/>
                  </a:moveTo>
                  <a:cubicBezTo>
                    <a:pt x="84" y="0"/>
                    <a:pt x="75" y="3"/>
                    <a:pt x="65" y="8"/>
                  </a:cubicBezTo>
                  <a:cubicBezTo>
                    <a:pt x="29" y="29"/>
                    <a:pt x="0" y="85"/>
                    <a:pt x="0" y="133"/>
                  </a:cubicBezTo>
                  <a:cubicBezTo>
                    <a:pt x="0" y="169"/>
                    <a:pt x="16" y="190"/>
                    <a:pt x="40" y="190"/>
                  </a:cubicBezTo>
                  <a:cubicBezTo>
                    <a:pt x="48" y="190"/>
                    <a:pt x="56" y="188"/>
                    <a:pt x="65" y="183"/>
                  </a:cubicBezTo>
                  <a:cubicBezTo>
                    <a:pt x="101" y="161"/>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2" name="Google Shape;232;p28">
              <a:extLst>
                <a:ext uri="{FF2B5EF4-FFF2-40B4-BE49-F238E27FC236}">
                  <a16:creationId xmlns:a16="http://schemas.microsoft.com/office/drawing/2014/main" id="{636D0EA2-CB27-3C34-E7F1-17D4C4CB643A}"/>
                </a:ext>
              </a:extLst>
            </p:cNvPr>
            <p:cNvSpPr/>
            <p:nvPr/>
          </p:nvSpPr>
          <p:spPr>
            <a:xfrm>
              <a:off x="6327602" y="1480503"/>
              <a:ext cx="21892" cy="31593"/>
            </a:xfrm>
            <a:custGeom>
              <a:avLst/>
              <a:gdLst/>
              <a:ahLst/>
              <a:cxnLst/>
              <a:rect l="l" t="t" r="r" b="b"/>
              <a:pathLst>
                <a:path w="176" h="254" extrusionOk="0">
                  <a:moveTo>
                    <a:pt x="123" y="0"/>
                  </a:moveTo>
                  <a:cubicBezTo>
                    <a:pt x="113" y="0"/>
                    <a:pt x="101" y="4"/>
                    <a:pt x="88" y="11"/>
                  </a:cubicBezTo>
                  <a:cubicBezTo>
                    <a:pt x="40" y="39"/>
                    <a:pt x="1" y="113"/>
                    <a:pt x="1" y="178"/>
                  </a:cubicBezTo>
                  <a:cubicBezTo>
                    <a:pt x="1" y="225"/>
                    <a:pt x="22" y="254"/>
                    <a:pt x="53" y="254"/>
                  </a:cubicBezTo>
                  <a:cubicBezTo>
                    <a:pt x="64" y="254"/>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3" name="Google Shape;233;p28">
              <a:extLst>
                <a:ext uri="{FF2B5EF4-FFF2-40B4-BE49-F238E27FC236}">
                  <a16:creationId xmlns:a16="http://schemas.microsoft.com/office/drawing/2014/main" id="{6C3B443C-FC6D-B8C9-15E6-CD280DF8FC86}"/>
                </a:ext>
              </a:extLst>
            </p:cNvPr>
            <p:cNvSpPr/>
            <p:nvPr/>
          </p:nvSpPr>
          <p:spPr>
            <a:xfrm>
              <a:off x="6332826" y="1486598"/>
              <a:ext cx="16419" cy="23757"/>
            </a:xfrm>
            <a:custGeom>
              <a:avLst/>
              <a:gdLst/>
              <a:ahLst/>
              <a:cxnLst/>
              <a:rect l="l" t="t" r="r" b="b"/>
              <a:pathLst>
                <a:path w="132" h="191" extrusionOk="0">
                  <a:moveTo>
                    <a:pt x="92" y="0"/>
                  </a:moveTo>
                  <a:cubicBezTo>
                    <a:pt x="84" y="0"/>
                    <a:pt x="75" y="3"/>
                    <a:pt x="66" y="8"/>
                  </a:cubicBezTo>
                  <a:cubicBezTo>
                    <a:pt x="30" y="28"/>
                    <a:pt x="0" y="85"/>
                    <a:pt x="0" y="133"/>
                  </a:cubicBezTo>
                  <a:cubicBezTo>
                    <a:pt x="0" y="169"/>
                    <a:pt x="17" y="190"/>
                    <a:pt x="40" y="190"/>
                  </a:cubicBezTo>
                  <a:cubicBezTo>
                    <a:pt x="48" y="190"/>
                    <a:pt x="56" y="188"/>
                    <a:pt x="66" y="183"/>
                  </a:cubicBezTo>
                  <a:cubicBezTo>
                    <a:pt x="103" y="161"/>
                    <a:pt x="132" y="106"/>
                    <a:pt x="132" y="58"/>
                  </a:cubicBezTo>
                  <a:cubicBezTo>
                    <a:pt x="132" y="22"/>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4" name="Google Shape;234;p28">
              <a:extLst>
                <a:ext uri="{FF2B5EF4-FFF2-40B4-BE49-F238E27FC236}">
                  <a16:creationId xmlns:a16="http://schemas.microsoft.com/office/drawing/2014/main" id="{B8823955-EB0A-0226-AB4A-E3FF02753C4E}"/>
                </a:ext>
              </a:extLst>
            </p:cNvPr>
            <p:cNvSpPr/>
            <p:nvPr/>
          </p:nvSpPr>
          <p:spPr>
            <a:xfrm>
              <a:off x="6395640" y="1578517"/>
              <a:ext cx="21892" cy="31718"/>
            </a:xfrm>
            <a:custGeom>
              <a:avLst/>
              <a:gdLst/>
              <a:ahLst/>
              <a:cxnLst/>
              <a:rect l="l" t="t" r="r" b="b"/>
              <a:pathLst>
                <a:path w="176" h="255" extrusionOk="0">
                  <a:moveTo>
                    <a:pt x="123" y="1"/>
                  </a:moveTo>
                  <a:cubicBezTo>
                    <a:pt x="113" y="1"/>
                    <a:pt x="101" y="4"/>
                    <a:pt x="89" y="11"/>
                  </a:cubicBezTo>
                  <a:cubicBezTo>
                    <a:pt x="40" y="39"/>
                    <a:pt x="1" y="114"/>
                    <a:pt x="1" y="178"/>
                  </a:cubicBezTo>
                  <a:cubicBezTo>
                    <a:pt x="1" y="226"/>
                    <a:pt x="23" y="254"/>
                    <a:pt x="54" y="254"/>
                  </a:cubicBezTo>
                  <a:cubicBezTo>
                    <a:pt x="65" y="254"/>
                    <a:pt x="76" y="251"/>
                    <a:pt x="89" y="244"/>
                  </a:cubicBezTo>
                  <a:cubicBezTo>
                    <a:pt x="136" y="216"/>
                    <a:pt x="175" y="142"/>
                    <a:pt x="175" y="78"/>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5" name="Google Shape;235;p28">
              <a:extLst>
                <a:ext uri="{FF2B5EF4-FFF2-40B4-BE49-F238E27FC236}">
                  <a16:creationId xmlns:a16="http://schemas.microsoft.com/office/drawing/2014/main" id="{CE309094-3E56-19E1-5AF3-2E2D9D7F0AAE}"/>
                </a:ext>
              </a:extLst>
            </p:cNvPr>
            <p:cNvSpPr/>
            <p:nvPr/>
          </p:nvSpPr>
          <p:spPr>
            <a:xfrm>
              <a:off x="6400864" y="1584611"/>
              <a:ext cx="16419" cy="23757"/>
            </a:xfrm>
            <a:custGeom>
              <a:avLst/>
              <a:gdLst/>
              <a:ahLst/>
              <a:cxnLst/>
              <a:rect l="l" t="t" r="r" b="b"/>
              <a:pathLst>
                <a:path w="132" h="191" extrusionOk="0">
                  <a:moveTo>
                    <a:pt x="92" y="0"/>
                  </a:moveTo>
                  <a:cubicBezTo>
                    <a:pt x="84" y="0"/>
                    <a:pt x="75" y="3"/>
                    <a:pt x="66" y="8"/>
                  </a:cubicBezTo>
                  <a:cubicBezTo>
                    <a:pt x="30" y="29"/>
                    <a:pt x="1" y="85"/>
                    <a:pt x="1" y="133"/>
                  </a:cubicBezTo>
                  <a:cubicBezTo>
                    <a:pt x="1" y="169"/>
                    <a:pt x="17" y="191"/>
                    <a:pt x="40" y="191"/>
                  </a:cubicBezTo>
                  <a:cubicBezTo>
                    <a:pt x="48" y="191"/>
                    <a:pt x="57" y="188"/>
                    <a:pt x="66" y="183"/>
                  </a:cubicBezTo>
                  <a:cubicBezTo>
                    <a:pt x="102" y="162"/>
                    <a:pt x="131" y="106"/>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6" name="Google Shape;236;p28">
              <a:extLst>
                <a:ext uri="{FF2B5EF4-FFF2-40B4-BE49-F238E27FC236}">
                  <a16:creationId xmlns:a16="http://schemas.microsoft.com/office/drawing/2014/main" id="{C32BDCC6-3F92-02EB-B837-C9DF3E9F5B66}"/>
                </a:ext>
              </a:extLst>
            </p:cNvPr>
            <p:cNvSpPr/>
            <p:nvPr/>
          </p:nvSpPr>
          <p:spPr>
            <a:xfrm>
              <a:off x="6658460" y="1427516"/>
              <a:ext cx="21767" cy="31718"/>
            </a:xfrm>
            <a:custGeom>
              <a:avLst/>
              <a:gdLst/>
              <a:ahLst/>
              <a:cxnLst/>
              <a:rect l="l" t="t" r="r" b="b"/>
              <a:pathLst>
                <a:path w="175" h="255" extrusionOk="0">
                  <a:moveTo>
                    <a:pt x="122" y="1"/>
                  </a:moveTo>
                  <a:cubicBezTo>
                    <a:pt x="111" y="1"/>
                    <a:pt x="100" y="4"/>
                    <a:pt x="87" y="11"/>
                  </a:cubicBezTo>
                  <a:cubicBezTo>
                    <a:pt x="40" y="38"/>
                    <a:pt x="0" y="113"/>
                    <a:pt x="0" y="178"/>
                  </a:cubicBezTo>
                  <a:cubicBezTo>
                    <a:pt x="0" y="226"/>
                    <a:pt x="22" y="254"/>
                    <a:pt x="53" y="254"/>
                  </a:cubicBezTo>
                  <a:cubicBezTo>
                    <a:pt x="63" y="254"/>
                    <a:pt x="75" y="251"/>
                    <a:pt x="87" y="243"/>
                  </a:cubicBezTo>
                  <a:cubicBezTo>
                    <a:pt x="135"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7" name="Google Shape;237;p28">
              <a:extLst>
                <a:ext uri="{FF2B5EF4-FFF2-40B4-BE49-F238E27FC236}">
                  <a16:creationId xmlns:a16="http://schemas.microsoft.com/office/drawing/2014/main" id="{33B70B48-614C-EC9C-E0DD-1AE189F6B55C}"/>
                </a:ext>
              </a:extLst>
            </p:cNvPr>
            <p:cNvSpPr/>
            <p:nvPr/>
          </p:nvSpPr>
          <p:spPr>
            <a:xfrm>
              <a:off x="6663560" y="1433486"/>
              <a:ext cx="16419" cy="23881"/>
            </a:xfrm>
            <a:custGeom>
              <a:avLst/>
              <a:gdLst/>
              <a:ahLst/>
              <a:cxnLst/>
              <a:rect l="l" t="t" r="r" b="b"/>
              <a:pathLst>
                <a:path w="132" h="192" extrusionOk="0">
                  <a:moveTo>
                    <a:pt x="92" y="1"/>
                  </a:moveTo>
                  <a:cubicBezTo>
                    <a:pt x="84" y="1"/>
                    <a:pt x="75" y="3"/>
                    <a:pt x="66" y="8"/>
                  </a:cubicBezTo>
                  <a:cubicBezTo>
                    <a:pt x="30" y="30"/>
                    <a:pt x="1" y="86"/>
                    <a:pt x="1" y="135"/>
                  </a:cubicBezTo>
                  <a:cubicBezTo>
                    <a:pt x="1" y="170"/>
                    <a:pt x="17" y="191"/>
                    <a:pt x="40" y="191"/>
                  </a:cubicBezTo>
                  <a:cubicBezTo>
                    <a:pt x="48" y="191"/>
                    <a:pt x="57" y="188"/>
                    <a:pt x="66" y="183"/>
                  </a:cubicBezTo>
                  <a:cubicBezTo>
                    <a:pt x="102" y="163"/>
                    <a:pt x="132" y="106"/>
                    <a:pt x="132" y="58"/>
                  </a:cubicBezTo>
                  <a:cubicBezTo>
                    <a:pt x="132"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8" name="Google Shape;238;p28">
              <a:extLst>
                <a:ext uri="{FF2B5EF4-FFF2-40B4-BE49-F238E27FC236}">
                  <a16:creationId xmlns:a16="http://schemas.microsoft.com/office/drawing/2014/main" id="{BF4DA65B-811E-BA9D-C892-EF3D2615C30F}"/>
                </a:ext>
              </a:extLst>
            </p:cNvPr>
            <p:cNvSpPr/>
            <p:nvPr/>
          </p:nvSpPr>
          <p:spPr>
            <a:xfrm>
              <a:off x="6526490" y="1644813"/>
              <a:ext cx="21892" cy="31718"/>
            </a:xfrm>
            <a:custGeom>
              <a:avLst/>
              <a:gdLst/>
              <a:ahLst/>
              <a:cxnLst/>
              <a:rect l="l" t="t" r="r" b="b"/>
              <a:pathLst>
                <a:path w="176" h="255" extrusionOk="0">
                  <a:moveTo>
                    <a:pt x="122" y="1"/>
                  </a:moveTo>
                  <a:cubicBezTo>
                    <a:pt x="112" y="1"/>
                    <a:pt x="100" y="4"/>
                    <a:pt x="88" y="11"/>
                  </a:cubicBezTo>
                  <a:cubicBezTo>
                    <a:pt x="40" y="39"/>
                    <a:pt x="1" y="113"/>
                    <a:pt x="1" y="178"/>
                  </a:cubicBezTo>
                  <a:cubicBezTo>
                    <a:pt x="1" y="226"/>
                    <a:pt x="22" y="255"/>
                    <a:pt x="53" y="255"/>
                  </a:cubicBezTo>
                  <a:cubicBezTo>
                    <a:pt x="64" y="255"/>
                    <a:pt x="76"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9" name="Google Shape;239;p28">
              <a:extLst>
                <a:ext uri="{FF2B5EF4-FFF2-40B4-BE49-F238E27FC236}">
                  <a16:creationId xmlns:a16="http://schemas.microsoft.com/office/drawing/2014/main" id="{E5D1285D-4B22-CB74-9103-E0874EEA61FF}"/>
                </a:ext>
              </a:extLst>
            </p:cNvPr>
            <p:cNvSpPr/>
            <p:nvPr/>
          </p:nvSpPr>
          <p:spPr>
            <a:xfrm>
              <a:off x="6531714" y="1650907"/>
              <a:ext cx="16294" cy="23757"/>
            </a:xfrm>
            <a:custGeom>
              <a:avLst/>
              <a:gdLst/>
              <a:ahLst/>
              <a:cxnLst/>
              <a:rect l="l" t="t" r="r" b="b"/>
              <a:pathLst>
                <a:path w="131" h="191" extrusionOk="0">
                  <a:moveTo>
                    <a:pt x="91" y="0"/>
                  </a:moveTo>
                  <a:cubicBezTo>
                    <a:pt x="83" y="0"/>
                    <a:pt x="75" y="3"/>
                    <a:pt x="66" y="8"/>
                  </a:cubicBezTo>
                  <a:cubicBezTo>
                    <a:pt x="30" y="29"/>
                    <a:pt x="0" y="86"/>
                    <a:pt x="0" y="133"/>
                  </a:cubicBezTo>
                  <a:cubicBezTo>
                    <a:pt x="0" y="169"/>
                    <a:pt x="16" y="191"/>
                    <a:pt x="39" y="191"/>
                  </a:cubicBezTo>
                  <a:cubicBezTo>
                    <a:pt x="47" y="191"/>
                    <a:pt x="56" y="188"/>
                    <a:pt x="66" y="183"/>
                  </a:cubicBezTo>
                  <a:cubicBezTo>
                    <a:pt x="102" y="162"/>
                    <a:pt x="131" y="106"/>
                    <a:pt x="131" y="58"/>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0" name="Google Shape;240;p28">
              <a:extLst>
                <a:ext uri="{FF2B5EF4-FFF2-40B4-BE49-F238E27FC236}">
                  <a16:creationId xmlns:a16="http://schemas.microsoft.com/office/drawing/2014/main" id="{83B0D793-3E33-AA81-CBD5-B2E9EA56E68C}"/>
                </a:ext>
              </a:extLst>
            </p:cNvPr>
            <p:cNvSpPr/>
            <p:nvPr/>
          </p:nvSpPr>
          <p:spPr>
            <a:xfrm>
              <a:off x="6728612" y="917920"/>
              <a:ext cx="21892" cy="31718"/>
            </a:xfrm>
            <a:custGeom>
              <a:avLst/>
              <a:gdLst/>
              <a:ahLst/>
              <a:cxnLst/>
              <a:rect l="l" t="t" r="r" b="b"/>
              <a:pathLst>
                <a:path w="176" h="255" extrusionOk="0">
                  <a:moveTo>
                    <a:pt x="122" y="1"/>
                  </a:moveTo>
                  <a:cubicBezTo>
                    <a:pt x="111" y="1"/>
                    <a:pt x="99" y="4"/>
                    <a:pt x="87" y="11"/>
                  </a:cubicBezTo>
                  <a:cubicBezTo>
                    <a:pt x="40" y="39"/>
                    <a:pt x="0" y="113"/>
                    <a:pt x="0" y="177"/>
                  </a:cubicBezTo>
                  <a:cubicBezTo>
                    <a:pt x="0" y="226"/>
                    <a:pt x="22" y="254"/>
                    <a:pt x="53" y="254"/>
                  </a:cubicBezTo>
                  <a:cubicBezTo>
                    <a:pt x="63" y="254"/>
                    <a:pt x="75" y="251"/>
                    <a:pt x="87"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1" name="Google Shape;241;p28">
              <a:extLst>
                <a:ext uri="{FF2B5EF4-FFF2-40B4-BE49-F238E27FC236}">
                  <a16:creationId xmlns:a16="http://schemas.microsoft.com/office/drawing/2014/main" id="{90A13D4C-4FE8-889A-DC5D-CB6E60CE8514}"/>
                </a:ext>
              </a:extLst>
            </p:cNvPr>
            <p:cNvSpPr/>
            <p:nvPr/>
          </p:nvSpPr>
          <p:spPr>
            <a:xfrm>
              <a:off x="6733836" y="924015"/>
              <a:ext cx="16294" cy="23757"/>
            </a:xfrm>
            <a:custGeom>
              <a:avLst/>
              <a:gdLst/>
              <a:ahLst/>
              <a:cxnLst/>
              <a:rect l="l" t="t" r="r" b="b"/>
              <a:pathLst>
                <a:path w="131" h="191" extrusionOk="0">
                  <a:moveTo>
                    <a:pt x="91" y="0"/>
                  </a:moveTo>
                  <a:cubicBezTo>
                    <a:pt x="83" y="0"/>
                    <a:pt x="75" y="3"/>
                    <a:pt x="65" y="8"/>
                  </a:cubicBezTo>
                  <a:cubicBezTo>
                    <a:pt x="29" y="29"/>
                    <a:pt x="0" y="85"/>
                    <a:pt x="0" y="133"/>
                  </a:cubicBezTo>
                  <a:cubicBezTo>
                    <a:pt x="0" y="169"/>
                    <a:pt x="16" y="190"/>
                    <a:pt x="39" y="190"/>
                  </a:cubicBezTo>
                  <a:cubicBezTo>
                    <a:pt x="47" y="190"/>
                    <a:pt x="56" y="188"/>
                    <a:pt x="65" y="182"/>
                  </a:cubicBezTo>
                  <a:cubicBezTo>
                    <a:pt x="101" y="162"/>
                    <a:pt x="131" y="106"/>
                    <a:pt x="131" y="57"/>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2" name="Google Shape;242;p28">
              <a:extLst>
                <a:ext uri="{FF2B5EF4-FFF2-40B4-BE49-F238E27FC236}">
                  <a16:creationId xmlns:a16="http://schemas.microsoft.com/office/drawing/2014/main" id="{A1057E61-8110-DFF3-851C-BAF86291F9AF}"/>
                </a:ext>
              </a:extLst>
            </p:cNvPr>
            <p:cNvSpPr/>
            <p:nvPr/>
          </p:nvSpPr>
          <p:spPr>
            <a:xfrm>
              <a:off x="6773017" y="986579"/>
              <a:ext cx="21767" cy="31718"/>
            </a:xfrm>
            <a:custGeom>
              <a:avLst/>
              <a:gdLst/>
              <a:ahLst/>
              <a:cxnLst/>
              <a:rect l="l" t="t" r="r" b="b"/>
              <a:pathLst>
                <a:path w="175" h="255" extrusionOk="0">
                  <a:moveTo>
                    <a:pt x="123" y="1"/>
                  </a:moveTo>
                  <a:cubicBezTo>
                    <a:pt x="113" y="1"/>
                    <a:pt x="101" y="4"/>
                    <a:pt x="88" y="12"/>
                  </a:cubicBezTo>
                  <a:cubicBezTo>
                    <a:pt x="40" y="39"/>
                    <a:pt x="0" y="114"/>
                    <a:pt x="0" y="178"/>
                  </a:cubicBezTo>
                  <a:cubicBezTo>
                    <a:pt x="0" y="226"/>
                    <a:pt x="22" y="254"/>
                    <a:pt x="53" y="254"/>
                  </a:cubicBezTo>
                  <a:cubicBezTo>
                    <a:pt x="64" y="254"/>
                    <a:pt x="76" y="251"/>
                    <a:pt x="88" y="243"/>
                  </a:cubicBezTo>
                  <a:cubicBezTo>
                    <a:pt x="137"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3" name="Google Shape;243;p28">
              <a:extLst>
                <a:ext uri="{FF2B5EF4-FFF2-40B4-BE49-F238E27FC236}">
                  <a16:creationId xmlns:a16="http://schemas.microsoft.com/office/drawing/2014/main" id="{D38ED5F5-91E4-F20E-DCAA-F22B324CD85E}"/>
                </a:ext>
              </a:extLst>
            </p:cNvPr>
            <p:cNvSpPr/>
            <p:nvPr/>
          </p:nvSpPr>
          <p:spPr>
            <a:xfrm>
              <a:off x="6778241" y="992674"/>
              <a:ext cx="16419" cy="23757"/>
            </a:xfrm>
            <a:custGeom>
              <a:avLst/>
              <a:gdLst/>
              <a:ahLst/>
              <a:cxnLst/>
              <a:rect l="l" t="t" r="r" b="b"/>
              <a:pathLst>
                <a:path w="132" h="191" extrusionOk="0">
                  <a:moveTo>
                    <a:pt x="93" y="1"/>
                  </a:moveTo>
                  <a:cubicBezTo>
                    <a:pt x="85" y="1"/>
                    <a:pt x="76" y="3"/>
                    <a:pt x="67" y="9"/>
                  </a:cubicBezTo>
                  <a:cubicBezTo>
                    <a:pt x="29" y="29"/>
                    <a:pt x="0" y="85"/>
                    <a:pt x="0" y="134"/>
                  </a:cubicBezTo>
                  <a:cubicBezTo>
                    <a:pt x="0" y="169"/>
                    <a:pt x="17" y="191"/>
                    <a:pt x="40" y="191"/>
                  </a:cubicBezTo>
                  <a:cubicBezTo>
                    <a:pt x="48" y="191"/>
                    <a:pt x="57" y="188"/>
                    <a:pt x="67" y="183"/>
                  </a:cubicBezTo>
                  <a:cubicBezTo>
                    <a:pt x="103" y="162"/>
                    <a:pt x="132" y="106"/>
                    <a:pt x="132" y="58"/>
                  </a:cubicBezTo>
                  <a:cubicBezTo>
                    <a:pt x="132" y="22"/>
                    <a:pt x="116" y="1"/>
                    <a:pt x="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4" name="Google Shape;244;p28">
              <a:extLst>
                <a:ext uri="{FF2B5EF4-FFF2-40B4-BE49-F238E27FC236}">
                  <a16:creationId xmlns:a16="http://schemas.microsoft.com/office/drawing/2014/main" id="{904B319D-8297-2CCE-9040-8AB95EAD1DDB}"/>
                </a:ext>
              </a:extLst>
            </p:cNvPr>
            <p:cNvSpPr/>
            <p:nvPr/>
          </p:nvSpPr>
          <p:spPr>
            <a:xfrm>
              <a:off x="6327602" y="1148899"/>
              <a:ext cx="21892" cy="31718"/>
            </a:xfrm>
            <a:custGeom>
              <a:avLst/>
              <a:gdLst/>
              <a:ahLst/>
              <a:cxnLst/>
              <a:rect l="l" t="t" r="r" b="b"/>
              <a:pathLst>
                <a:path w="176" h="255" extrusionOk="0">
                  <a:moveTo>
                    <a:pt x="123" y="0"/>
                  </a:moveTo>
                  <a:cubicBezTo>
                    <a:pt x="112" y="0"/>
                    <a:pt x="101" y="4"/>
                    <a:pt x="88" y="10"/>
                  </a:cubicBezTo>
                  <a:cubicBezTo>
                    <a:pt x="40" y="39"/>
                    <a:pt x="1" y="113"/>
                    <a:pt x="1" y="177"/>
                  </a:cubicBezTo>
                  <a:cubicBezTo>
                    <a:pt x="1" y="225"/>
                    <a:pt x="23" y="254"/>
                    <a:pt x="54" y="254"/>
                  </a:cubicBezTo>
                  <a:cubicBezTo>
                    <a:pt x="64" y="254"/>
                    <a:pt x="76" y="251"/>
                    <a:pt x="88" y="244"/>
                  </a:cubicBezTo>
                  <a:cubicBezTo>
                    <a:pt x="137" y="215"/>
                    <a:pt x="175" y="141"/>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5" name="Google Shape;245;p28">
              <a:extLst>
                <a:ext uri="{FF2B5EF4-FFF2-40B4-BE49-F238E27FC236}">
                  <a16:creationId xmlns:a16="http://schemas.microsoft.com/office/drawing/2014/main" id="{01BC8CEA-C11C-9759-B73B-69D4F4172961}"/>
                </a:ext>
              </a:extLst>
            </p:cNvPr>
            <p:cNvSpPr/>
            <p:nvPr/>
          </p:nvSpPr>
          <p:spPr>
            <a:xfrm>
              <a:off x="6332826" y="1154994"/>
              <a:ext cx="16419" cy="23757"/>
            </a:xfrm>
            <a:custGeom>
              <a:avLst/>
              <a:gdLst/>
              <a:ahLst/>
              <a:cxnLst/>
              <a:rect l="l" t="t" r="r" b="b"/>
              <a:pathLst>
                <a:path w="132" h="191" extrusionOk="0">
                  <a:moveTo>
                    <a:pt x="92" y="0"/>
                  </a:moveTo>
                  <a:cubicBezTo>
                    <a:pt x="84" y="0"/>
                    <a:pt x="75" y="2"/>
                    <a:pt x="66" y="8"/>
                  </a:cubicBezTo>
                  <a:cubicBezTo>
                    <a:pt x="30" y="29"/>
                    <a:pt x="0" y="84"/>
                    <a:pt x="0" y="133"/>
                  </a:cubicBezTo>
                  <a:cubicBezTo>
                    <a:pt x="0" y="169"/>
                    <a:pt x="16" y="190"/>
                    <a:pt x="39" y="190"/>
                  </a:cubicBezTo>
                  <a:cubicBezTo>
                    <a:pt x="47" y="190"/>
                    <a:pt x="56" y="188"/>
                    <a:pt x="66" y="182"/>
                  </a:cubicBezTo>
                  <a:cubicBezTo>
                    <a:pt x="103" y="162"/>
                    <a:pt x="132" y="106"/>
                    <a:pt x="132" y="57"/>
                  </a:cubicBezTo>
                  <a:cubicBezTo>
                    <a:pt x="132" y="21"/>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6" name="Google Shape;246;p28">
              <a:extLst>
                <a:ext uri="{FF2B5EF4-FFF2-40B4-BE49-F238E27FC236}">
                  <a16:creationId xmlns:a16="http://schemas.microsoft.com/office/drawing/2014/main" id="{C058F928-84D5-2E7C-679C-154AFB094C15}"/>
                </a:ext>
              </a:extLst>
            </p:cNvPr>
            <p:cNvSpPr/>
            <p:nvPr/>
          </p:nvSpPr>
          <p:spPr>
            <a:xfrm>
              <a:off x="6280710" y="1274774"/>
              <a:ext cx="21767" cy="31593"/>
            </a:xfrm>
            <a:custGeom>
              <a:avLst/>
              <a:gdLst/>
              <a:ahLst/>
              <a:cxnLst/>
              <a:rect l="l" t="t" r="r" b="b"/>
              <a:pathLst>
                <a:path w="175" h="254" extrusionOk="0">
                  <a:moveTo>
                    <a:pt x="123" y="0"/>
                  </a:moveTo>
                  <a:cubicBezTo>
                    <a:pt x="113" y="0"/>
                    <a:pt x="101" y="4"/>
                    <a:pt x="88" y="11"/>
                  </a:cubicBezTo>
                  <a:cubicBezTo>
                    <a:pt x="40" y="38"/>
                    <a:pt x="0" y="113"/>
                    <a:pt x="0" y="177"/>
                  </a:cubicBezTo>
                  <a:cubicBezTo>
                    <a:pt x="0" y="225"/>
                    <a:pt x="22" y="253"/>
                    <a:pt x="53" y="253"/>
                  </a:cubicBezTo>
                  <a:cubicBezTo>
                    <a:pt x="64" y="253"/>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7" name="Google Shape;247;p28">
              <a:extLst>
                <a:ext uri="{FF2B5EF4-FFF2-40B4-BE49-F238E27FC236}">
                  <a16:creationId xmlns:a16="http://schemas.microsoft.com/office/drawing/2014/main" id="{510817EF-ACFD-ED31-FB8A-6F02A91D9B3E}"/>
                </a:ext>
              </a:extLst>
            </p:cNvPr>
            <p:cNvSpPr/>
            <p:nvPr/>
          </p:nvSpPr>
          <p:spPr>
            <a:xfrm>
              <a:off x="6285934" y="1280744"/>
              <a:ext cx="16419" cy="23757"/>
            </a:xfrm>
            <a:custGeom>
              <a:avLst/>
              <a:gdLst/>
              <a:ahLst/>
              <a:cxnLst/>
              <a:rect l="l" t="t" r="r" b="b"/>
              <a:pathLst>
                <a:path w="132" h="191" extrusionOk="0">
                  <a:moveTo>
                    <a:pt x="92" y="1"/>
                  </a:moveTo>
                  <a:cubicBezTo>
                    <a:pt x="84" y="1"/>
                    <a:pt x="75" y="3"/>
                    <a:pt x="65" y="9"/>
                  </a:cubicBezTo>
                  <a:cubicBezTo>
                    <a:pt x="29" y="29"/>
                    <a:pt x="0" y="86"/>
                    <a:pt x="0" y="134"/>
                  </a:cubicBezTo>
                  <a:cubicBezTo>
                    <a:pt x="0" y="169"/>
                    <a:pt x="16" y="191"/>
                    <a:pt x="39" y="191"/>
                  </a:cubicBezTo>
                  <a:cubicBezTo>
                    <a:pt x="47" y="191"/>
                    <a:pt x="56" y="188"/>
                    <a:pt x="65" y="182"/>
                  </a:cubicBezTo>
                  <a:cubicBezTo>
                    <a:pt x="102" y="162"/>
                    <a:pt x="132" y="106"/>
                    <a:pt x="132" y="57"/>
                  </a:cubicBezTo>
                  <a:cubicBezTo>
                    <a:pt x="132" y="22"/>
                    <a:pt x="116"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8" name="Google Shape;248;p28">
              <a:extLst>
                <a:ext uri="{FF2B5EF4-FFF2-40B4-BE49-F238E27FC236}">
                  <a16:creationId xmlns:a16="http://schemas.microsoft.com/office/drawing/2014/main" id="{AF192334-9EB9-CA8F-B6C1-6A45EC90C99A}"/>
                </a:ext>
              </a:extLst>
            </p:cNvPr>
            <p:cNvSpPr/>
            <p:nvPr/>
          </p:nvSpPr>
          <p:spPr>
            <a:xfrm>
              <a:off x="6483454" y="978246"/>
              <a:ext cx="21892" cy="31718"/>
            </a:xfrm>
            <a:custGeom>
              <a:avLst/>
              <a:gdLst/>
              <a:ahLst/>
              <a:cxnLst/>
              <a:rect l="l" t="t" r="r" b="b"/>
              <a:pathLst>
                <a:path w="176" h="255" extrusionOk="0">
                  <a:moveTo>
                    <a:pt x="123" y="0"/>
                  </a:moveTo>
                  <a:cubicBezTo>
                    <a:pt x="113" y="0"/>
                    <a:pt x="101" y="4"/>
                    <a:pt x="89" y="11"/>
                  </a:cubicBezTo>
                  <a:cubicBezTo>
                    <a:pt x="40" y="39"/>
                    <a:pt x="1" y="113"/>
                    <a:pt x="1" y="178"/>
                  </a:cubicBezTo>
                  <a:cubicBezTo>
                    <a:pt x="1" y="226"/>
                    <a:pt x="23" y="254"/>
                    <a:pt x="54" y="254"/>
                  </a:cubicBezTo>
                  <a:cubicBezTo>
                    <a:pt x="65" y="254"/>
                    <a:pt x="77" y="251"/>
                    <a:pt x="89" y="244"/>
                  </a:cubicBezTo>
                  <a:cubicBezTo>
                    <a:pt x="137" y="216"/>
                    <a:pt x="175" y="142"/>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9" name="Google Shape;249;p28">
              <a:extLst>
                <a:ext uri="{FF2B5EF4-FFF2-40B4-BE49-F238E27FC236}">
                  <a16:creationId xmlns:a16="http://schemas.microsoft.com/office/drawing/2014/main" id="{583F33D3-2858-F8EF-8891-CF059DFE1A9F}"/>
                </a:ext>
              </a:extLst>
            </p:cNvPr>
            <p:cNvSpPr/>
            <p:nvPr/>
          </p:nvSpPr>
          <p:spPr>
            <a:xfrm>
              <a:off x="6488678" y="984341"/>
              <a:ext cx="16543" cy="23757"/>
            </a:xfrm>
            <a:custGeom>
              <a:avLst/>
              <a:gdLst/>
              <a:ahLst/>
              <a:cxnLst/>
              <a:rect l="l" t="t" r="r" b="b"/>
              <a:pathLst>
                <a:path w="133" h="191" extrusionOk="0">
                  <a:moveTo>
                    <a:pt x="93" y="0"/>
                  </a:moveTo>
                  <a:cubicBezTo>
                    <a:pt x="84" y="0"/>
                    <a:pt x="75" y="3"/>
                    <a:pt x="66" y="8"/>
                  </a:cubicBezTo>
                  <a:cubicBezTo>
                    <a:pt x="30" y="28"/>
                    <a:pt x="1" y="85"/>
                    <a:pt x="1" y="133"/>
                  </a:cubicBezTo>
                  <a:cubicBezTo>
                    <a:pt x="1" y="169"/>
                    <a:pt x="17" y="190"/>
                    <a:pt x="40" y="190"/>
                  </a:cubicBezTo>
                  <a:cubicBezTo>
                    <a:pt x="48" y="190"/>
                    <a:pt x="57" y="188"/>
                    <a:pt x="66" y="183"/>
                  </a:cubicBezTo>
                  <a:cubicBezTo>
                    <a:pt x="103" y="161"/>
                    <a:pt x="132" y="106"/>
                    <a:pt x="132" y="58"/>
                  </a:cubicBezTo>
                  <a:cubicBezTo>
                    <a:pt x="132" y="22"/>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0" name="Google Shape;250;p28">
              <a:extLst>
                <a:ext uri="{FF2B5EF4-FFF2-40B4-BE49-F238E27FC236}">
                  <a16:creationId xmlns:a16="http://schemas.microsoft.com/office/drawing/2014/main" id="{7528C8AD-A4CD-E2A2-2BA8-C3A37CF3DC82}"/>
                </a:ext>
              </a:extLst>
            </p:cNvPr>
            <p:cNvSpPr/>
            <p:nvPr/>
          </p:nvSpPr>
          <p:spPr>
            <a:xfrm>
              <a:off x="6674132" y="868540"/>
              <a:ext cx="21767" cy="31593"/>
            </a:xfrm>
            <a:custGeom>
              <a:avLst/>
              <a:gdLst/>
              <a:ahLst/>
              <a:cxnLst/>
              <a:rect l="l" t="t" r="r" b="b"/>
              <a:pathLst>
                <a:path w="175" h="254" extrusionOk="0">
                  <a:moveTo>
                    <a:pt x="122" y="1"/>
                  </a:moveTo>
                  <a:cubicBezTo>
                    <a:pt x="112" y="1"/>
                    <a:pt x="100" y="4"/>
                    <a:pt x="87" y="11"/>
                  </a:cubicBezTo>
                  <a:cubicBezTo>
                    <a:pt x="40" y="38"/>
                    <a:pt x="0" y="113"/>
                    <a:pt x="0" y="178"/>
                  </a:cubicBezTo>
                  <a:cubicBezTo>
                    <a:pt x="0" y="226"/>
                    <a:pt x="22" y="254"/>
                    <a:pt x="53" y="254"/>
                  </a:cubicBezTo>
                  <a:cubicBezTo>
                    <a:pt x="63" y="254"/>
                    <a:pt x="75" y="250"/>
                    <a:pt x="87" y="243"/>
                  </a:cubicBezTo>
                  <a:cubicBezTo>
                    <a:pt x="136"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1" name="Google Shape;251;p28">
              <a:extLst>
                <a:ext uri="{FF2B5EF4-FFF2-40B4-BE49-F238E27FC236}">
                  <a16:creationId xmlns:a16="http://schemas.microsoft.com/office/drawing/2014/main" id="{1B5C77C1-2BB1-D433-71E2-720DD794EB0E}"/>
                </a:ext>
              </a:extLst>
            </p:cNvPr>
            <p:cNvSpPr/>
            <p:nvPr/>
          </p:nvSpPr>
          <p:spPr>
            <a:xfrm>
              <a:off x="6679356" y="874511"/>
              <a:ext cx="16294" cy="23757"/>
            </a:xfrm>
            <a:custGeom>
              <a:avLst/>
              <a:gdLst/>
              <a:ahLst/>
              <a:cxnLst/>
              <a:rect l="l" t="t" r="r" b="b"/>
              <a:pathLst>
                <a:path w="131" h="191" extrusionOk="0">
                  <a:moveTo>
                    <a:pt x="91" y="1"/>
                  </a:moveTo>
                  <a:cubicBezTo>
                    <a:pt x="83" y="1"/>
                    <a:pt x="74" y="3"/>
                    <a:pt x="65" y="8"/>
                  </a:cubicBezTo>
                  <a:cubicBezTo>
                    <a:pt x="29" y="30"/>
                    <a:pt x="0" y="85"/>
                    <a:pt x="0" y="133"/>
                  </a:cubicBezTo>
                  <a:cubicBezTo>
                    <a:pt x="0" y="169"/>
                    <a:pt x="16" y="191"/>
                    <a:pt x="39" y="191"/>
                  </a:cubicBezTo>
                  <a:cubicBezTo>
                    <a:pt x="47" y="191"/>
                    <a:pt x="56" y="188"/>
                    <a:pt x="65" y="183"/>
                  </a:cubicBezTo>
                  <a:cubicBezTo>
                    <a:pt x="101" y="163"/>
                    <a:pt x="131" y="106"/>
                    <a:pt x="131" y="58"/>
                  </a:cubicBezTo>
                  <a:cubicBezTo>
                    <a:pt x="131" y="22"/>
                    <a:pt x="114"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2" name="Google Shape;252;p28">
              <a:extLst>
                <a:ext uri="{FF2B5EF4-FFF2-40B4-BE49-F238E27FC236}">
                  <a16:creationId xmlns:a16="http://schemas.microsoft.com/office/drawing/2014/main" id="{5D7755E0-108E-0ABF-64A6-B7306AEF9534}"/>
                </a:ext>
              </a:extLst>
            </p:cNvPr>
            <p:cNvSpPr/>
            <p:nvPr/>
          </p:nvSpPr>
          <p:spPr>
            <a:xfrm>
              <a:off x="6590423" y="915806"/>
              <a:ext cx="21767" cy="31718"/>
            </a:xfrm>
            <a:custGeom>
              <a:avLst/>
              <a:gdLst/>
              <a:ahLst/>
              <a:cxnLst/>
              <a:rect l="l" t="t" r="r" b="b"/>
              <a:pathLst>
                <a:path w="175" h="255" extrusionOk="0">
                  <a:moveTo>
                    <a:pt x="122" y="1"/>
                  </a:moveTo>
                  <a:cubicBezTo>
                    <a:pt x="112" y="1"/>
                    <a:pt x="100" y="4"/>
                    <a:pt x="88" y="11"/>
                  </a:cubicBezTo>
                  <a:cubicBezTo>
                    <a:pt x="39" y="39"/>
                    <a:pt x="0" y="113"/>
                    <a:pt x="0" y="177"/>
                  </a:cubicBezTo>
                  <a:cubicBezTo>
                    <a:pt x="0" y="226"/>
                    <a:pt x="22" y="255"/>
                    <a:pt x="53" y="255"/>
                  </a:cubicBezTo>
                  <a:cubicBezTo>
                    <a:pt x="64" y="255"/>
                    <a:pt x="75"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3" name="Google Shape;253;p28">
              <a:extLst>
                <a:ext uri="{FF2B5EF4-FFF2-40B4-BE49-F238E27FC236}">
                  <a16:creationId xmlns:a16="http://schemas.microsoft.com/office/drawing/2014/main" id="{94ABDE8B-BEDD-D32C-3A58-E07672895B4C}"/>
                </a:ext>
              </a:extLst>
            </p:cNvPr>
            <p:cNvSpPr/>
            <p:nvPr/>
          </p:nvSpPr>
          <p:spPr>
            <a:xfrm>
              <a:off x="6595523" y="921900"/>
              <a:ext cx="16543" cy="23757"/>
            </a:xfrm>
            <a:custGeom>
              <a:avLst/>
              <a:gdLst/>
              <a:ahLst/>
              <a:cxnLst/>
              <a:rect l="l" t="t" r="r" b="b"/>
              <a:pathLst>
                <a:path w="133" h="191" extrusionOk="0">
                  <a:moveTo>
                    <a:pt x="93" y="0"/>
                  </a:moveTo>
                  <a:cubicBezTo>
                    <a:pt x="85" y="0"/>
                    <a:pt x="76" y="3"/>
                    <a:pt x="67" y="8"/>
                  </a:cubicBezTo>
                  <a:cubicBezTo>
                    <a:pt x="30" y="29"/>
                    <a:pt x="1" y="86"/>
                    <a:pt x="1" y="133"/>
                  </a:cubicBezTo>
                  <a:cubicBezTo>
                    <a:pt x="1" y="169"/>
                    <a:pt x="17" y="191"/>
                    <a:pt x="40" y="191"/>
                  </a:cubicBezTo>
                  <a:cubicBezTo>
                    <a:pt x="49" y="191"/>
                    <a:pt x="58" y="188"/>
                    <a:pt x="67" y="182"/>
                  </a:cubicBezTo>
                  <a:cubicBezTo>
                    <a:pt x="103" y="162"/>
                    <a:pt x="132" y="106"/>
                    <a:pt x="132" y="57"/>
                  </a:cubicBezTo>
                  <a:cubicBezTo>
                    <a:pt x="132" y="21"/>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4" name="Google Shape;254;p28">
              <a:extLst>
                <a:ext uri="{FF2B5EF4-FFF2-40B4-BE49-F238E27FC236}">
                  <a16:creationId xmlns:a16="http://schemas.microsoft.com/office/drawing/2014/main" id="{AC88375D-1804-4F9C-5485-5A42C5D625BB}"/>
                </a:ext>
              </a:extLst>
            </p:cNvPr>
            <p:cNvSpPr/>
            <p:nvPr/>
          </p:nvSpPr>
          <p:spPr>
            <a:xfrm>
              <a:off x="6387555" y="992799"/>
              <a:ext cx="378752" cy="641441"/>
            </a:xfrm>
            <a:custGeom>
              <a:avLst/>
              <a:gdLst/>
              <a:ahLst/>
              <a:cxnLst/>
              <a:rect l="l" t="t" r="r" b="b"/>
              <a:pathLst>
                <a:path w="3045" h="5157" extrusionOk="0">
                  <a:moveTo>
                    <a:pt x="2954" y="1"/>
                  </a:moveTo>
                  <a:cubicBezTo>
                    <a:pt x="2959" y="82"/>
                    <a:pt x="2970" y="546"/>
                    <a:pt x="2827" y="1268"/>
                  </a:cubicBezTo>
                  <a:cubicBezTo>
                    <a:pt x="2818" y="1315"/>
                    <a:pt x="2808" y="1363"/>
                    <a:pt x="2797" y="1413"/>
                  </a:cubicBezTo>
                  <a:cubicBezTo>
                    <a:pt x="2773" y="1527"/>
                    <a:pt x="2744" y="1646"/>
                    <a:pt x="2711" y="1770"/>
                  </a:cubicBezTo>
                  <a:cubicBezTo>
                    <a:pt x="2678" y="1898"/>
                    <a:pt x="2640" y="2030"/>
                    <a:pt x="2596" y="2169"/>
                  </a:cubicBezTo>
                  <a:cubicBezTo>
                    <a:pt x="2536" y="2361"/>
                    <a:pt x="2465" y="2564"/>
                    <a:pt x="2384" y="2776"/>
                  </a:cubicBezTo>
                  <a:cubicBezTo>
                    <a:pt x="2205" y="3235"/>
                    <a:pt x="1973" y="3733"/>
                    <a:pt x="1667" y="4260"/>
                  </a:cubicBezTo>
                  <a:cubicBezTo>
                    <a:pt x="1513" y="4525"/>
                    <a:pt x="1339" y="4799"/>
                    <a:pt x="1145" y="5078"/>
                  </a:cubicBezTo>
                  <a:cubicBezTo>
                    <a:pt x="1030" y="5046"/>
                    <a:pt x="922" y="5005"/>
                    <a:pt x="820" y="4960"/>
                  </a:cubicBezTo>
                  <a:cubicBezTo>
                    <a:pt x="471" y="4806"/>
                    <a:pt x="205" y="4583"/>
                    <a:pt x="1" y="4329"/>
                  </a:cubicBezTo>
                  <a:lnTo>
                    <a:pt x="1" y="4329"/>
                  </a:lnTo>
                  <a:cubicBezTo>
                    <a:pt x="212" y="4616"/>
                    <a:pt x="496" y="4868"/>
                    <a:pt x="880" y="5038"/>
                  </a:cubicBezTo>
                  <a:cubicBezTo>
                    <a:pt x="981" y="5083"/>
                    <a:pt x="1089" y="5123"/>
                    <a:pt x="1204" y="5156"/>
                  </a:cubicBezTo>
                  <a:cubicBezTo>
                    <a:pt x="1399" y="4877"/>
                    <a:pt x="1573" y="4603"/>
                    <a:pt x="1727" y="4336"/>
                  </a:cubicBezTo>
                  <a:cubicBezTo>
                    <a:pt x="2033" y="3810"/>
                    <a:pt x="2265" y="3313"/>
                    <a:pt x="2444" y="2853"/>
                  </a:cubicBezTo>
                  <a:cubicBezTo>
                    <a:pt x="2525" y="2642"/>
                    <a:pt x="2596" y="2439"/>
                    <a:pt x="2656" y="2246"/>
                  </a:cubicBezTo>
                  <a:cubicBezTo>
                    <a:pt x="2700" y="2108"/>
                    <a:pt x="2737" y="1975"/>
                    <a:pt x="2771" y="1848"/>
                  </a:cubicBezTo>
                  <a:cubicBezTo>
                    <a:pt x="2803" y="1724"/>
                    <a:pt x="2833" y="1604"/>
                    <a:pt x="2857" y="1491"/>
                  </a:cubicBezTo>
                  <a:cubicBezTo>
                    <a:pt x="2867" y="1441"/>
                    <a:pt x="2878" y="1393"/>
                    <a:pt x="2887" y="1345"/>
                  </a:cubicBezTo>
                  <a:cubicBezTo>
                    <a:pt x="3044" y="550"/>
                    <a:pt x="3014" y="65"/>
                    <a:pt x="3014" y="65"/>
                  </a:cubicBezTo>
                  <a:lnTo>
                    <a:pt x="29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5" name="Google Shape;255;p28">
              <a:extLst>
                <a:ext uri="{FF2B5EF4-FFF2-40B4-BE49-F238E27FC236}">
                  <a16:creationId xmlns:a16="http://schemas.microsoft.com/office/drawing/2014/main" id="{7095713D-0E1B-4B45-7D17-4AB255CB8F39}"/>
                </a:ext>
              </a:extLst>
            </p:cNvPr>
            <p:cNvSpPr/>
            <p:nvPr/>
          </p:nvSpPr>
          <p:spPr>
            <a:xfrm>
              <a:off x="6338548" y="821275"/>
              <a:ext cx="357358" cy="208714"/>
            </a:xfrm>
            <a:custGeom>
              <a:avLst/>
              <a:gdLst/>
              <a:ahLst/>
              <a:cxnLst/>
              <a:rect l="l" t="t" r="r" b="b"/>
              <a:pathLst>
                <a:path w="2873" h="1678" extrusionOk="0">
                  <a:moveTo>
                    <a:pt x="2549" y="1"/>
                  </a:moveTo>
                  <a:lnTo>
                    <a:pt x="0" y="1471"/>
                  </a:lnTo>
                  <a:lnTo>
                    <a:pt x="325" y="1677"/>
                  </a:lnTo>
                  <a:lnTo>
                    <a:pt x="2873" y="207"/>
                  </a:lnTo>
                  <a:lnTo>
                    <a:pt x="2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6" name="Google Shape;256;p28">
              <a:extLst>
                <a:ext uri="{FF2B5EF4-FFF2-40B4-BE49-F238E27FC236}">
                  <a16:creationId xmlns:a16="http://schemas.microsoft.com/office/drawing/2014/main" id="{C4C54013-3577-F41D-6884-BB4EBFCCC3B4}"/>
                </a:ext>
              </a:extLst>
            </p:cNvPr>
            <p:cNvSpPr/>
            <p:nvPr/>
          </p:nvSpPr>
          <p:spPr>
            <a:xfrm>
              <a:off x="6230459" y="1004242"/>
              <a:ext cx="148516" cy="270532"/>
            </a:xfrm>
            <a:custGeom>
              <a:avLst/>
              <a:gdLst/>
              <a:ahLst/>
              <a:cxnLst/>
              <a:rect l="l" t="t" r="r" b="b"/>
              <a:pathLst>
                <a:path w="1194" h="2175" extrusionOk="0">
                  <a:moveTo>
                    <a:pt x="869" y="0"/>
                  </a:moveTo>
                  <a:lnTo>
                    <a:pt x="0" y="1968"/>
                  </a:lnTo>
                  <a:lnTo>
                    <a:pt x="326" y="2175"/>
                  </a:lnTo>
                  <a:lnTo>
                    <a:pt x="1194" y="206"/>
                  </a:lnTo>
                  <a:lnTo>
                    <a:pt x="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7" name="Google Shape;257;p28">
              <a:extLst>
                <a:ext uri="{FF2B5EF4-FFF2-40B4-BE49-F238E27FC236}">
                  <a16:creationId xmlns:a16="http://schemas.microsoft.com/office/drawing/2014/main" id="{6F591F1A-B093-A0BA-A1E8-1F4F66702872}"/>
                </a:ext>
              </a:extLst>
            </p:cNvPr>
            <p:cNvSpPr/>
            <p:nvPr/>
          </p:nvSpPr>
          <p:spPr>
            <a:xfrm>
              <a:off x="6312054" y="1079991"/>
              <a:ext cx="398281" cy="379242"/>
            </a:xfrm>
            <a:custGeom>
              <a:avLst/>
              <a:gdLst/>
              <a:ahLst/>
              <a:cxnLst/>
              <a:rect l="l" t="t" r="r" b="b"/>
              <a:pathLst>
                <a:path w="3202" h="3049" extrusionOk="0">
                  <a:moveTo>
                    <a:pt x="653" y="0"/>
                  </a:moveTo>
                  <a:lnTo>
                    <a:pt x="213" y="983"/>
                  </a:lnTo>
                  <a:lnTo>
                    <a:pt x="3" y="1453"/>
                  </a:lnTo>
                  <a:cubicBezTo>
                    <a:pt x="3" y="1453"/>
                    <a:pt x="1" y="1498"/>
                    <a:pt x="1" y="1576"/>
                  </a:cubicBezTo>
                  <a:lnTo>
                    <a:pt x="2551" y="3049"/>
                  </a:lnTo>
                  <a:cubicBezTo>
                    <a:pt x="2725" y="2708"/>
                    <a:pt x="2872" y="2382"/>
                    <a:pt x="2991" y="2075"/>
                  </a:cubicBezTo>
                  <a:cubicBezTo>
                    <a:pt x="3072" y="1865"/>
                    <a:pt x="3142" y="1664"/>
                    <a:pt x="3202" y="1472"/>
                  </a:cubicBezTo>
                  <a:lnTo>
                    <a:pt x="6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8" name="Google Shape;258;p28">
              <a:extLst>
                <a:ext uri="{FF2B5EF4-FFF2-40B4-BE49-F238E27FC236}">
                  <a16:creationId xmlns:a16="http://schemas.microsoft.com/office/drawing/2014/main" id="{72033D4E-0E62-0AFF-C28B-24C02EBEFB57}"/>
                </a:ext>
              </a:extLst>
            </p:cNvPr>
            <p:cNvSpPr/>
            <p:nvPr/>
          </p:nvSpPr>
          <p:spPr>
            <a:xfrm>
              <a:off x="6312054" y="1275894"/>
              <a:ext cx="317431" cy="275632"/>
            </a:xfrm>
            <a:custGeom>
              <a:avLst/>
              <a:gdLst/>
              <a:ahLst/>
              <a:cxnLst/>
              <a:rect l="l" t="t" r="r" b="b"/>
              <a:pathLst>
                <a:path w="2552" h="2216" extrusionOk="0">
                  <a:moveTo>
                    <a:pt x="1" y="1"/>
                  </a:moveTo>
                  <a:cubicBezTo>
                    <a:pt x="2" y="190"/>
                    <a:pt x="19" y="577"/>
                    <a:pt x="130" y="1012"/>
                  </a:cubicBezTo>
                  <a:cubicBezTo>
                    <a:pt x="135" y="1030"/>
                    <a:pt x="140" y="1048"/>
                    <a:pt x="145" y="1066"/>
                  </a:cubicBezTo>
                  <a:lnTo>
                    <a:pt x="2136" y="2216"/>
                  </a:lnTo>
                  <a:cubicBezTo>
                    <a:pt x="2183" y="2138"/>
                    <a:pt x="2230" y="2060"/>
                    <a:pt x="2274" y="1984"/>
                  </a:cubicBezTo>
                  <a:cubicBezTo>
                    <a:pt x="2375" y="1810"/>
                    <a:pt x="2466" y="1640"/>
                    <a:pt x="2551" y="1472"/>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9" name="Google Shape;259;p28">
              <a:extLst>
                <a:ext uri="{FF2B5EF4-FFF2-40B4-BE49-F238E27FC236}">
                  <a16:creationId xmlns:a16="http://schemas.microsoft.com/office/drawing/2014/main" id="{13DC296E-C387-3EF4-BDEC-30F9869B6BDA}"/>
                </a:ext>
              </a:extLst>
            </p:cNvPr>
            <p:cNvSpPr/>
            <p:nvPr/>
          </p:nvSpPr>
          <p:spPr>
            <a:xfrm>
              <a:off x="6393152" y="1012202"/>
              <a:ext cx="346412" cy="251004"/>
            </a:xfrm>
            <a:custGeom>
              <a:avLst/>
              <a:gdLst/>
              <a:ahLst/>
              <a:cxnLst/>
              <a:rect l="l" t="t" r="r" b="b"/>
              <a:pathLst>
                <a:path w="2785" h="2018" extrusionOk="0">
                  <a:moveTo>
                    <a:pt x="881" y="0"/>
                  </a:moveTo>
                  <a:lnTo>
                    <a:pt x="236" y="374"/>
                  </a:lnTo>
                  <a:lnTo>
                    <a:pt x="23" y="497"/>
                  </a:lnTo>
                  <a:lnTo>
                    <a:pt x="1" y="545"/>
                  </a:lnTo>
                  <a:lnTo>
                    <a:pt x="2550" y="2017"/>
                  </a:lnTo>
                  <a:cubicBezTo>
                    <a:pt x="2550" y="2016"/>
                    <a:pt x="2551" y="2014"/>
                    <a:pt x="2551" y="2013"/>
                  </a:cubicBezTo>
                  <a:cubicBezTo>
                    <a:pt x="2594" y="1875"/>
                    <a:pt x="2632" y="1742"/>
                    <a:pt x="2666" y="1615"/>
                  </a:cubicBezTo>
                  <a:cubicBezTo>
                    <a:pt x="2699" y="1490"/>
                    <a:pt x="2727" y="1371"/>
                    <a:pt x="2752" y="1257"/>
                  </a:cubicBezTo>
                  <a:cubicBezTo>
                    <a:pt x="2762" y="1209"/>
                    <a:pt x="2773" y="1159"/>
                    <a:pt x="2782" y="1113"/>
                  </a:cubicBezTo>
                  <a:cubicBezTo>
                    <a:pt x="2783" y="1108"/>
                    <a:pt x="2783" y="1104"/>
                    <a:pt x="2784" y="1099"/>
                  </a:cubicBezTo>
                  <a:lnTo>
                    <a:pt x="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0" name="Google Shape;260;p28">
              <a:extLst>
                <a:ext uri="{FF2B5EF4-FFF2-40B4-BE49-F238E27FC236}">
                  <a16:creationId xmlns:a16="http://schemas.microsoft.com/office/drawing/2014/main" id="{CE2D3D24-9E0E-767A-B894-18981464FE51}"/>
                </a:ext>
              </a:extLst>
            </p:cNvPr>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1" name="Google Shape;261;p28">
              <a:extLst>
                <a:ext uri="{FF2B5EF4-FFF2-40B4-BE49-F238E27FC236}">
                  <a16:creationId xmlns:a16="http://schemas.microsoft.com/office/drawing/2014/main" id="{3180536D-1436-B5C1-777A-3F939B95016E}"/>
                </a:ext>
              </a:extLst>
            </p:cNvPr>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2" name="Google Shape;262;p28">
              <a:extLst>
                <a:ext uri="{FF2B5EF4-FFF2-40B4-BE49-F238E27FC236}">
                  <a16:creationId xmlns:a16="http://schemas.microsoft.com/office/drawing/2014/main" id="{A0BA2D1B-BCF3-7982-AFD3-F64DCF88C0AD}"/>
                </a:ext>
              </a:extLst>
            </p:cNvPr>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3" name="Google Shape;263;p28">
              <a:extLst>
                <a:ext uri="{FF2B5EF4-FFF2-40B4-BE49-F238E27FC236}">
                  <a16:creationId xmlns:a16="http://schemas.microsoft.com/office/drawing/2014/main" id="{2EBA72E5-5DC5-619E-B6C6-E5240F8C10BD}"/>
                </a:ext>
              </a:extLst>
            </p:cNvPr>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4" name="Google Shape;264;p28">
              <a:extLst>
                <a:ext uri="{FF2B5EF4-FFF2-40B4-BE49-F238E27FC236}">
                  <a16:creationId xmlns:a16="http://schemas.microsoft.com/office/drawing/2014/main" id="{24301884-63F2-360A-EB75-F919C6B8ABE5}"/>
                </a:ext>
              </a:extLst>
            </p:cNvPr>
            <p:cNvSpPr/>
            <p:nvPr/>
          </p:nvSpPr>
          <p:spPr>
            <a:xfrm>
              <a:off x="6734831" y="1532495"/>
              <a:ext cx="715836" cy="1299673"/>
            </a:xfrm>
            <a:custGeom>
              <a:avLst/>
              <a:gdLst/>
              <a:ahLst/>
              <a:cxnLst/>
              <a:rect l="l" t="t" r="r" b="b"/>
              <a:pathLst>
                <a:path w="5755" h="10449" extrusionOk="0">
                  <a:moveTo>
                    <a:pt x="5001" y="1"/>
                  </a:moveTo>
                  <a:lnTo>
                    <a:pt x="5001" y="1"/>
                  </a:lnTo>
                  <a:cubicBezTo>
                    <a:pt x="5001" y="1"/>
                    <a:pt x="4128" y="12"/>
                    <a:pt x="3528" y="1224"/>
                  </a:cubicBezTo>
                  <a:cubicBezTo>
                    <a:pt x="2929" y="2434"/>
                    <a:pt x="2600" y="3353"/>
                    <a:pt x="2600" y="3353"/>
                  </a:cubicBezTo>
                  <a:cubicBezTo>
                    <a:pt x="2600" y="3353"/>
                    <a:pt x="1530" y="5729"/>
                    <a:pt x="1366" y="6273"/>
                  </a:cubicBezTo>
                  <a:cubicBezTo>
                    <a:pt x="1288" y="6533"/>
                    <a:pt x="1115" y="6891"/>
                    <a:pt x="917" y="7326"/>
                  </a:cubicBezTo>
                  <a:cubicBezTo>
                    <a:pt x="546" y="8138"/>
                    <a:pt x="89" y="9219"/>
                    <a:pt x="0" y="10446"/>
                  </a:cubicBezTo>
                  <a:cubicBezTo>
                    <a:pt x="11" y="10448"/>
                    <a:pt x="23" y="10448"/>
                    <a:pt x="35" y="10448"/>
                  </a:cubicBezTo>
                  <a:cubicBezTo>
                    <a:pt x="620" y="10448"/>
                    <a:pt x="2286" y="8532"/>
                    <a:pt x="2936" y="7819"/>
                  </a:cubicBezTo>
                  <a:cubicBezTo>
                    <a:pt x="3657" y="7026"/>
                    <a:pt x="3963" y="6727"/>
                    <a:pt x="4984" y="4050"/>
                  </a:cubicBezTo>
                  <a:cubicBezTo>
                    <a:pt x="5754" y="2033"/>
                    <a:pt x="5455" y="237"/>
                    <a:pt x="5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5" name="Google Shape;265;p28">
              <a:extLst>
                <a:ext uri="{FF2B5EF4-FFF2-40B4-BE49-F238E27FC236}">
                  <a16:creationId xmlns:a16="http://schemas.microsoft.com/office/drawing/2014/main" id="{60775990-DC2D-E3E2-3C7A-8C8DCD4D07EA}"/>
                </a:ext>
              </a:extLst>
            </p:cNvPr>
            <p:cNvSpPr/>
            <p:nvPr/>
          </p:nvSpPr>
          <p:spPr>
            <a:xfrm>
              <a:off x="7171166" y="1553391"/>
              <a:ext cx="822558" cy="1399179"/>
            </a:xfrm>
            <a:custGeom>
              <a:avLst/>
              <a:gdLst/>
              <a:ahLst/>
              <a:cxnLst/>
              <a:rect l="l" t="t" r="r" b="b"/>
              <a:pathLst>
                <a:path w="6613" h="11249" extrusionOk="0">
                  <a:moveTo>
                    <a:pt x="2501" y="0"/>
                  </a:moveTo>
                  <a:cubicBezTo>
                    <a:pt x="2154" y="0"/>
                    <a:pt x="1795" y="54"/>
                    <a:pt x="1459" y="197"/>
                  </a:cubicBezTo>
                  <a:cubicBezTo>
                    <a:pt x="1459" y="197"/>
                    <a:pt x="799" y="847"/>
                    <a:pt x="303" y="2854"/>
                  </a:cubicBezTo>
                  <a:cubicBezTo>
                    <a:pt x="1" y="4074"/>
                    <a:pt x="219" y="9954"/>
                    <a:pt x="219" y="9954"/>
                  </a:cubicBezTo>
                  <a:cubicBezTo>
                    <a:pt x="219" y="9954"/>
                    <a:pt x="1375" y="11248"/>
                    <a:pt x="3482" y="11248"/>
                  </a:cubicBezTo>
                  <a:cubicBezTo>
                    <a:pt x="3531" y="11248"/>
                    <a:pt x="3580" y="11248"/>
                    <a:pt x="3630" y="11246"/>
                  </a:cubicBezTo>
                  <a:cubicBezTo>
                    <a:pt x="5165" y="11201"/>
                    <a:pt x="5895" y="10815"/>
                    <a:pt x="6154" y="10224"/>
                  </a:cubicBezTo>
                  <a:cubicBezTo>
                    <a:pt x="5904" y="8132"/>
                    <a:pt x="6613" y="3496"/>
                    <a:pt x="6485" y="2705"/>
                  </a:cubicBezTo>
                  <a:cubicBezTo>
                    <a:pt x="6355" y="1915"/>
                    <a:pt x="4415" y="445"/>
                    <a:pt x="4415" y="445"/>
                  </a:cubicBezTo>
                  <a:cubicBezTo>
                    <a:pt x="4415" y="445"/>
                    <a:pt x="3505" y="0"/>
                    <a:pt x="2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6" name="Google Shape;266;p28">
              <a:extLst>
                <a:ext uri="{FF2B5EF4-FFF2-40B4-BE49-F238E27FC236}">
                  <a16:creationId xmlns:a16="http://schemas.microsoft.com/office/drawing/2014/main" id="{962DC290-1B3C-E188-6770-E67676986ECD}"/>
                </a:ext>
              </a:extLst>
            </p:cNvPr>
            <p:cNvSpPr/>
            <p:nvPr/>
          </p:nvSpPr>
          <p:spPr>
            <a:xfrm>
              <a:off x="7132607" y="1318308"/>
              <a:ext cx="557494" cy="592683"/>
            </a:xfrm>
            <a:custGeom>
              <a:avLst/>
              <a:gdLst/>
              <a:ahLst/>
              <a:cxnLst/>
              <a:rect l="l" t="t" r="r" b="b"/>
              <a:pathLst>
                <a:path w="4482" h="4765" extrusionOk="0">
                  <a:moveTo>
                    <a:pt x="1603" y="1"/>
                  </a:moveTo>
                  <a:cubicBezTo>
                    <a:pt x="1075" y="1"/>
                    <a:pt x="514" y="122"/>
                    <a:pt x="271" y="580"/>
                  </a:cubicBezTo>
                  <a:cubicBezTo>
                    <a:pt x="271" y="580"/>
                    <a:pt x="0" y="1961"/>
                    <a:pt x="818" y="2876"/>
                  </a:cubicBezTo>
                  <a:cubicBezTo>
                    <a:pt x="1635" y="3789"/>
                    <a:pt x="2591" y="4764"/>
                    <a:pt x="2591" y="4764"/>
                  </a:cubicBezTo>
                  <a:cubicBezTo>
                    <a:pt x="2591" y="4764"/>
                    <a:pt x="3744" y="4349"/>
                    <a:pt x="4112" y="3393"/>
                  </a:cubicBezTo>
                  <a:cubicBezTo>
                    <a:pt x="4482" y="2437"/>
                    <a:pt x="2857" y="174"/>
                    <a:pt x="2748" y="151"/>
                  </a:cubicBezTo>
                  <a:cubicBezTo>
                    <a:pt x="2691" y="138"/>
                    <a:pt x="2167" y="1"/>
                    <a:pt x="1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7" name="Google Shape;267;p28">
              <a:extLst>
                <a:ext uri="{FF2B5EF4-FFF2-40B4-BE49-F238E27FC236}">
                  <a16:creationId xmlns:a16="http://schemas.microsoft.com/office/drawing/2014/main" id="{A544DF4C-9655-E603-9075-5595A24371AB}"/>
                </a:ext>
              </a:extLst>
            </p:cNvPr>
            <p:cNvSpPr/>
            <p:nvPr/>
          </p:nvSpPr>
          <p:spPr>
            <a:xfrm>
              <a:off x="7404383" y="1658992"/>
              <a:ext cx="229739" cy="251999"/>
            </a:xfrm>
            <a:custGeom>
              <a:avLst/>
              <a:gdLst/>
              <a:ahLst/>
              <a:cxnLst/>
              <a:rect l="l" t="t" r="r" b="b"/>
              <a:pathLst>
                <a:path w="1847" h="2026" extrusionOk="0">
                  <a:moveTo>
                    <a:pt x="1153" y="0"/>
                  </a:moveTo>
                  <a:cubicBezTo>
                    <a:pt x="1153" y="0"/>
                    <a:pt x="525" y="371"/>
                    <a:pt x="252" y="771"/>
                  </a:cubicBezTo>
                  <a:cubicBezTo>
                    <a:pt x="1" y="1138"/>
                    <a:pt x="406" y="2025"/>
                    <a:pt x="406" y="2025"/>
                  </a:cubicBezTo>
                  <a:cubicBezTo>
                    <a:pt x="1301" y="1899"/>
                    <a:pt x="1717" y="1145"/>
                    <a:pt x="1792" y="1145"/>
                  </a:cubicBezTo>
                  <a:cubicBezTo>
                    <a:pt x="1793" y="1145"/>
                    <a:pt x="1795" y="1145"/>
                    <a:pt x="1796" y="1146"/>
                  </a:cubicBezTo>
                  <a:cubicBezTo>
                    <a:pt x="1796" y="1146"/>
                    <a:pt x="1797" y="1146"/>
                    <a:pt x="1797" y="1146"/>
                  </a:cubicBezTo>
                  <a:cubicBezTo>
                    <a:pt x="1846" y="1146"/>
                    <a:pt x="1153" y="0"/>
                    <a:pt x="1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8" name="Google Shape;268;p28">
              <a:extLst>
                <a:ext uri="{FF2B5EF4-FFF2-40B4-BE49-F238E27FC236}">
                  <a16:creationId xmlns:a16="http://schemas.microsoft.com/office/drawing/2014/main" id="{BEF61BD1-BBDB-6253-EA87-3A42F1842EE4}"/>
                </a:ext>
              </a:extLst>
            </p:cNvPr>
            <p:cNvSpPr/>
            <p:nvPr/>
          </p:nvSpPr>
          <p:spPr>
            <a:xfrm>
              <a:off x="7461102" y="1417192"/>
              <a:ext cx="288946" cy="400512"/>
            </a:xfrm>
            <a:custGeom>
              <a:avLst/>
              <a:gdLst/>
              <a:ahLst/>
              <a:cxnLst/>
              <a:rect l="l" t="t" r="r" b="b"/>
              <a:pathLst>
                <a:path w="2323" h="3220" extrusionOk="0">
                  <a:moveTo>
                    <a:pt x="1899" y="1"/>
                  </a:moveTo>
                  <a:lnTo>
                    <a:pt x="212" y="1303"/>
                  </a:lnTo>
                  <a:lnTo>
                    <a:pt x="1" y="2796"/>
                  </a:lnTo>
                  <a:cubicBezTo>
                    <a:pt x="1" y="2796"/>
                    <a:pt x="401" y="3220"/>
                    <a:pt x="894" y="3220"/>
                  </a:cubicBezTo>
                  <a:cubicBezTo>
                    <a:pt x="1089" y="3220"/>
                    <a:pt x="1299" y="3153"/>
                    <a:pt x="1504" y="2967"/>
                  </a:cubicBezTo>
                  <a:cubicBezTo>
                    <a:pt x="2226" y="2310"/>
                    <a:pt x="2323" y="2015"/>
                    <a:pt x="2323" y="2015"/>
                  </a:cubicBezTo>
                  <a:lnTo>
                    <a:pt x="18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9" name="Google Shape;269;p28">
              <a:extLst>
                <a:ext uri="{FF2B5EF4-FFF2-40B4-BE49-F238E27FC236}">
                  <a16:creationId xmlns:a16="http://schemas.microsoft.com/office/drawing/2014/main" id="{40635156-59D0-883B-A29F-9AFB9CD00F72}"/>
                </a:ext>
              </a:extLst>
            </p:cNvPr>
            <p:cNvSpPr/>
            <p:nvPr/>
          </p:nvSpPr>
          <p:spPr>
            <a:xfrm>
              <a:off x="7215197" y="1104743"/>
              <a:ext cx="508735" cy="571289"/>
            </a:xfrm>
            <a:custGeom>
              <a:avLst/>
              <a:gdLst/>
              <a:ahLst/>
              <a:cxnLst/>
              <a:rect l="l" t="t" r="r" b="b"/>
              <a:pathLst>
                <a:path w="4090" h="4593" extrusionOk="0">
                  <a:moveTo>
                    <a:pt x="2119" y="1"/>
                  </a:moveTo>
                  <a:cubicBezTo>
                    <a:pt x="1483" y="1"/>
                    <a:pt x="793" y="328"/>
                    <a:pt x="483" y="1292"/>
                  </a:cubicBezTo>
                  <a:cubicBezTo>
                    <a:pt x="1" y="2797"/>
                    <a:pt x="1248" y="4592"/>
                    <a:pt x="2053" y="4592"/>
                  </a:cubicBezTo>
                  <a:cubicBezTo>
                    <a:pt x="2125" y="4592"/>
                    <a:pt x="2194" y="4578"/>
                    <a:pt x="2257" y="4548"/>
                  </a:cubicBezTo>
                  <a:cubicBezTo>
                    <a:pt x="2689" y="4343"/>
                    <a:pt x="3590" y="3631"/>
                    <a:pt x="3824" y="2770"/>
                  </a:cubicBezTo>
                  <a:cubicBezTo>
                    <a:pt x="4089" y="1799"/>
                    <a:pt x="3634" y="663"/>
                    <a:pt x="3133" y="304"/>
                  </a:cubicBezTo>
                  <a:cubicBezTo>
                    <a:pt x="2886" y="126"/>
                    <a:pt x="2513" y="1"/>
                    <a:pt x="21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0" name="Google Shape;270;p28">
              <a:extLst>
                <a:ext uri="{FF2B5EF4-FFF2-40B4-BE49-F238E27FC236}">
                  <a16:creationId xmlns:a16="http://schemas.microsoft.com/office/drawing/2014/main" id="{48B6D941-F302-DAE2-57B5-266ABAD8BF23}"/>
                </a:ext>
              </a:extLst>
            </p:cNvPr>
            <p:cNvSpPr/>
            <p:nvPr/>
          </p:nvSpPr>
          <p:spPr>
            <a:xfrm>
              <a:off x="7228506" y="1046034"/>
              <a:ext cx="539831" cy="403248"/>
            </a:xfrm>
            <a:custGeom>
              <a:avLst/>
              <a:gdLst/>
              <a:ahLst/>
              <a:cxnLst/>
              <a:rect l="l" t="t" r="r" b="b"/>
              <a:pathLst>
                <a:path w="4340" h="3242" extrusionOk="0">
                  <a:moveTo>
                    <a:pt x="2144" y="1"/>
                  </a:moveTo>
                  <a:cubicBezTo>
                    <a:pt x="2083" y="1"/>
                    <a:pt x="2020" y="4"/>
                    <a:pt x="1957" y="12"/>
                  </a:cubicBezTo>
                  <a:cubicBezTo>
                    <a:pt x="824" y="151"/>
                    <a:pt x="183" y="922"/>
                    <a:pt x="61" y="1576"/>
                  </a:cubicBezTo>
                  <a:cubicBezTo>
                    <a:pt x="0" y="1905"/>
                    <a:pt x="140" y="2167"/>
                    <a:pt x="262" y="2283"/>
                  </a:cubicBezTo>
                  <a:cubicBezTo>
                    <a:pt x="478" y="2492"/>
                    <a:pt x="772" y="2717"/>
                    <a:pt x="1287" y="2717"/>
                  </a:cubicBezTo>
                  <a:cubicBezTo>
                    <a:pt x="1411" y="2717"/>
                    <a:pt x="1548" y="2704"/>
                    <a:pt x="1700" y="2674"/>
                  </a:cubicBezTo>
                  <a:cubicBezTo>
                    <a:pt x="2338" y="2549"/>
                    <a:pt x="2790" y="2236"/>
                    <a:pt x="2790" y="2236"/>
                  </a:cubicBezTo>
                  <a:lnTo>
                    <a:pt x="2946" y="3092"/>
                  </a:lnTo>
                  <a:cubicBezTo>
                    <a:pt x="2946" y="3092"/>
                    <a:pt x="3073" y="3065"/>
                    <a:pt x="3169" y="3003"/>
                  </a:cubicBezTo>
                  <a:cubicBezTo>
                    <a:pt x="3172" y="2740"/>
                    <a:pt x="3242" y="2615"/>
                    <a:pt x="3361" y="2615"/>
                  </a:cubicBezTo>
                  <a:cubicBezTo>
                    <a:pt x="3397" y="2615"/>
                    <a:pt x="3436" y="2626"/>
                    <a:pt x="3480" y="2648"/>
                  </a:cubicBezTo>
                  <a:cubicBezTo>
                    <a:pt x="3695" y="2757"/>
                    <a:pt x="3717" y="3242"/>
                    <a:pt x="3717" y="3242"/>
                  </a:cubicBezTo>
                  <a:cubicBezTo>
                    <a:pt x="3717" y="3242"/>
                    <a:pt x="4339" y="2605"/>
                    <a:pt x="4095" y="1643"/>
                  </a:cubicBezTo>
                  <a:cubicBezTo>
                    <a:pt x="3951" y="1076"/>
                    <a:pt x="3185" y="1"/>
                    <a:pt x="2144"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1" name="Google Shape;271;p28">
              <a:extLst>
                <a:ext uri="{FF2B5EF4-FFF2-40B4-BE49-F238E27FC236}">
                  <a16:creationId xmlns:a16="http://schemas.microsoft.com/office/drawing/2014/main" id="{6FBF645C-AEB5-E68B-B010-F7861A682200}"/>
                </a:ext>
              </a:extLst>
            </p:cNvPr>
            <p:cNvSpPr/>
            <p:nvPr/>
          </p:nvSpPr>
          <p:spPr>
            <a:xfrm>
              <a:off x="7166315" y="1034591"/>
              <a:ext cx="621801" cy="876399"/>
            </a:xfrm>
            <a:custGeom>
              <a:avLst/>
              <a:gdLst/>
              <a:ahLst/>
              <a:cxnLst/>
              <a:rect l="l" t="t" r="r" b="b"/>
              <a:pathLst>
                <a:path w="4999" h="7046" extrusionOk="0">
                  <a:moveTo>
                    <a:pt x="2676" y="0"/>
                  </a:moveTo>
                  <a:cubicBezTo>
                    <a:pt x="1880" y="0"/>
                    <a:pt x="1002" y="517"/>
                    <a:pt x="750" y="817"/>
                  </a:cubicBezTo>
                  <a:cubicBezTo>
                    <a:pt x="0" y="1713"/>
                    <a:pt x="0" y="2861"/>
                    <a:pt x="0" y="2861"/>
                  </a:cubicBezTo>
                  <a:cubicBezTo>
                    <a:pt x="0" y="2861"/>
                    <a:pt x="146" y="2822"/>
                    <a:pt x="399" y="2822"/>
                  </a:cubicBezTo>
                  <a:cubicBezTo>
                    <a:pt x="733" y="2822"/>
                    <a:pt x="1253" y="2889"/>
                    <a:pt x="1878" y="3202"/>
                  </a:cubicBezTo>
                  <a:cubicBezTo>
                    <a:pt x="2904" y="3714"/>
                    <a:pt x="3382" y="5352"/>
                    <a:pt x="3301" y="5818"/>
                  </a:cubicBezTo>
                  <a:cubicBezTo>
                    <a:pt x="3138" y="6747"/>
                    <a:pt x="2320" y="7045"/>
                    <a:pt x="2320" y="7045"/>
                  </a:cubicBezTo>
                  <a:cubicBezTo>
                    <a:pt x="2320" y="7045"/>
                    <a:pt x="3422" y="6980"/>
                    <a:pt x="3991" y="6653"/>
                  </a:cubicBezTo>
                  <a:cubicBezTo>
                    <a:pt x="4560" y="6327"/>
                    <a:pt x="4916" y="5558"/>
                    <a:pt x="4916" y="4686"/>
                  </a:cubicBezTo>
                  <a:cubicBezTo>
                    <a:pt x="4916" y="4094"/>
                    <a:pt x="4999" y="3762"/>
                    <a:pt x="4916" y="2315"/>
                  </a:cubicBezTo>
                  <a:cubicBezTo>
                    <a:pt x="4872" y="1562"/>
                    <a:pt x="4094" y="435"/>
                    <a:pt x="3207" y="93"/>
                  </a:cubicBezTo>
                  <a:cubicBezTo>
                    <a:pt x="3041" y="28"/>
                    <a:pt x="2861" y="0"/>
                    <a:pt x="26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2" name="Google Shape;272;p28">
              <a:extLst>
                <a:ext uri="{FF2B5EF4-FFF2-40B4-BE49-F238E27FC236}">
                  <a16:creationId xmlns:a16="http://schemas.microsoft.com/office/drawing/2014/main" id="{908F6C27-C520-70CC-46A9-1F53BE9443C0}"/>
                </a:ext>
              </a:extLst>
            </p:cNvPr>
            <p:cNvSpPr/>
            <p:nvPr/>
          </p:nvSpPr>
          <p:spPr>
            <a:xfrm>
              <a:off x="5429808" y="2223192"/>
              <a:ext cx="2729504" cy="1574931"/>
            </a:xfrm>
            <a:custGeom>
              <a:avLst/>
              <a:gdLst/>
              <a:ahLst/>
              <a:cxnLst/>
              <a:rect l="l" t="t" r="r" b="b"/>
              <a:pathLst>
                <a:path w="21944" h="12662" extrusionOk="0">
                  <a:moveTo>
                    <a:pt x="8982" y="0"/>
                  </a:moveTo>
                  <a:lnTo>
                    <a:pt x="1" y="5192"/>
                  </a:lnTo>
                  <a:lnTo>
                    <a:pt x="12958" y="12662"/>
                  </a:lnTo>
                  <a:lnTo>
                    <a:pt x="21944" y="7478"/>
                  </a:lnTo>
                  <a:lnTo>
                    <a:pt x="89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3" name="Google Shape;273;p28">
              <a:extLst>
                <a:ext uri="{FF2B5EF4-FFF2-40B4-BE49-F238E27FC236}">
                  <a16:creationId xmlns:a16="http://schemas.microsoft.com/office/drawing/2014/main" id="{B2BE2628-E266-617B-047D-B4D259BE4C86}"/>
                </a:ext>
              </a:extLst>
            </p:cNvPr>
            <p:cNvSpPr/>
            <p:nvPr/>
          </p:nvSpPr>
          <p:spPr>
            <a:xfrm>
              <a:off x="5429808" y="2868987"/>
              <a:ext cx="1611905" cy="993816"/>
            </a:xfrm>
            <a:custGeom>
              <a:avLst/>
              <a:gdLst/>
              <a:ahLst/>
              <a:cxnLst/>
              <a:rect l="l" t="t" r="r" b="b"/>
              <a:pathLst>
                <a:path w="12959" h="7990" extrusionOk="0">
                  <a:moveTo>
                    <a:pt x="1" y="0"/>
                  </a:moveTo>
                  <a:lnTo>
                    <a:pt x="1" y="520"/>
                  </a:lnTo>
                  <a:lnTo>
                    <a:pt x="12958" y="7990"/>
                  </a:lnTo>
                  <a:lnTo>
                    <a:pt x="12958" y="7470"/>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4" name="Google Shape;274;p28">
              <a:extLst>
                <a:ext uri="{FF2B5EF4-FFF2-40B4-BE49-F238E27FC236}">
                  <a16:creationId xmlns:a16="http://schemas.microsoft.com/office/drawing/2014/main" id="{8CFA451D-94EF-3E62-11B1-2E0E28EF989E}"/>
                </a:ext>
              </a:extLst>
            </p:cNvPr>
            <p:cNvSpPr/>
            <p:nvPr/>
          </p:nvSpPr>
          <p:spPr>
            <a:xfrm>
              <a:off x="7041559" y="3153326"/>
              <a:ext cx="1117724" cy="709478"/>
            </a:xfrm>
            <a:custGeom>
              <a:avLst/>
              <a:gdLst/>
              <a:ahLst/>
              <a:cxnLst/>
              <a:rect l="l" t="t" r="r" b="b"/>
              <a:pathLst>
                <a:path w="8986" h="5704" extrusionOk="0">
                  <a:moveTo>
                    <a:pt x="8986" y="0"/>
                  </a:moveTo>
                  <a:lnTo>
                    <a:pt x="0" y="5184"/>
                  </a:lnTo>
                  <a:lnTo>
                    <a:pt x="0" y="5704"/>
                  </a:lnTo>
                  <a:lnTo>
                    <a:pt x="8986" y="521"/>
                  </a:lnTo>
                  <a:lnTo>
                    <a:pt x="8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5" name="Google Shape;275;p28">
              <a:extLst>
                <a:ext uri="{FF2B5EF4-FFF2-40B4-BE49-F238E27FC236}">
                  <a16:creationId xmlns:a16="http://schemas.microsoft.com/office/drawing/2014/main" id="{AE595FE4-634F-8BC3-D0A0-D4DE15BB247A}"/>
                </a:ext>
              </a:extLst>
            </p:cNvPr>
            <p:cNvSpPr/>
            <p:nvPr/>
          </p:nvSpPr>
          <p:spPr>
            <a:xfrm>
              <a:off x="6676744" y="2597086"/>
              <a:ext cx="718572" cy="413821"/>
            </a:xfrm>
            <a:custGeom>
              <a:avLst/>
              <a:gdLst/>
              <a:ahLst/>
              <a:cxnLst/>
              <a:rect l="l" t="t" r="r" b="b"/>
              <a:pathLst>
                <a:path w="5777" h="3327" extrusionOk="0">
                  <a:moveTo>
                    <a:pt x="1556" y="1"/>
                  </a:moveTo>
                  <a:lnTo>
                    <a:pt x="1" y="905"/>
                  </a:lnTo>
                  <a:lnTo>
                    <a:pt x="4228" y="3326"/>
                  </a:lnTo>
                  <a:lnTo>
                    <a:pt x="5776" y="2422"/>
                  </a:lnTo>
                  <a:lnTo>
                    <a:pt x="15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6" name="Google Shape;276;p28">
              <a:extLst>
                <a:ext uri="{FF2B5EF4-FFF2-40B4-BE49-F238E27FC236}">
                  <a16:creationId xmlns:a16="http://schemas.microsoft.com/office/drawing/2014/main" id="{DA480F45-8E9B-ADF0-745A-B7A74742B57B}"/>
                </a:ext>
              </a:extLst>
            </p:cNvPr>
            <p:cNvSpPr/>
            <p:nvPr/>
          </p:nvSpPr>
          <p:spPr>
            <a:xfrm>
              <a:off x="7202634" y="2898217"/>
              <a:ext cx="192797" cy="140055"/>
            </a:xfrm>
            <a:custGeom>
              <a:avLst/>
              <a:gdLst/>
              <a:ahLst/>
              <a:cxnLst/>
              <a:rect l="l" t="t" r="r" b="b"/>
              <a:pathLst>
                <a:path w="1550" h="1126" extrusionOk="0">
                  <a:moveTo>
                    <a:pt x="1548" y="1"/>
                  </a:moveTo>
                  <a:lnTo>
                    <a:pt x="0" y="905"/>
                  </a:lnTo>
                  <a:lnTo>
                    <a:pt x="1" y="1126"/>
                  </a:lnTo>
                  <a:lnTo>
                    <a:pt x="1549" y="219"/>
                  </a:lnTo>
                  <a:lnTo>
                    <a:pt x="15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7" name="Google Shape;277;p28">
              <a:extLst>
                <a:ext uri="{FF2B5EF4-FFF2-40B4-BE49-F238E27FC236}">
                  <a16:creationId xmlns:a16="http://schemas.microsoft.com/office/drawing/2014/main" id="{A450BD09-6EEF-54C5-118B-6BE62B879CEB}"/>
                </a:ext>
              </a:extLst>
            </p:cNvPr>
            <p:cNvSpPr/>
            <p:nvPr/>
          </p:nvSpPr>
          <p:spPr>
            <a:xfrm>
              <a:off x="6676744" y="2709528"/>
              <a:ext cx="526149" cy="328743"/>
            </a:xfrm>
            <a:custGeom>
              <a:avLst/>
              <a:gdLst/>
              <a:ahLst/>
              <a:cxnLst/>
              <a:rect l="l" t="t" r="r" b="b"/>
              <a:pathLst>
                <a:path w="4230" h="2643" extrusionOk="0">
                  <a:moveTo>
                    <a:pt x="1" y="1"/>
                  </a:moveTo>
                  <a:lnTo>
                    <a:pt x="1" y="208"/>
                  </a:lnTo>
                  <a:lnTo>
                    <a:pt x="4229" y="2643"/>
                  </a:lnTo>
                  <a:lnTo>
                    <a:pt x="4228" y="2422"/>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8" name="Google Shape;278;p28">
              <a:extLst>
                <a:ext uri="{FF2B5EF4-FFF2-40B4-BE49-F238E27FC236}">
                  <a16:creationId xmlns:a16="http://schemas.microsoft.com/office/drawing/2014/main" id="{854D5B67-14B9-8384-313D-3517A26D4F72}"/>
                </a:ext>
              </a:extLst>
            </p:cNvPr>
            <p:cNvSpPr/>
            <p:nvPr/>
          </p:nvSpPr>
          <p:spPr>
            <a:xfrm>
              <a:off x="7124647" y="2853812"/>
              <a:ext cx="202872" cy="118039"/>
            </a:xfrm>
            <a:custGeom>
              <a:avLst/>
              <a:gdLst/>
              <a:ahLst/>
              <a:cxnLst/>
              <a:rect l="l" t="t" r="r" b="b"/>
              <a:pathLst>
                <a:path w="1631" h="949" extrusionOk="0">
                  <a:moveTo>
                    <a:pt x="1550" y="1"/>
                  </a:moveTo>
                  <a:lnTo>
                    <a:pt x="1" y="904"/>
                  </a:lnTo>
                  <a:lnTo>
                    <a:pt x="80" y="949"/>
                  </a:lnTo>
                  <a:lnTo>
                    <a:pt x="1630" y="45"/>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9" name="Google Shape;279;p28">
              <a:extLst>
                <a:ext uri="{FF2B5EF4-FFF2-40B4-BE49-F238E27FC236}">
                  <a16:creationId xmlns:a16="http://schemas.microsoft.com/office/drawing/2014/main" id="{BF20DD13-A0D4-03F8-C836-FA867062514B}"/>
                </a:ext>
              </a:extLst>
            </p:cNvPr>
            <p:cNvSpPr/>
            <p:nvPr/>
          </p:nvSpPr>
          <p:spPr>
            <a:xfrm>
              <a:off x="7048151" y="2809905"/>
              <a:ext cx="202872" cy="118163"/>
            </a:xfrm>
            <a:custGeom>
              <a:avLst/>
              <a:gdLst/>
              <a:ahLst/>
              <a:cxnLst/>
              <a:rect l="l" t="t" r="r" b="b"/>
              <a:pathLst>
                <a:path w="1631" h="950" extrusionOk="0">
                  <a:moveTo>
                    <a:pt x="1549" y="0"/>
                  </a:moveTo>
                  <a:lnTo>
                    <a:pt x="0" y="904"/>
                  </a:lnTo>
                  <a:lnTo>
                    <a:pt x="79" y="950"/>
                  </a:lnTo>
                  <a:lnTo>
                    <a:pt x="1631" y="45"/>
                  </a:lnTo>
                  <a:lnTo>
                    <a:pt x="15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0" name="Google Shape;280;p28">
              <a:extLst>
                <a:ext uri="{FF2B5EF4-FFF2-40B4-BE49-F238E27FC236}">
                  <a16:creationId xmlns:a16="http://schemas.microsoft.com/office/drawing/2014/main" id="{626DDD49-4A75-5877-2561-96DB9357EAEE}"/>
                </a:ext>
              </a:extLst>
            </p:cNvPr>
            <p:cNvSpPr/>
            <p:nvPr/>
          </p:nvSpPr>
          <p:spPr>
            <a:xfrm>
              <a:off x="6971656" y="276599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1" name="Google Shape;281;p28">
              <a:extLst>
                <a:ext uri="{FF2B5EF4-FFF2-40B4-BE49-F238E27FC236}">
                  <a16:creationId xmlns:a16="http://schemas.microsoft.com/office/drawing/2014/main" id="{000597DC-4A80-12E4-9901-7BE36AF0733E}"/>
                </a:ext>
              </a:extLst>
            </p:cNvPr>
            <p:cNvSpPr/>
            <p:nvPr/>
          </p:nvSpPr>
          <p:spPr>
            <a:xfrm>
              <a:off x="6895658" y="2722340"/>
              <a:ext cx="202996" cy="118039"/>
            </a:xfrm>
            <a:custGeom>
              <a:avLst/>
              <a:gdLst/>
              <a:ahLst/>
              <a:cxnLst/>
              <a:rect l="l" t="t" r="r" b="b"/>
              <a:pathLst>
                <a:path w="1632" h="949" extrusionOk="0">
                  <a:moveTo>
                    <a:pt x="1551" y="0"/>
                  </a:moveTo>
                  <a:lnTo>
                    <a:pt x="1" y="904"/>
                  </a:lnTo>
                  <a:lnTo>
                    <a:pt x="81" y="949"/>
                  </a:lnTo>
                  <a:lnTo>
                    <a:pt x="1631" y="44"/>
                  </a:lnTo>
                  <a:lnTo>
                    <a:pt x="15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2" name="Google Shape;282;p28">
              <a:extLst>
                <a:ext uri="{FF2B5EF4-FFF2-40B4-BE49-F238E27FC236}">
                  <a16:creationId xmlns:a16="http://schemas.microsoft.com/office/drawing/2014/main" id="{37E73BE7-1930-3000-2BE9-DA2E29A50E5D}"/>
                </a:ext>
              </a:extLst>
            </p:cNvPr>
            <p:cNvSpPr/>
            <p:nvPr/>
          </p:nvSpPr>
          <p:spPr>
            <a:xfrm>
              <a:off x="6832098" y="2613132"/>
              <a:ext cx="535726" cy="306976"/>
            </a:xfrm>
            <a:custGeom>
              <a:avLst/>
              <a:gdLst/>
              <a:ahLst/>
              <a:cxnLst/>
              <a:rect l="l" t="t" r="r" b="b"/>
              <a:pathLst>
                <a:path w="4307" h="2468" extrusionOk="0">
                  <a:moveTo>
                    <a:pt x="79" y="0"/>
                  </a:moveTo>
                  <a:lnTo>
                    <a:pt x="1" y="46"/>
                  </a:lnTo>
                  <a:lnTo>
                    <a:pt x="4228" y="2467"/>
                  </a:lnTo>
                  <a:lnTo>
                    <a:pt x="4307" y="2422"/>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3" name="Google Shape;283;p28">
              <a:extLst>
                <a:ext uri="{FF2B5EF4-FFF2-40B4-BE49-F238E27FC236}">
                  <a16:creationId xmlns:a16="http://schemas.microsoft.com/office/drawing/2014/main" id="{64C54AD8-80AA-D817-F58A-A06CBA186FD8}"/>
                </a:ext>
              </a:extLst>
            </p:cNvPr>
            <p:cNvSpPr/>
            <p:nvPr/>
          </p:nvSpPr>
          <p:spPr>
            <a:xfrm>
              <a:off x="6793415" y="2635894"/>
              <a:ext cx="536348" cy="307474"/>
            </a:xfrm>
            <a:custGeom>
              <a:avLst/>
              <a:gdLst/>
              <a:ahLst/>
              <a:cxnLst/>
              <a:rect l="l" t="t" r="r" b="b"/>
              <a:pathLst>
                <a:path w="4312" h="2472" extrusionOk="0">
                  <a:moveTo>
                    <a:pt x="80" y="1"/>
                  </a:moveTo>
                  <a:lnTo>
                    <a:pt x="1" y="48"/>
                  </a:lnTo>
                  <a:lnTo>
                    <a:pt x="4234" y="2471"/>
                  </a:lnTo>
                  <a:lnTo>
                    <a:pt x="4311" y="2426"/>
                  </a:lnTo>
                  <a:lnTo>
                    <a:pt x="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4" name="Google Shape;284;p28">
              <a:extLst>
                <a:ext uri="{FF2B5EF4-FFF2-40B4-BE49-F238E27FC236}">
                  <a16:creationId xmlns:a16="http://schemas.microsoft.com/office/drawing/2014/main" id="{0261EAA7-BE45-5FF5-F360-2412F42DF9BE}"/>
                </a:ext>
              </a:extLst>
            </p:cNvPr>
            <p:cNvSpPr/>
            <p:nvPr/>
          </p:nvSpPr>
          <p:spPr>
            <a:xfrm>
              <a:off x="6754359" y="2658656"/>
              <a:ext cx="535851" cy="307100"/>
            </a:xfrm>
            <a:custGeom>
              <a:avLst/>
              <a:gdLst/>
              <a:ahLst/>
              <a:cxnLst/>
              <a:rect l="l" t="t" r="r" b="b"/>
              <a:pathLst>
                <a:path w="4308" h="2469" extrusionOk="0">
                  <a:moveTo>
                    <a:pt x="81" y="0"/>
                  </a:moveTo>
                  <a:lnTo>
                    <a:pt x="1" y="46"/>
                  </a:lnTo>
                  <a:lnTo>
                    <a:pt x="4229" y="2468"/>
                  </a:lnTo>
                  <a:lnTo>
                    <a:pt x="4308" y="2422"/>
                  </a:lnTo>
                  <a:lnTo>
                    <a:pt x="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5" name="Google Shape;285;p28">
              <a:extLst>
                <a:ext uri="{FF2B5EF4-FFF2-40B4-BE49-F238E27FC236}">
                  <a16:creationId xmlns:a16="http://schemas.microsoft.com/office/drawing/2014/main" id="{8E42978E-3A6F-74F2-725C-C6776524840B}"/>
                </a:ext>
              </a:extLst>
            </p:cNvPr>
            <p:cNvSpPr/>
            <p:nvPr/>
          </p:nvSpPr>
          <p:spPr>
            <a:xfrm>
              <a:off x="6714184" y="2682164"/>
              <a:ext cx="537468" cy="307474"/>
            </a:xfrm>
            <a:custGeom>
              <a:avLst/>
              <a:gdLst/>
              <a:ahLst/>
              <a:cxnLst/>
              <a:rect l="l" t="t" r="r" b="b"/>
              <a:pathLst>
                <a:path w="4321" h="2472" extrusionOk="0">
                  <a:moveTo>
                    <a:pt x="79" y="0"/>
                  </a:moveTo>
                  <a:lnTo>
                    <a:pt x="0" y="45"/>
                  </a:lnTo>
                  <a:lnTo>
                    <a:pt x="4234" y="2472"/>
                  </a:lnTo>
                  <a:lnTo>
                    <a:pt x="4320" y="2430"/>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6" name="Google Shape;286;p28">
              <a:extLst>
                <a:ext uri="{FF2B5EF4-FFF2-40B4-BE49-F238E27FC236}">
                  <a16:creationId xmlns:a16="http://schemas.microsoft.com/office/drawing/2014/main" id="{87342C4D-7BA4-B96A-90BF-878CA31F9508}"/>
                </a:ext>
              </a:extLst>
            </p:cNvPr>
            <p:cNvSpPr/>
            <p:nvPr/>
          </p:nvSpPr>
          <p:spPr>
            <a:xfrm>
              <a:off x="6821153" y="2679303"/>
              <a:ext cx="202872" cy="118288"/>
            </a:xfrm>
            <a:custGeom>
              <a:avLst/>
              <a:gdLst/>
              <a:ahLst/>
              <a:cxnLst/>
              <a:rect l="l" t="t" r="r" b="b"/>
              <a:pathLst>
                <a:path w="1631" h="951" extrusionOk="0">
                  <a:moveTo>
                    <a:pt x="1550" y="1"/>
                  </a:moveTo>
                  <a:lnTo>
                    <a:pt x="1" y="904"/>
                  </a:lnTo>
                  <a:lnTo>
                    <a:pt x="80" y="950"/>
                  </a:lnTo>
                  <a:lnTo>
                    <a:pt x="1630" y="46"/>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7" name="Google Shape;287;p28">
              <a:extLst>
                <a:ext uri="{FF2B5EF4-FFF2-40B4-BE49-F238E27FC236}">
                  <a16:creationId xmlns:a16="http://schemas.microsoft.com/office/drawing/2014/main" id="{2814619A-D708-5261-566E-7202FB5743C0}"/>
                </a:ext>
              </a:extLst>
            </p:cNvPr>
            <p:cNvSpPr/>
            <p:nvPr/>
          </p:nvSpPr>
          <p:spPr>
            <a:xfrm>
              <a:off x="6747394" y="263713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8" name="Google Shape;288;p28">
              <a:extLst>
                <a:ext uri="{FF2B5EF4-FFF2-40B4-BE49-F238E27FC236}">
                  <a16:creationId xmlns:a16="http://schemas.microsoft.com/office/drawing/2014/main" id="{DC9C91E5-5869-EC96-B5FB-9156210B51B4}"/>
                </a:ext>
              </a:extLst>
            </p:cNvPr>
            <p:cNvSpPr/>
            <p:nvPr/>
          </p:nvSpPr>
          <p:spPr>
            <a:xfrm>
              <a:off x="6785206" y="2475813"/>
              <a:ext cx="223395" cy="245655"/>
            </a:xfrm>
            <a:custGeom>
              <a:avLst/>
              <a:gdLst/>
              <a:ahLst/>
              <a:cxnLst/>
              <a:rect l="l" t="t" r="r" b="b"/>
              <a:pathLst>
                <a:path w="1796" h="1975" extrusionOk="0">
                  <a:moveTo>
                    <a:pt x="632" y="0"/>
                  </a:moveTo>
                  <a:cubicBezTo>
                    <a:pt x="281" y="0"/>
                    <a:pt x="0" y="102"/>
                    <a:pt x="0" y="102"/>
                  </a:cubicBezTo>
                  <a:lnTo>
                    <a:pt x="76" y="1470"/>
                  </a:lnTo>
                  <a:cubicBezTo>
                    <a:pt x="76" y="1470"/>
                    <a:pt x="1043" y="1219"/>
                    <a:pt x="1210" y="1104"/>
                  </a:cubicBezTo>
                  <a:cubicBezTo>
                    <a:pt x="1233" y="1088"/>
                    <a:pt x="1252" y="1082"/>
                    <a:pt x="1268" y="1082"/>
                  </a:cubicBezTo>
                  <a:cubicBezTo>
                    <a:pt x="1364" y="1082"/>
                    <a:pt x="1327" y="1343"/>
                    <a:pt x="1327" y="1343"/>
                  </a:cubicBezTo>
                  <a:cubicBezTo>
                    <a:pt x="1327" y="1343"/>
                    <a:pt x="1242" y="1772"/>
                    <a:pt x="1473" y="1942"/>
                  </a:cubicBezTo>
                  <a:cubicBezTo>
                    <a:pt x="1504" y="1964"/>
                    <a:pt x="1527" y="1975"/>
                    <a:pt x="1546" y="1975"/>
                  </a:cubicBezTo>
                  <a:cubicBezTo>
                    <a:pt x="1625" y="1975"/>
                    <a:pt x="1618" y="1792"/>
                    <a:pt x="1660" y="1535"/>
                  </a:cubicBezTo>
                  <a:cubicBezTo>
                    <a:pt x="1713" y="1216"/>
                    <a:pt x="1795" y="686"/>
                    <a:pt x="1795" y="686"/>
                  </a:cubicBezTo>
                  <a:cubicBezTo>
                    <a:pt x="1520" y="131"/>
                    <a:pt x="1030" y="0"/>
                    <a:pt x="6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9" name="Google Shape;289;p28">
              <a:extLst>
                <a:ext uri="{FF2B5EF4-FFF2-40B4-BE49-F238E27FC236}">
                  <a16:creationId xmlns:a16="http://schemas.microsoft.com/office/drawing/2014/main" id="{04245DE2-9C0E-B756-4C71-64BC71435B11}"/>
                </a:ext>
              </a:extLst>
            </p:cNvPr>
            <p:cNvSpPr/>
            <p:nvPr/>
          </p:nvSpPr>
          <p:spPr>
            <a:xfrm>
              <a:off x="6812819" y="2326554"/>
              <a:ext cx="332854" cy="257721"/>
            </a:xfrm>
            <a:custGeom>
              <a:avLst/>
              <a:gdLst/>
              <a:ahLst/>
              <a:cxnLst/>
              <a:rect l="l" t="t" r="r" b="b"/>
              <a:pathLst>
                <a:path w="2676" h="2072" extrusionOk="0">
                  <a:moveTo>
                    <a:pt x="623" y="1"/>
                  </a:moveTo>
                  <a:cubicBezTo>
                    <a:pt x="63" y="1"/>
                    <a:pt x="0" y="1245"/>
                    <a:pt x="0" y="1245"/>
                  </a:cubicBezTo>
                  <a:cubicBezTo>
                    <a:pt x="0" y="1245"/>
                    <a:pt x="853" y="1464"/>
                    <a:pt x="1105" y="1598"/>
                  </a:cubicBezTo>
                  <a:cubicBezTo>
                    <a:pt x="1573" y="1849"/>
                    <a:pt x="1739" y="2071"/>
                    <a:pt x="1739" y="2071"/>
                  </a:cubicBezTo>
                  <a:lnTo>
                    <a:pt x="2676" y="1025"/>
                  </a:lnTo>
                  <a:cubicBezTo>
                    <a:pt x="2676" y="1025"/>
                    <a:pt x="1330" y="127"/>
                    <a:pt x="700" y="8"/>
                  </a:cubicBezTo>
                  <a:cubicBezTo>
                    <a:pt x="673" y="3"/>
                    <a:pt x="647" y="1"/>
                    <a:pt x="623"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0" name="Google Shape;290;p28">
              <a:extLst>
                <a:ext uri="{FF2B5EF4-FFF2-40B4-BE49-F238E27FC236}">
                  <a16:creationId xmlns:a16="http://schemas.microsoft.com/office/drawing/2014/main" id="{9CAAF3F9-328C-9F81-E12B-BC34B370E118}"/>
                </a:ext>
              </a:extLst>
            </p:cNvPr>
            <p:cNvSpPr/>
            <p:nvPr/>
          </p:nvSpPr>
          <p:spPr>
            <a:xfrm>
              <a:off x="5949479" y="1725910"/>
              <a:ext cx="987990" cy="1340470"/>
            </a:xfrm>
            <a:custGeom>
              <a:avLst/>
              <a:gdLst/>
              <a:ahLst/>
              <a:cxnLst/>
              <a:rect l="l" t="t" r="r" b="b"/>
              <a:pathLst>
                <a:path w="7943" h="10777" extrusionOk="0">
                  <a:moveTo>
                    <a:pt x="562" y="0"/>
                  </a:moveTo>
                  <a:cubicBezTo>
                    <a:pt x="269" y="0"/>
                    <a:pt x="1" y="236"/>
                    <a:pt x="1" y="563"/>
                  </a:cubicBezTo>
                  <a:lnTo>
                    <a:pt x="24" y="6327"/>
                  </a:lnTo>
                  <a:cubicBezTo>
                    <a:pt x="24" y="6527"/>
                    <a:pt x="132" y="6712"/>
                    <a:pt x="305" y="6811"/>
                  </a:cubicBezTo>
                  <a:lnTo>
                    <a:pt x="7103" y="10702"/>
                  </a:lnTo>
                  <a:cubicBezTo>
                    <a:pt x="7193" y="10753"/>
                    <a:pt x="7288" y="10776"/>
                    <a:pt x="7381" y="10776"/>
                  </a:cubicBezTo>
                  <a:cubicBezTo>
                    <a:pt x="7674" y="10776"/>
                    <a:pt x="7942" y="10542"/>
                    <a:pt x="7941" y="10214"/>
                  </a:cubicBezTo>
                  <a:lnTo>
                    <a:pt x="7919" y="4450"/>
                  </a:lnTo>
                  <a:cubicBezTo>
                    <a:pt x="7919" y="4249"/>
                    <a:pt x="7811" y="4066"/>
                    <a:pt x="7637" y="3966"/>
                  </a:cubicBezTo>
                  <a:lnTo>
                    <a:pt x="839" y="75"/>
                  </a:lnTo>
                  <a:cubicBezTo>
                    <a:pt x="750" y="24"/>
                    <a:pt x="655" y="0"/>
                    <a:pt x="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1" name="Google Shape;291;p28">
              <a:extLst>
                <a:ext uri="{FF2B5EF4-FFF2-40B4-BE49-F238E27FC236}">
                  <a16:creationId xmlns:a16="http://schemas.microsoft.com/office/drawing/2014/main" id="{153018D0-A6C2-C466-EFB0-DF30600CB7C4}"/>
                </a:ext>
              </a:extLst>
            </p:cNvPr>
            <p:cNvSpPr/>
            <p:nvPr/>
          </p:nvSpPr>
          <p:spPr>
            <a:xfrm>
              <a:off x="6785206" y="2969737"/>
              <a:ext cx="120405" cy="123512"/>
            </a:xfrm>
            <a:custGeom>
              <a:avLst/>
              <a:gdLst/>
              <a:ahLst/>
              <a:cxnLst/>
              <a:rect l="l" t="t" r="r" b="b"/>
              <a:pathLst>
                <a:path w="968" h="993" extrusionOk="0">
                  <a:moveTo>
                    <a:pt x="867" y="0"/>
                  </a:moveTo>
                  <a:lnTo>
                    <a:pt x="0" y="535"/>
                  </a:lnTo>
                  <a:lnTo>
                    <a:pt x="441" y="992"/>
                  </a:lnTo>
                  <a:lnTo>
                    <a:pt x="968" y="685"/>
                  </a:lnTo>
                  <a:lnTo>
                    <a:pt x="8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2" name="Google Shape;292;p28">
              <a:extLst>
                <a:ext uri="{FF2B5EF4-FFF2-40B4-BE49-F238E27FC236}">
                  <a16:creationId xmlns:a16="http://schemas.microsoft.com/office/drawing/2014/main" id="{59244A11-00D8-A13F-6345-656138692EAF}"/>
                </a:ext>
              </a:extLst>
            </p:cNvPr>
            <p:cNvSpPr/>
            <p:nvPr/>
          </p:nvSpPr>
          <p:spPr>
            <a:xfrm>
              <a:off x="5923234" y="1733746"/>
              <a:ext cx="80850" cy="38434"/>
            </a:xfrm>
            <a:custGeom>
              <a:avLst/>
              <a:gdLst/>
              <a:ahLst/>
              <a:cxnLst/>
              <a:rect l="l" t="t" r="r" b="b"/>
              <a:pathLst>
                <a:path w="650" h="309" extrusionOk="0">
                  <a:moveTo>
                    <a:pt x="512" y="1"/>
                  </a:moveTo>
                  <a:lnTo>
                    <a:pt x="1" y="299"/>
                  </a:lnTo>
                  <a:lnTo>
                    <a:pt x="649" y="308"/>
                  </a:lnTo>
                  <a:lnTo>
                    <a:pt x="512" y="1"/>
                  </a:lnTo>
                  <a:close/>
                </a:path>
              </a:pathLst>
            </a:custGeom>
            <a:solidFill>
              <a:srgbClr val="56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3" name="Google Shape;293;p28">
              <a:extLst>
                <a:ext uri="{FF2B5EF4-FFF2-40B4-BE49-F238E27FC236}">
                  <a16:creationId xmlns:a16="http://schemas.microsoft.com/office/drawing/2014/main" id="{CB5B0E27-2882-C6DB-F2CE-31744D0246CA}"/>
                </a:ext>
              </a:extLst>
            </p:cNvPr>
            <p:cNvSpPr/>
            <p:nvPr/>
          </p:nvSpPr>
          <p:spPr>
            <a:xfrm>
              <a:off x="5888158" y="1761608"/>
              <a:ext cx="987866" cy="1340470"/>
            </a:xfrm>
            <a:custGeom>
              <a:avLst/>
              <a:gdLst/>
              <a:ahLst/>
              <a:cxnLst/>
              <a:rect l="l" t="t" r="r" b="b"/>
              <a:pathLst>
                <a:path w="7942" h="10777" extrusionOk="0">
                  <a:moveTo>
                    <a:pt x="562" y="0"/>
                  </a:moveTo>
                  <a:cubicBezTo>
                    <a:pt x="269" y="0"/>
                    <a:pt x="0" y="236"/>
                    <a:pt x="1" y="563"/>
                  </a:cubicBezTo>
                  <a:lnTo>
                    <a:pt x="23" y="6328"/>
                  </a:lnTo>
                  <a:cubicBezTo>
                    <a:pt x="24" y="6527"/>
                    <a:pt x="132" y="6712"/>
                    <a:pt x="305" y="6811"/>
                  </a:cubicBezTo>
                  <a:lnTo>
                    <a:pt x="7103" y="10702"/>
                  </a:lnTo>
                  <a:cubicBezTo>
                    <a:pt x="7193" y="10753"/>
                    <a:pt x="7288" y="10777"/>
                    <a:pt x="7381" y="10777"/>
                  </a:cubicBezTo>
                  <a:cubicBezTo>
                    <a:pt x="7674" y="10777"/>
                    <a:pt x="7942" y="10542"/>
                    <a:pt x="7941" y="10214"/>
                  </a:cubicBezTo>
                  <a:lnTo>
                    <a:pt x="7918" y="4450"/>
                  </a:lnTo>
                  <a:cubicBezTo>
                    <a:pt x="7918" y="4249"/>
                    <a:pt x="7810" y="4066"/>
                    <a:pt x="7637" y="3967"/>
                  </a:cubicBezTo>
                  <a:lnTo>
                    <a:pt x="839" y="75"/>
                  </a:lnTo>
                  <a:cubicBezTo>
                    <a:pt x="749" y="24"/>
                    <a:pt x="654"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4" name="Google Shape;294;p28">
              <a:extLst>
                <a:ext uri="{FF2B5EF4-FFF2-40B4-BE49-F238E27FC236}">
                  <a16:creationId xmlns:a16="http://schemas.microsoft.com/office/drawing/2014/main" id="{3FC14C15-80F5-7399-329B-571AC304A6BF}"/>
                </a:ext>
              </a:extLst>
            </p:cNvPr>
            <p:cNvSpPr/>
            <p:nvPr/>
          </p:nvSpPr>
          <p:spPr>
            <a:xfrm>
              <a:off x="7376521" y="2926079"/>
              <a:ext cx="290812" cy="200878"/>
            </a:xfrm>
            <a:custGeom>
              <a:avLst/>
              <a:gdLst/>
              <a:ahLst/>
              <a:cxnLst/>
              <a:rect l="l" t="t" r="r" b="b"/>
              <a:pathLst>
                <a:path w="2338" h="1615" extrusionOk="0">
                  <a:moveTo>
                    <a:pt x="1315" y="1"/>
                  </a:moveTo>
                  <a:cubicBezTo>
                    <a:pt x="692" y="3"/>
                    <a:pt x="1" y="1113"/>
                    <a:pt x="1" y="1113"/>
                  </a:cubicBezTo>
                  <a:lnTo>
                    <a:pt x="883" y="1615"/>
                  </a:lnTo>
                  <a:lnTo>
                    <a:pt x="2337" y="634"/>
                  </a:lnTo>
                  <a:lnTo>
                    <a:pt x="2293" y="529"/>
                  </a:lnTo>
                  <a:lnTo>
                    <a:pt x="1426" y="34"/>
                  </a:lnTo>
                  <a:cubicBezTo>
                    <a:pt x="1395" y="13"/>
                    <a:pt x="1358" y="1"/>
                    <a:pt x="1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5" name="Google Shape;295;p28">
              <a:extLst>
                <a:ext uri="{FF2B5EF4-FFF2-40B4-BE49-F238E27FC236}">
                  <a16:creationId xmlns:a16="http://schemas.microsoft.com/office/drawing/2014/main" id="{C27A319C-0FD0-28DA-8986-9BB473AE01F0}"/>
                </a:ext>
              </a:extLst>
            </p:cNvPr>
            <p:cNvSpPr/>
            <p:nvPr/>
          </p:nvSpPr>
          <p:spPr>
            <a:xfrm>
              <a:off x="7485729" y="2988394"/>
              <a:ext cx="194538" cy="138562"/>
            </a:xfrm>
            <a:custGeom>
              <a:avLst/>
              <a:gdLst/>
              <a:ahLst/>
              <a:cxnLst/>
              <a:rect l="l" t="t" r="r" b="b"/>
              <a:pathLst>
                <a:path w="1564" h="1114" extrusionOk="0">
                  <a:moveTo>
                    <a:pt x="1315" y="1"/>
                  </a:moveTo>
                  <a:cubicBezTo>
                    <a:pt x="692" y="3"/>
                    <a:pt x="1" y="1114"/>
                    <a:pt x="1" y="1114"/>
                  </a:cubicBezTo>
                  <a:lnTo>
                    <a:pt x="1564" y="203"/>
                  </a:lnTo>
                  <a:cubicBezTo>
                    <a:pt x="1564" y="203"/>
                    <a:pt x="1481" y="1"/>
                    <a:pt x="13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6" name="Google Shape;296;p28">
              <a:extLst>
                <a:ext uri="{FF2B5EF4-FFF2-40B4-BE49-F238E27FC236}">
                  <a16:creationId xmlns:a16="http://schemas.microsoft.com/office/drawing/2014/main" id="{FA7D12CE-B219-0E45-A177-34DDA1A6CCE2}"/>
                </a:ext>
              </a:extLst>
            </p:cNvPr>
            <p:cNvSpPr/>
            <p:nvPr/>
          </p:nvSpPr>
          <p:spPr>
            <a:xfrm>
              <a:off x="7418812" y="3038147"/>
              <a:ext cx="48510" cy="56967"/>
            </a:xfrm>
            <a:custGeom>
              <a:avLst/>
              <a:gdLst/>
              <a:ahLst/>
              <a:cxnLst/>
              <a:rect l="l" t="t" r="r" b="b"/>
              <a:pathLst>
                <a:path w="390" h="458" extrusionOk="0">
                  <a:moveTo>
                    <a:pt x="295" y="1"/>
                  </a:moveTo>
                  <a:cubicBezTo>
                    <a:pt x="117" y="219"/>
                    <a:pt x="1" y="405"/>
                    <a:pt x="1" y="405"/>
                  </a:cubicBezTo>
                  <a:lnTo>
                    <a:pt x="93" y="458"/>
                  </a:lnTo>
                  <a:cubicBezTo>
                    <a:pt x="93" y="458"/>
                    <a:pt x="210" y="272"/>
                    <a:pt x="389" y="53"/>
                  </a:cubicBezTo>
                  <a:lnTo>
                    <a:pt x="2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7" name="Google Shape;297;p28">
              <a:extLst>
                <a:ext uri="{FF2B5EF4-FFF2-40B4-BE49-F238E27FC236}">
                  <a16:creationId xmlns:a16="http://schemas.microsoft.com/office/drawing/2014/main" id="{FE799847-B1A2-AF3D-3E2B-4B87E6408AED}"/>
                </a:ext>
              </a:extLst>
            </p:cNvPr>
            <p:cNvSpPr/>
            <p:nvPr/>
          </p:nvSpPr>
          <p:spPr>
            <a:xfrm>
              <a:off x="6084558" y="2543229"/>
              <a:ext cx="374274" cy="630495"/>
            </a:xfrm>
            <a:custGeom>
              <a:avLst/>
              <a:gdLst/>
              <a:ahLst/>
              <a:cxnLst/>
              <a:rect l="l" t="t" r="r" b="b"/>
              <a:pathLst>
                <a:path w="3009" h="5069" extrusionOk="0">
                  <a:moveTo>
                    <a:pt x="708" y="0"/>
                  </a:moveTo>
                  <a:lnTo>
                    <a:pt x="496" y="122"/>
                  </a:lnTo>
                  <a:lnTo>
                    <a:pt x="1" y="4280"/>
                  </a:lnTo>
                  <a:cubicBezTo>
                    <a:pt x="1" y="4773"/>
                    <a:pt x="225" y="5069"/>
                    <a:pt x="544" y="5069"/>
                  </a:cubicBezTo>
                  <a:cubicBezTo>
                    <a:pt x="654" y="5069"/>
                    <a:pt x="774" y="5034"/>
                    <a:pt x="901" y="4961"/>
                  </a:cubicBezTo>
                  <a:lnTo>
                    <a:pt x="3009" y="3744"/>
                  </a:lnTo>
                  <a:lnTo>
                    <a:pt x="3009" y="3462"/>
                  </a:lnTo>
                  <a:lnTo>
                    <a:pt x="901" y="4679"/>
                  </a:lnTo>
                  <a:cubicBezTo>
                    <a:pt x="804" y="4735"/>
                    <a:pt x="712" y="4761"/>
                    <a:pt x="628" y="4761"/>
                  </a:cubicBezTo>
                  <a:cubicBezTo>
                    <a:pt x="384" y="4761"/>
                    <a:pt x="213" y="4536"/>
                    <a:pt x="213" y="4159"/>
                  </a:cubicBezTo>
                  <a:lnTo>
                    <a:pt x="7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8" name="Google Shape;298;p28">
              <a:extLst>
                <a:ext uri="{FF2B5EF4-FFF2-40B4-BE49-F238E27FC236}">
                  <a16:creationId xmlns:a16="http://schemas.microsoft.com/office/drawing/2014/main" id="{9E482A38-714E-1AE1-6CB0-9B3E7D98133C}"/>
                </a:ext>
              </a:extLst>
            </p:cNvPr>
            <p:cNvSpPr/>
            <p:nvPr/>
          </p:nvSpPr>
          <p:spPr>
            <a:xfrm>
              <a:off x="6150730" y="2958916"/>
              <a:ext cx="626278" cy="385337"/>
            </a:xfrm>
            <a:custGeom>
              <a:avLst/>
              <a:gdLst/>
              <a:ahLst/>
              <a:cxnLst/>
              <a:rect l="l" t="t" r="r" b="b"/>
              <a:pathLst>
                <a:path w="5035" h="3098" extrusionOk="0">
                  <a:moveTo>
                    <a:pt x="2252" y="0"/>
                  </a:moveTo>
                  <a:lnTo>
                    <a:pt x="0" y="1280"/>
                  </a:lnTo>
                  <a:lnTo>
                    <a:pt x="2662" y="3097"/>
                  </a:lnTo>
                  <a:lnTo>
                    <a:pt x="5035" y="1611"/>
                  </a:lnTo>
                  <a:lnTo>
                    <a:pt x="22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9" name="Google Shape;299;p28">
              <a:extLst>
                <a:ext uri="{FF2B5EF4-FFF2-40B4-BE49-F238E27FC236}">
                  <a16:creationId xmlns:a16="http://schemas.microsoft.com/office/drawing/2014/main" id="{EAFCC718-60FF-B067-F4F5-108A0F99D880}"/>
                </a:ext>
              </a:extLst>
            </p:cNvPr>
            <p:cNvSpPr/>
            <p:nvPr/>
          </p:nvSpPr>
          <p:spPr>
            <a:xfrm>
              <a:off x="6094633" y="2561264"/>
              <a:ext cx="369423" cy="790575"/>
            </a:xfrm>
            <a:custGeom>
              <a:avLst/>
              <a:gdLst/>
              <a:ahLst/>
              <a:cxnLst/>
              <a:rect l="l" t="t" r="r" b="b"/>
              <a:pathLst>
                <a:path w="2970" h="6356" extrusionOk="0">
                  <a:moveTo>
                    <a:pt x="480" y="1"/>
                  </a:moveTo>
                  <a:cubicBezTo>
                    <a:pt x="480" y="1"/>
                    <a:pt x="1" y="3423"/>
                    <a:pt x="36" y="3855"/>
                  </a:cubicBezTo>
                  <a:cubicBezTo>
                    <a:pt x="71" y="4287"/>
                    <a:pt x="254" y="4886"/>
                    <a:pt x="254" y="4886"/>
                  </a:cubicBezTo>
                  <a:lnTo>
                    <a:pt x="2795" y="6356"/>
                  </a:lnTo>
                  <a:cubicBezTo>
                    <a:pt x="2795" y="6356"/>
                    <a:pt x="2585" y="5742"/>
                    <a:pt x="2585" y="5314"/>
                  </a:cubicBezTo>
                  <a:cubicBezTo>
                    <a:pt x="2585" y="4888"/>
                    <a:pt x="2969" y="1468"/>
                    <a:pt x="2969" y="1468"/>
                  </a:cubicBezTo>
                  <a:lnTo>
                    <a:pt x="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0" name="Google Shape;300;p28">
              <a:extLst>
                <a:ext uri="{FF2B5EF4-FFF2-40B4-BE49-F238E27FC236}">
                  <a16:creationId xmlns:a16="http://schemas.microsoft.com/office/drawing/2014/main" id="{AE4D4D95-6B7F-131D-C079-3BA7395C702A}"/>
                </a:ext>
              </a:extLst>
            </p:cNvPr>
            <p:cNvSpPr/>
            <p:nvPr/>
          </p:nvSpPr>
          <p:spPr>
            <a:xfrm>
              <a:off x="6402854" y="2728559"/>
              <a:ext cx="374150" cy="630619"/>
            </a:xfrm>
            <a:custGeom>
              <a:avLst/>
              <a:gdLst/>
              <a:ahLst/>
              <a:cxnLst/>
              <a:rect l="l" t="t" r="r" b="b"/>
              <a:pathLst>
                <a:path w="3008" h="5070" extrusionOk="0">
                  <a:moveTo>
                    <a:pt x="703" y="0"/>
                  </a:moveTo>
                  <a:lnTo>
                    <a:pt x="491" y="123"/>
                  </a:lnTo>
                  <a:lnTo>
                    <a:pt x="0" y="4281"/>
                  </a:lnTo>
                  <a:cubicBezTo>
                    <a:pt x="0" y="4774"/>
                    <a:pt x="224" y="5069"/>
                    <a:pt x="544" y="5069"/>
                  </a:cubicBezTo>
                  <a:cubicBezTo>
                    <a:pt x="654" y="5069"/>
                    <a:pt x="774" y="5035"/>
                    <a:pt x="901" y="4961"/>
                  </a:cubicBezTo>
                  <a:lnTo>
                    <a:pt x="3008" y="3745"/>
                  </a:lnTo>
                  <a:lnTo>
                    <a:pt x="3008" y="3463"/>
                  </a:lnTo>
                  <a:lnTo>
                    <a:pt x="901" y="4679"/>
                  </a:lnTo>
                  <a:cubicBezTo>
                    <a:pt x="804" y="4735"/>
                    <a:pt x="712" y="4761"/>
                    <a:pt x="628" y="4761"/>
                  </a:cubicBezTo>
                  <a:cubicBezTo>
                    <a:pt x="384" y="4761"/>
                    <a:pt x="213" y="4536"/>
                    <a:pt x="213" y="4159"/>
                  </a:cubicBez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1" name="Google Shape;301;p28">
              <a:extLst>
                <a:ext uri="{FF2B5EF4-FFF2-40B4-BE49-F238E27FC236}">
                  <a16:creationId xmlns:a16="http://schemas.microsoft.com/office/drawing/2014/main" id="{1B0083A7-2EB0-48EE-1145-2E3BB7B012C8}"/>
                </a:ext>
              </a:extLst>
            </p:cNvPr>
            <p:cNvSpPr/>
            <p:nvPr/>
          </p:nvSpPr>
          <p:spPr>
            <a:xfrm>
              <a:off x="6146252" y="2543229"/>
              <a:ext cx="344049" cy="200629"/>
            </a:xfrm>
            <a:custGeom>
              <a:avLst/>
              <a:gdLst/>
              <a:ahLst/>
              <a:cxnLst/>
              <a:rect l="l" t="t" r="r" b="b"/>
              <a:pathLst>
                <a:path w="2766" h="1613" extrusionOk="0">
                  <a:moveTo>
                    <a:pt x="212" y="0"/>
                  </a:moveTo>
                  <a:cubicBezTo>
                    <a:pt x="176" y="21"/>
                    <a:pt x="0" y="122"/>
                    <a:pt x="0" y="122"/>
                  </a:cubicBezTo>
                  <a:lnTo>
                    <a:pt x="2554" y="1613"/>
                  </a:lnTo>
                  <a:lnTo>
                    <a:pt x="2766" y="1490"/>
                  </a:lnTo>
                  <a:lnTo>
                    <a:pt x="2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2" name="Google Shape;302;p28">
              <a:extLst>
                <a:ext uri="{FF2B5EF4-FFF2-40B4-BE49-F238E27FC236}">
                  <a16:creationId xmlns:a16="http://schemas.microsoft.com/office/drawing/2014/main" id="{DEB2AE56-8415-4C28-B6FC-B974825D856D}"/>
                </a:ext>
              </a:extLst>
            </p:cNvPr>
            <p:cNvSpPr/>
            <p:nvPr/>
          </p:nvSpPr>
          <p:spPr>
            <a:xfrm>
              <a:off x="6984965" y="2655671"/>
              <a:ext cx="500028" cy="278244"/>
            </a:xfrm>
            <a:custGeom>
              <a:avLst/>
              <a:gdLst/>
              <a:ahLst/>
              <a:cxnLst/>
              <a:rect l="l" t="t" r="r" b="b"/>
              <a:pathLst>
                <a:path w="4020" h="2237" extrusionOk="0">
                  <a:moveTo>
                    <a:pt x="1220" y="0"/>
                  </a:moveTo>
                  <a:cubicBezTo>
                    <a:pt x="944" y="0"/>
                    <a:pt x="647" y="19"/>
                    <a:pt x="577" y="34"/>
                  </a:cubicBezTo>
                  <a:cubicBezTo>
                    <a:pt x="463" y="60"/>
                    <a:pt x="508" y="191"/>
                    <a:pt x="708" y="288"/>
                  </a:cubicBezTo>
                  <a:cubicBezTo>
                    <a:pt x="787" y="325"/>
                    <a:pt x="1089" y="326"/>
                    <a:pt x="1121" y="326"/>
                  </a:cubicBezTo>
                  <a:cubicBezTo>
                    <a:pt x="1123" y="326"/>
                    <a:pt x="1124" y="326"/>
                    <a:pt x="1124" y="326"/>
                  </a:cubicBezTo>
                  <a:lnTo>
                    <a:pt x="1124" y="326"/>
                  </a:lnTo>
                  <a:cubicBezTo>
                    <a:pt x="1124" y="326"/>
                    <a:pt x="688" y="712"/>
                    <a:pt x="375" y="895"/>
                  </a:cubicBezTo>
                  <a:cubicBezTo>
                    <a:pt x="63" y="1076"/>
                    <a:pt x="0" y="1223"/>
                    <a:pt x="221" y="1258"/>
                  </a:cubicBezTo>
                  <a:cubicBezTo>
                    <a:pt x="229" y="1260"/>
                    <a:pt x="238" y="1260"/>
                    <a:pt x="247" y="1260"/>
                  </a:cubicBezTo>
                  <a:cubicBezTo>
                    <a:pt x="499" y="1260"/>
                    <a:pt x="1256" y="833"/>
                    <a:pt x="1256" y="833"/>
                  </a:cubicBezTo>
                  <a:lnTo>
                    <a:pt x="1256" y="833"/>
                  </a:lnTo>
                  <a:cubicBezTo>
                    <a:pt x="1256" y="833"/>
                    <a:pt x="793" y="1223"/>
                    <a:pt x="562" y="1362"/>
                  </a:cubicBezTo>
                  <a:cubicBezTo>
                    <a:pt x="374" y="1474"/>
                    <a:pt x="313" y="1547"/>
                    <a:pt x="377" y="1601"/>
                  </a:cubicBezTo>
                  <a:cubicBezTo>
                    <a:pt x="428" y="1645"/>
                    <a:pt x="525" y="1651"/>
                    <a:pt x="578" y="1651"/>
                  </a:cubicBezTo>
                  <a:cubicBezTo>
                    <a:pt x="601" y="1651"/>
                    <a:pt x="616" y="1650"/>
                    <a:pt x="616" y="1650"/>
                  </a:cubicBezTo>
                  <a:lnTo>
                    <a:pt x="616" y="1650"/>
                  </a:lnTo>
                  <a:cubicBezTo>
                    <a:pt x="616" y="1650"/>
                    <a:pt x="499" y="1765"/>
                    <a:pt x="653" y="1837"/>
                  </a:cubicBezTo>
                  <a:cubicBezTo>
                    <a:pt x="685" y="1852"/>
                    <a:pt x="721" y="1859"/>
                    <a:pt x="759" y="1859"/>
                  </a:cubicBezTo>
                  <a:cubicBezTo>
                    <a:pt x="972" y="1859"/>
                    <a:pt x="1261" y="1646"/>
                    <a:pt x="1458" y="1485"/>
                  </a:cubicBezTo>
                  <a:cubicBezTo>
                    <a:pt x="1598" y="1370"/>
                    <a:pt x="1764" y="1362"/>
                    <a:pt x="1812" y="1362"/>
                  </a:cubicBezTo>
                  <a:cubicBezTo>
                    <a:pt x="1821" y="1362"/>
                    <a:pt x="1825" y="1362"/>
                    <a:pt x="1825" y="1362"/>
                  </a:cubicBezTo>
                  <a:cubicBezTo>
                    <a:pt x="1825" y="1362"/>
                    <a:pt x="1544" y="1976"/>
                    <a:pt x="1524" y="2125"/>
                  </a:cubicBezTo>
                  <a:cubicBezTo>
                    <a:pt x="1513" y="2199"/>
                    <a:pt x="1583" y="2237"/>
                    <a:pt x="1672" y="2237"/>
                  </a:cubicBezTo>
                  <a:cubicBezTo>
                    <a:pt x="1764" y="2237"/>
                    <a:pt x="1876" y="2196"/>
                    <a:pt x="1938" y="2113"/>
                  </a:cubicBezTo>
                  <a:cubicBezTo>
                    <a:pt x="2061" y="1951"/>
                    <a:pt x="2124" y="1678"/>
                    <a:pt x="2324" y="1593"/>
                  </a:cubicBezTo>
                  <a:cubicBezTo>
                    <a:pt x="2526" y="1508"/>
                    <a:pt x="3346" y="1597"/>
                    <a:pt x="3682" y="1449"/>
                  </a:cubicBezTo>
                  <a:cubicBezTo>
                    <a:pt x="4019" y="1300"/>
                    <a:pt x="3385" y="24"/>
                    <a:pt x="3385" y="24"/>
                  </a:cubicBezTo>
                  <a:cubicBezTo>
                    <a:pt x="3385" y="24"/>
                    <a:pt x="2727" y="45"/>
                    <a:pt x="2210" y="45"/>
                  </a:cubicBezTo>
                  <a:cubicBezTo>
                    <a:pt x="1951" y="45"/>
                    <a:pt x="1728" y="40"/>
                    <a:pt x="1640" y="24"/>
                  </a:cubicBezTo>
                  <a:cubicBezTo>
                    <a:pt x="1541" y="7"/>
                    <a:pt x="1384" y="0"/>
                    <a:pt x="12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3" name="Google Shape;303;p28">
              <a:extLst>
                <a:ext uri="{FF2B5EF4-FFF2-40B4-BE49-F238E27FC236}">
                  <a16:creationId xmlns:a16="http://schemas.microsoft.com/office/drawing/2014/main" id="{14213CBE-9B1E-AEE4-5B55-96CC72C61632}"/>
                </a:ext>
              </a:extLst>
            </p:cNvPr>
            <p:cNvSpPr/>
            <p:nvPr/>
          </p:nvSpPr>
          <p:spPr>
            <a:xfrm>
              <a:off x="7329754" y="1782131"/>
              <a:ext cx="740961" cy="1072675"/>
            </a:xfrm>
            <a:custGeom>
              <a:avLst/>
              <a:gdLst/>
              <a:ahLst/>
              <a:cxnLst/>
              <a:rect l="l" t="t" r="r" b="b"/>
              <a:pathLst>
                <a:path w="5957" h="8624" extrusionOk="0">
                  <a:moveTo>
                    <a:pt x="4532" y="0"/>
                  </a:moveTo>
                  <a:cubicBezTo>
                    <a:pt x="3946" y="0"/>
                    <a:pt x="3623" y="1198"/>
                    <a:pt x="3603" y="2356"/>
                  </a:cubicBezTo>
                  <a:cubicBezTo>
                    <a:pt x="3591" y="2987"/>
                    <a:pt x="3638" y="4852"/>
                    <a:pt x="3639" y="5691"/>
                  </a:cubicBezTo>
                  <a:cubicBezTo>
                    <a:pt x="2583" y="5982"/>
                    <a:pt x="1" y="7047"/>
                    <a:pt x="1" y="7047"/>
                  </a:cubicBezTo>
                  <a:cubicBezTo>
                    <a:pt x="1" y="7047"/>
                    <a:pt x="346" y="7108"/>
                    <a:pt x="527" y="7558"/>
                  </a:cubicBezTo>
                  <a:cubicBezTo>
                    <a:pt x="770" y="8162"/>
                    <a:pt x="775" y="8616"/>
                    <a:pt x="775" y="8616"/>
                  </a:cubicBezTo>
                  <a:cubicBezTo>
                    <a:pt x="775" y="8616"/>
                    <a:pt x="983" y="8623"/>
                    <a:pt x="1296" y="8623"/>
                  </a:cubicBezTo>
                  <a:cubicBezTo>
                    <a:pt x="1881" y="8623"/>
                    <a:pt x="2832" y="8597"/>
                    <a:pt x="3481" y="8443"/>
                  </a:cubicBezTo>
                  <a:cubicBezTo>
                    <a:pt x="5225" y="8032"/>
                    <a:pt x="5497" y="7456"/>
                    <a:pt x="5497" y="7456"/>
                  </a:cubicBezTo>
                  <a:cubicBezTo>
                    <a:pt x="5686" y="7337"/>
                    <a:pt x="5689" y="6569"/>
                    <a:pt x="5772" y="6010"/>
                  </a:cubicBezTo>
                  <a:cubicBezTo>
                    <a:pt x="5808" y="5762"/>
                    <a:pt x="5956" y="2880"/>
                    <a:pt x="5853" y="1949"/>
                  </a:cubicBezTo>
                  <a:cubicBezTo>
                    <a:pt x="5692" y="507"/>
                    <a:pt x="5170" y="88"/>
                    <a:pt x="4596" y="5"/>
                  </a:cubicBezTo>
                  <a:cubicBezTo>
                    <a:pt x="4574" y="2"/>
                    <a:pt x="4553"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4" name="Google Shape;304;p28">
              <a:extLst>
                <a:ext uri="{FF2B5EF4-FFF2-40B4-BE49-F238E27FC236}">
                  <a16:creationId xmlns:a16="http://schemas.microsoft.com/office/drawing/2014/main" id="{B6436741-CC14-2959-867E-2AB109B0B03E}"/>
                </a:ext>
              </a:extLst>
            </p:cNvPr>
            <p:cNvSpPr/>
            <p:nvPr/>
          </p:nvSpPr>
          <p:spPr>
            <a:xfrm>
              <a:off x="6264913" y="2215978"/>
              <a:ext cx="153491" cy="239063"/>
            </a:xfrm>
            <a:custGeom>
              <a:avLst/>
              <a:gdLst/>
              <a:ahLst/>
              <a:cxnLst/>
              <a:rect l="l" t="t" r="r" b="b"/>
              <a:pathLst>
                <a:path w="1234" h="1922" extrusionOk="0">
                  <a:moveTo>
                    <a:pt x="212" y="0"/>
                  </a:moveTo>
                  <a:cubicBezTo>
                    <a:pt x="56" y="0"/>
                    <a:pt x="32" y="142"/>
                    <a:pt x="32" y="307"/>
                  </a:cubicBezTo>
                  <a:cubicBezTo>
                    <a:pt x="32" y="578"/>
                    <a:pt x="0" y="707"/>
                    <a:pt x="33" y="1029"/>
                  </a:cubicBezTo>
                  <a:cubicBezTo>
                    <a:pt x="53" y="1242"/>
                    <a:pt x="133" y="1396"/>
                    <a:pt x="224" y="1455"/>
                  </a:cubicBezTo>
                  <a:lnTo>
                    <a:pt x="617" y="1681"/>
                  </a:lnTo>
                  <a:lnTo>
                    <a:pt x="1011" y="1907"/>
                  </a:lnTo>
                  <a:cubicBezTo>
                    <a:pt x="1030" y="1917"/>
                    <a:pt x="1049" y="1922"/>
                    <a:pt x="1066" y="1922"/>
                  </a:cubicBezTo>
                  <a:cubicBezTo>
                    <a:pt x="1133" y="1922"/>
                    <a:pt x="1186" y="1851"/>
                    <a:pt x="1202" y="1702"/>
                  </a:cubicBezTo>
                  <a:cubicBezTo>
                    <a:pt x="1233" y="1415"/>
                    <a:pt x="1202" y="1252"/>
                    <a:pt x="1200" y="979"/>
                  </a:cubicBezTo>
                  <a:cubicBezTo>
                    <a:pt x="1200" y="721"/>
                    <a:pt x="1155" y="464"/>
                    <a:pt x="615" y="153"/>
                  </a:cubicBezTo>
                  <a:cubicBezTo>
                    <a:pt x="427" y="44"/>
                    <a:pt x="299" y="0"/>
                    <a:pt x="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5" name="Google Shape;305;p28">
              <a:extLst>
                <a:ext uri="{FF2B5EF4-FFF2-40B4-BE49-F238E27FC236}">
                  <a16:creationId xmlns:a16="http://schemas.microsoft.com/office/drawing/2014/main" id="{E395F988-5989-8A3E-D3EE-C50F05EF0E2C}"/>
                </a:ext>
              </a:extLst>
            </p:cNvPr>
            <p:cNvSpPr/>
            <p:nvPr/>
          </p:nvSpPr>
          <p:spPr>
            <a:xfrm>
              <a:off x="6376111" y="2439867"/>
              <a:ext cx="14677" cy="27862"/>
            </a:xfrm>
            <a:custGeom>
              <a:avLst/>
              <a:gdLst/>
              <a:ahLst/>
              <a:cxnLst/>
              <a:rect l="l" t="t" r="r" b="b"/>
              <a:pathLst>
                <a:path w="118" h="224" extrusionOk="0">
                  <a:moveTo>
                    <a:pt x="0" y="0"/>
                  </a:moveTo>
                  <a:lnTo>
                    <a:pt x="0" y="156"/>
                  </a:lnTo>
                  <a:lnTo>
                    <a:pt x="117" y="223"/>
                  </a:lnTo>
                  <a:lnTo>
                    <a:pt x="117" y="6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6" name="Google Shape;306;p28">
              <a:extLst>
                <a:ext uri="{FF2B5EF4-FFF2-40B4-BE49-F238E27FC236}">
                  <a16:creationId xmlns:a16="http://schemas.microsoft.com/office/drawing/2014/main" id="{879E10B0-14FA-1A97-FC06-FCFD06AEFB43}"/>
                </a:ext>
              </a:extLst>
            </p:cNvPr>
            <p:cNvSpPr/>
            <p:nvPr/>
          </p:nvSpPr>
          <p:spPr>
            <a:xfrm>
              <a:off x="6348499" y="2423821"/>
              <a:ext cx="14677" cy="27862"/>
            </a:xfrm>
            <a:custGeom>
              <a:avLst/>
              <a:gdLst/>
              <a:ahLst/>
              <a:cxnLst/>
              <a:rect l="l" t="t" r="r" b="b"/>
              <a:pathLst>
                <a:path w="118" h="224" extrusionOk="0">
                  <a:moveTo>
                    <a:pt x="0" y="1"/>
                  </a:moveTo>
                  <a:lnTo>
                    <a:pt x="0" y="156"/>
                  </a:lnTo>
                  <a:lnTo>
                    <a:pt x="117" y="224"/>
                  </a:lnTo>
                  <a:lnTo>
                    <a:pt x="116" y="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7" name="Google Shape;307;p28">
              <a:extLst>
                <a:ext uri="{FF2B5EF4-FFF2-40B4-BE49-F238E27FC236}">
                  <a16:creationId xmlns:a16="http://schemas.microsoft.com/office/drawing/2014/main" id="{62EE8FC7-22DD-8651-51DE-16CACA465B10}"/>
                </a:ext>
              </a:extLst>
            </p:cNvPr>
            <p:cNvSpPr/>
            <p:nvPr/>
          </p:nvSpPr>
          <p:spPr>
            <a:xfrm>
              <a:off x="6320761" y="2407900"/>
              <a:ext cx="14677" cy="27862"/>
            </a:xfrm>
            <a:custGeom>
              <a:avLst/>
              <a:gdLst/>
              <a:ahLst/>
              <a:cxnLst/>
              <a:rect l="l" t="t" r="r" b="b"/>
              <a:pathLst>
                <a:path w="118" h="224" extrusionOk="0">
                  <a:moveTo>
                    <a:pt x="0" y="0"/>
                  </a:moveTo>
                  <a:lnTo>
                    <a:pt x="0" y="157"/>
                  </a:lnTo>
                  <a:lnTo>
                    <a:pt x="118" y="223"/>
                  </a:lnTo>
                  <a:lnTo>
                    <a:pt x="118" y="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8" name="Google Shape;308;p28">
              <a:extLst>
                <a:ext uri="{FF2B5EF4-FFF2-40B4-BE49-F238E27FC236}">
                  <a16:creationId xmlns:a16="http://schemas.microsoft.com/office/drawing/2014/main" id="{CD2CBFF3-775A-F3D9-9B6E-76F1C2B9C8D6}"/>
                </a:ext>
              </a:extLst>
            </p:cNvPr>
            <p:cNvSpPr/>
            <p:nvPr/>
          </p:nvSpPr>
          <p:spPr>
            <a:xfrm>
              <a:off x="6362056" y="2460390"/>
              <a:ext cx="14677" cy="27862"/>
            </a:xfrm>
            <a:custGeom>
              <a:avLst/>
              <a:gdLst/>
              <a:ahLst/>
              <a:cxnLst/>
              <a:rect l="l" t="t" r="r" b="b"/>
              <a:pathLst>
                <a:path w="118" h="224" extrusionOk="0">
                  <a:moveTo>
                    <a:pt x="1" y="1"/>
                  </a:moveTo>
                  <a:lnTo>
                    <a:pt x="1" y="157"/>
                  </a:lnTo>
                  <a:lnTo>
                    <a:pt x="118" y="224"/>
                  </a:lnTo>
                  <a:lnTo>
                    <a:pt x="118" y="6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9" name="Google Shape;309;p28">
              <a:extLst>
                <a:ext uri="{FF2B5EF4-FFF2-40B4-BE49-F238E27FC236}">
                  <a16:creationId xmlns:a16="http://schemas.microsoft.com/office/drawing/2014/main" id="{A178F074-6CA0-3242-3E34-E08E3BEAADED}"/>
                </a:ext>
              </a:extLst>
            </p:cNvPr>
            <p:cNvSpPr/>
            <p:nvPr/>
          </p:nvSpPr>
          <p:spPr>
            <a:xfrm>
              <a:off x="6334443" y="2444593"/>
              <a:ext cx="14677" cy="27862"/>
            </a:xfrm>
            <a:custGeom>
              <a:avLst/>
              <a:gdLst/>
              <a:ahLst/>
              <a:cxnLst/>
              <a:rect l="l" t="t" r="r" b="b"/>
              <a:pathLst>
                <a:path w="118" h="224" extrusionOk="0">
                  <a:moveTo>
                    <a:pt x="1" y="0"/>
                  </a:moveTo>
                  <a:lnTo>
                    <a:pt x="1" y="156"/>
                  </a:lnTo>
                  <a:lnTo>
                    <a:pt x="118" y="223"/>
                  </a:lnTo>
                  <a:lnTo>
                    <a:pt x="117"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0" name="Google Shape;310;p28">
              <a:extLst>
                <a:ext uri="{FF2B5EF4-FFF2-40B4-BE49-F238E27FC236}">
                  <a16:creationId xmlns:a16="http://schemas.microsoft.com/office/drawing/2014/main" id="{3C05AC6B-E2DC-7EC8-F7A4-93E83AF2D169}"/>
                </a:ext>
              </a:extLst>
            </p:cNvPr>
            <p:cNvSpPr/>
            <p:nvPr/>
          </p:nvSpPr>
          <p:spPr>
            <a:xfrm>
              <a:off x="6306706" y="2428672"/>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1" name="Google Shape;311;p28">
              <a:extLst>
                <a:ext uri="{FF2B5EF4-FFF2-40B4-BE49-F238E27FC236}">
                  <a16:creationId xmlns:a16="http://schemas.microsoft.com/office/drawing/2014/main" id="{8F039037-688A-5DBF-8183-14C2483C7914}"/>
                </a:ext>
              </a:extLst>
            </p:cNvPr>
            <p:cNvSpPr/>
            <p:nvPr/>
          </p:nvSpPr>
          <p:spPr>
            <a:xfrm>
              <a:off x="6293148" y="2392104"/>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2" name="Google Shape;312;p28">
              <a:extLst>
                <a:ext uri="{FF2B5EF4-FFF2-40B4-BE49-F238E27FC236}">
                  <a16:creationId xmlns:a16="http://schemas.microsoft.com/office/drawing/2014/main" id="{019E6392-77B4-1419-9ACE-F2914E276DD2}"/>
                </a:ext>
              </a:extLst>
            </p:cNvPr>
            <p:cNvSpPr/>
            <p:nvPr/>
          </p:nvSpPr>
          <p:spPr>
            <a:xfrm>
              <a:off x="6359693" y="2333395"/>
              <a:ext cx="36072" cy="60326"/>
            </a:xfrm>
            <a:custGeom>
              <a:avLst/>
              <a:gdLst/>
              <a:ahLst/>
              <a:cxnLst/>
              <a:rect l="l" t="t" r="r" b="b"/>
              <a:pathLst>
                <a:path w="290" h="485" extrusionOk="0">
                  <a:moveTo>
                    <a:pt x="61" y="0"/>
                  </a:moveTo>
                  <a:cubicBezTo>
                    <a:pt x="9" y="0"/>
                    <a:pt x="0" y="69"/>
                    <a:pt x="0" y="187"/>
                  </a:cubicBezTo>
                  <a:cubicBezTo>
                    <a:pt x="2" y="345"/>
                    <a:pt x="53" y="397"/>
                    <a:pt x="136" y="443"/>
                  </a:cubicBezTo>
                  <a:cubicBezTo>
                    <a:pt x="171" y="463"/>
                    <a:pt x="205" y="484"/>
                    <a:pt x="231" y="484"/>
                  </a:cubicBezTo>
                  <a:cubicBezTo>
                    <a:pt x="267" y="484"/>
                    <a:pt x="290" y="448"/>
                    <a:pt x="290" y="327"/>
                  </a:cubicBezTo>
                  <a:cubicBezTo>
                    <a:pt x="289" y="206"/>
                    <a:pt x="267" y="103"/>
                    <a:pt x="131" y="25"/>
                  </a:cubicBezTo>
                  <a:cubicBezTo>
                    <a:pt x="101" y="8"/>
                    <a:pt x="78"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3" name="Google Shape;313;p28">
              <a:extLst>
                <a:ext uri="{FF2B5EF4-FFF2-40B4-BE49-F238E27FC236}">
                  <a16:creationId xmlns:a16="http://schemas.microsoft.com/office/drawing/2014/main" id="{D712CFB9-1A52-58C8-947D-3D77BC94523C}"/>
                </a:ext>
              </a:extLst>
            </p:cNvPr>
            <p:cNvSpPr/>
            <p:nvPr/>
          </p:nvSpPr>
          <p:spPr>
            <a:xfrm>
              <a:off x="6286805" y="2292598"/>
              <a:ext cx="36072" cy="59206"/>
            </a:xfrm>
            <a:custGeom>
              <a:avLst/>
              <a:gdLst/>
              <a:ahLst/>
              <a:cxnLst/>
              <a:rect l="l" t="t" r="r" b="b"/>
              <a:pathLst>
                <a:path w="290" h="476" extrusionOk="0">
                  <a:moveTo>
                    <a:pt x="69" y="0"/>
                  </a:moveTo>
                  <a:cubicBezTo>
                    <a:pt x="12" y="0"/>
                    <a:pt x="1" y="65"/>
                    <a:pt x="1" y="152"/>
                  </a:cubicBezTo>
                  <a:cubicBezTo>
                    <a:pt x="1" y="364"/>
                    <a:pt x="73" y="398"/>
                    <a:pt x="155" y="446"/>
                  </a:cubicBezTo>
                  <a:cubicBezTo>
                    <a:pt x="186" y="463"/>
                    <a:pt x="212" y="475"/>
                    <a:pt x="234" y="475"/>
                  </a:cubicBezTo>
                  <a:cubicBezTo>
                    <a:pt x="269" y="475"/>
                    <a:pt x="289" y="442"/>
                    <a:pt x="289" y="343"/>
                  </a:cubicBezTo>
                  <a:cubicBezTo>
                    <a:pt x="289" y="185"/>
                    <a:pt x="275" y="99"/>
                    <a:pt x="159" y="32"/>
                  </a:cubicBezTo>
                  <a:cubicBezTo>
                    <a:pt x="120" y="10"/>
                    <a:pt x="91" y="0"/>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4" name="Google Shape;314;p28">
              <a:extLst>
                <a:ext uri="{FF2B5EF4-FFF2-40B4-BE49-F238E27FC236}">
                  <a16:creationId xmlns:a16="http://schemas.microsoft.com/office/drawing/2014/main" id="{5E04FCDA-52F7-5864-3417-89895AECC921}"/>
                </a:ext>
              </a:extLst>
            </p:cNvPr>
            <p:cNvSpPr/>
            <p:nvPr/>
          </p:nvSpPr>
          <p:spPr>
            <a:xfrm>
              <a:off x="6329468" y="2368471"/>
              <a:ext cx="24504" cy="39678"/>
            </a:xfrm>
            <a:custGeom>
              <a:avLst/>
              <a:gdLst/>
              <a:ahLst/>
              <a:cxnLst/>
              <a:rect l="l" t="t" r="r" b="b"/>
              <a:pathLst>
                <a:path w="197" h="319" extrusionOk="0">
                  <a:moveTo>
                    <a:pt x="79" y="1"/>
                  </a:moveTo>
                  <a:cubicBezTo>
                    <a:pt x="27" y="1"/>
                    <a:pt x="0" y="127"/>
                    <a:pt x="0" y="177"/>
                  </a:cubicBezTo>
                  <a:cubicBezTo>
                    <a:pt x="0" y="232"/>
                    <a:pt x="72" y="277"/>
                    <a:pt x="98" y="292"/>
                  </a:cubicBezTo>
                  <a:cubicBezTo>
                    <a:pt x="114" y="301"/>
                    <a:pt x="147" y="319"/>
                    <a:pt x="170" y="319"/>
                  </a:cubicBezTo>
                  <a:cubicBezTo>
                    <a:pt x="185" y="319"/>
                    <a:pt x="196" y="311"/>
                    <a:pt x="196" y="289"/>
                  </a:cubicBezTo>
                  <a:cubicBezTo>
                    <a:pt x="196" y="234"/>
                    <a:pt x="162" y="44"/>
                    <a:pt x="98" y="7"/>
                  </a:cubicBezTo>
                  <a:cubicBezTo>
                    <a:pt x="91" y="3"/>
                    <a:pt x="85"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5" name="Google Shape;315;p28">
              <a:extLst>
                <a:ext uri="{FF2B5EF4-FFF2-40B4-BE49-F238E27FC236}">
                  <a16:creationId xmlns:a16="http://schemas.microsoft.com/office/drawing/2014/main" id="{482E1050-C06C-27B5-C7F6-865103D901C0}"/>
                </a:ext>
              </a:extLst>
            </p:cNvPr>
            <p:cNvSpPr/>
            <p:nvPr/>
          </p:nvSpPr>
          <p:spPr>
            <a:xfrm>
              <a:off x="6306706" y="2445588"/>
              <a:ext cx="70029" cy="51246"/>
            </a:xfrm>
            <a:custGeom>
              <a:avLst/>
              <a:gdLst/>
              <a:ahLst/>
              <a:cxnLst/>
              <a:rect l="l" t="t" r="r" b="b"/>
              <a:pathLst>
                <a:path w="563" h="412" extrusionOk="0">
                  <a:moveTo>
                    <a:pt x="1" y="0"/>
                  </a:moveTo>
                  <a:lnTo>
                    <a:pt x="1" y="0"/>
                  </a:lnTo>
                  <a:cubicBezTo>
                    <a:pt x="2" y="67"/>
                    <a:pt x="31" y="139"/>
                    <a:pt x="68" y="159"/>
                  </a:cubicBezTo>
                  <a:lnTo>
                    <a:pt x="496" y="406"/>
                  </a:lnTo>
                  <a:cubicBezTo>
                    <a:pt x="503" y="410"/>
                    <a:pt x="510" y="412"/>
                    <a:pt x="516" y="412"/>
                  </a:cubicBezTo>
                  <a:cubicBezTo>
                    <a:pt x="543" y="412"/>
                    <a:pt x="563" y="377"/>
                    <a:pt x="563" y="32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6" name="Google Shape;316;p28">
              <a:extLst>
                <a:ext uri="{FF2B5EF4-FFF2-40B4-BE49-F238E27FC236}">
                  <a16:creationId xmlns:a16="http://schemas.microsoft.com/office/drawing/2014/main" id="{AEBE4FAB-2BCD-DCDC-3831-B42D8E7B755A}"/>
                </a:ext>
              </a:extLst>
            </p:cNvPr>
            <p:cNvSpPr/>
            <p:nvPr/>
          </p:nvSpPr>
          <p:spPr>
            <a:xfrm>
              <a:off x="6170507" y="2101546"/>
              <a:ext cx="89682" cy="149632"/>
            </a:xfrm>
            <a:custGeom>
              <a:avLst/>
              <a:gdLst/>
              <a:ahLst/>
              <a:cxnLst/>
              <a:rect l="l" t="t" r="r" b="b"/>
              <a:pathLst>
                <a:path w="721" h="1203" extrusionOk="0">
                  <a:moveTo>
                    <a:pt x="191" y="0"/>
                  </a:moveTo>
                  <a:cubicBezTo>
                    <a:pt x="173" y="0"/>
                    <a:pt x="159" y="7"/>
                    <a:pt x="150" y="19"/>
                  </a:cubicBezTo>
                  <a:cubicBezTo>
                    <a:pt x="94" y="94"/>
                    <a:pt x="158" y="184"/>
                    <a:pt x="170" y="220"/>
                  </a:cubicBezTo>
                  <a:cubicBezTo>
                    <a:pt x="152" y="205"/>
                    <a:pt x="107" y="158"/>
                    <a:pt x="68" y="158"/>
                  </a:cubicBezTo>
                  <a:cubicBezTo>
                    <a:pt x="54" y="158"/>
                    <a:pt x="41" y="164"/>
                    <a:pt x="29" y="179"/>
                  </a:cubicBezTo>
                  <a:cubicBezTo>
                    <a:pt x="0" y="218"/>
                    <a:pt x="8" y="345"/>
                    <a:pt x="90" y="469"/>
                  </a:cubicBezTo>
                  <a:cubicBezTo>
                    <a:pt x="157" y="570"/>
                    <a:pt x="227" y="592"/>
                    <a:pt x="278" y="592"/>
                  </a:cubicBezTo>
                  <a:cubicBezTo>
                    <a:pt x="291" y="592"/>
                    <a:pt x="303" y="591"/>
                    <a:pt x="313" y="589"/>
                  </a:cubicBezTo>
                  <a:lnTo>
                    <a:pt x="721" y="1202"/>
                  </a:lnTo>
                  <a:lnTo>
                    <a:pt x="720" y="898"/>
                  </a:lnTo>
                  <a:lnTo>
                    <a:pt x="420" y="446"/>
                  </a:lnTo>
                  <a:cubicBezTo>
                    <a:pt x="431" y="378"/>
                    <a:pt x="436" y="251"/>
                    <a:pt x="351" y="124"/>
                  </a:cubicBezTo>
                  <a:cubicBezTo>
                    <a:pt x="294" y="36"/>
                    <a:pt x="233"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7" name="Google Shape;317;p28">
              <a:extLst>
                <a:ext uri="{FF2B5EF4-FFF2-40B4-BE49-F238E27FC236}">
                  <a16:creationId xmlns:a16="http://schemas.microsoft.com/office/drawing/2014/main" id="{2A08AA7E-72A8-E26C-2DDD-D1A6E7DD6BC7}"/>
                </a:ext>
              </a:extLst>
            </p:cNvPr>
            <p:cNvSpPr/>
            <p:nvPr/>
          </p:nvSpPr>
          <p:spPr>
            <a:xfrm>
              <a:off x="6170631" y="2317599"/>
              <a:ext cx="89682" cy="82466"/>
            </a:xfrm>
            <a:custGeom>
              <a:avLst/>
              <a:gdLst/>
              <a:ahLst/>
              <a:cxnLst/>
              <a:rect l="l" t="t" r="r" b="b"/>
              <a:pathLst>
                <a:path w="721" h="663" extrusionOk="0">
                  <a:moveTo>
                    <a:pt x="720" y="0"/>
                  </a:moveTo>
                  <a:lnTo>
                    <a:pt x="314" y="147"/>
                  </a:lnTo>
                  <a:cubicBezTo>
                    <a:pt x="272" y="88"/>
                    <a:pt x="197" y="3"/>
                    <a:pt x="122" y="3"/>
                  </a:cubicBezTo>
                  <a:cubicBezTo>
                    <a:pt x="111" y="3"/>
                    <a:pt x="101" y="4"/>
                    <a:pt x="90" y="8"/>
                  </a:cubicBezTo>
                  <a:cubicBezTo>
                    <a:pt x="8" y="37"/>
                    <a:pt x="0" y="154"/>
                    <a:pt x="31" y="230"/>
                  </a:cubicBezTo>
                  <a:cubicBezTo>
                    <a:pt x="73" y="335"/>
                    <a:pt x="147" y="342"/>
                    <a:pt x="171" y="350"/>
                  </a:cubicBezTo>
                  <a:cubicBezTo>
                    <a:pt x="159" y="372"/>
                    <a:pt x="95" y="388"/>
                    <a:pt x="152" y="528"/>
                  </a:cubicBezTo>
                  <a:cubicBezTo>
                    <a:pt x="178" y="593"/>
                    <a:pt x="247" y="662"/>
                    <a:pt x="317" y="662"/>
                  </a:cubicBezTo>
                  <a:cubicBezTo>
                    <a:pt x="329" y="662"/>
                    <a:pt x="341" y="660"/>
                    <a:pt x="353" y="656"/>
                  </a:cubicBezTo>
                  <a:cubicBezTo>
                    <a:pt x="437" y="625"/>
                    <a:pt x="433" y="492"/>
                    <a:pt x="421" y="412"/>
                  </a:cubicBezTo>
                  <a:lnTo>
                    <a:pt x="721" y="304"/>
                  </a:lnTo>
                  <a:lnTo>
                    <a:pt x="7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8" name="Google Shape;318;p28">
              <a:extLst>
                <a:ext uri="{FF2B5EF4-FFF2-40B4-BE49-F238E27FC236}">
                  <a16:creationId xmlns:a16="http://schemas.microsoft.com/office/drawing/2014/main" id="{EC1DF5AA-A255-799B-BAA1-9C2570C982A8}"/>
                </a:ext>
              </a:extLst>
            </p:cNvPr>
            <p:cNvSpPr/>
            <p:nvPr/>
          </p:nvSpPr>
          <p:spPr>
            <a:xfrm>
              <a:off x="6422631" y="2262248"/>
              <a:ext cx="89682" cy="82466"/>
            </a:xfrm>
            <a:custGeom>
              <a:avLst/>
              <a:gdLst/>
              <a:ahLst/>
              <a:cxnLst/>
              <a:rect l="l" t="t" r="r" b="b"/>
              <a:pathLst>
                <a:path w="721" h="663" extrusionOk="0">
                  <a:moveTo>
                    <a:pt x="404" y="1"/>
                  </a:moveTo>
                  <a:cubicBezTo>
                    <a:pt x="392" y="1"/>
                    <a:pt x="380" y="3"/>
                    <a:pt x="368" y="7"/>
                  </a:cubicBezTo>
                  <a:cubicBezTo>
                    <a:pt x="284" y="38"/>
                    <a:pt x="288" y="170"/>
                    <a:pt x="300" y="250"/>
                  </a:cubicBezTo>
                  <a:lnTo>
                    <a:pt x="0" y="358"/>
                  </a:lnTo>
                  <a:lnTo>
                    <a:pt x="1" y="662"/>
                  </a:lnTo>
                  <a:lnTo>
                    <a:pt x="407" y="516"/>
                  </a:lnTo>
                  <a:cubicBezTo>
                    <a:pt x="449" y="574"/>
                    <a:pt x="524" y="660"/>
                    <a:pt x="599" y="660"/>
                  </a:cubicBezTo>
                  <a:cubicBezTo>
                    <a:pt x="610" y="660"/>
                    <a:pt x="620" y="658"/>
                    <a:pt x="631" y="655"/>
                  </a:cubicBezTo>
                  <a:cubicBezTo>
                    <a:pt x="713" y="625"/>
                    <a:pt x="721" y="508"/>
                    <a:pt x="690" y="433"/>
                  </a:cubicBezTo>
                  <a:cubicBezTo>
                    <a:pt x="648" y="328"/>
                    <a:pt x="574" y="320"/>
                    <a:pt x="550" y="312"/>
                  </a:cubicBezTo>
                  <a:cubicBezTo>
                    <a:pt x="562" y="292"/>
                    <a:pt x="626" y="275"/>
                    <a:pt x="569" y="134"/>
                  </a:cubicBezTo>
                  <a:cubicBezTo>
                    <a:pt x="543" y="71"/>
                    <a:pt x="474"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9" name="Google Shape;319;p28">
              <a:extLst>
                <a:ext uri="{FF2B5EF4-FFF2-40B4-BE49-F238E27FC236}">
                  <a16:creationId xmlns:a16="http://schemas.microsoft.com/office/drawing/2014/main" id="{BF51700D-1050-3B04-0E17-C7BED9DF79E7}"/>
                </a:ext>
              </a:extLst>
            </p:cNvPr>
            <p:cNvSpPr/>
            <p:nvPr/>
          </p:nvSpPr>
          <p:spPr>
            <a:xfrm>
              <a:off x="6422755" y="2411134"/>
              <a:ext cx="89806" cy="149632"/>
            </a:xfrm>
            <a:custGeom>
              <a:avLst/>
              <a:gdLst/>
              <a:ahLst/>
              <a:cxnLst/>
              <a:rect l="l" t="t" r="r" b="b"/>
              <a:pathLst>
                <a:path w="722" h="1203" extrusionOk="0">
                  <a:moveTo>
                    <a:pt x="0" y="0"/>
                  </a:moveTo>
                  <a:lnTo>
                    <a:pt x="1" y="304"/>
                  </a:lnTo>
                  <a:lnTo>
                    <a:pt x="301" y="757"/>
                  </a:lnTo>
                  <a:cubicBezTo>
                    <a:pt x="290" y="825"/>
                    <a:pt x="285" y="952"/>
                    <a:pt x="370" y="1079"/>
                  </a:cubicBezTo>
                  <a:cubicBezTo>
                    <a:pt x="427" y="1167"/>
                    <a:pt x="488" y="1202"/>
                    <a:pt x="530" y="1202"/>
                  </a:cubicBezTo>
                  <a:cubicBezTo>
                    <a:pt x="548" y="1202"/>
                    <a:pt x="562" y="1196"/>
                    <a:pt x="571" y="1184"/>
                  </a:cubicBezTo>
                  <a:cubicBezTo>
                    <a:pt x="627" y="1108"/>
                    <a:pt x="564" y="1018"/>
                    <a:pt x="551" y="982"/>
                  </a:cubicBezTo>
                  <a:lnTo>
                    <a:pt x="551" y="982"/>
                  </a:lnTo>
                  <a:cubicBezTo>
                    <a:pt x="569" y="998"/>
                    <a:pt x="614" y="1044"/>
                    <a:pt x="653" y="1044"/>
                  </a:cubicBezTo>
                  <a:cubicBezTo>
                    <a:pt x="667" y="1044"/>
                    <a:pt x="680" y="1039"/>
                    <a:pt x="692" y="1024"/>
                  </a:cubicBezTo>
                  <a:cubicBezTo>
                    <a:pt x="722" y="985"/>
                    <a:pt x="713" y="857"/>
                    <a:pt x="631" y="733"/>
                  </a:cubicBezTo>
                  <a:cubicBezTo>
                    <a:pt x="565" y="634"/>
                    <a:pt x="495" y="611"/>
                    <a:pt x="445" y="611"/>
                  </a:cubicBezTo>
                  <a:cubicBezTo>
                    <a:pt x="431" y="611"/>
                    <a:pt x="418" y="613"/>
                    <a:pt x="408" y="615"/>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0" name="Google Shape;320;p28">
              <a:extLst>
                <a:ext uri="{FF2B5EF4-FFF2-40B4-BE49-F238E27FC236}">
                  <a16:creationId xmlns:a16="http://schemas.microsoft.com/office/drawing/2014/main" id="{2EC1098E-ACF2-F53B-AA4C-3BF6B12160EC}"/>
                </a:ext>
              </a:extLst>
            </p:cNvPr>
            <p:cNvSpPr/>
            <p:nvPr/>
          </p:nvSpPr>
          <p:spPr>
            <a:xfrm>
              <a:off x="7152633" y="3663170"/>
              <a:ext cx="1011748" cy="1326042"/>
            </a:xfrm>
            <a:custGeom>
              <a:avLst/>
              <a:gdLst/>
              <a:ahLst/>
              <a:cxnLst/>
              <a:rect l="l" t="t" r="r" b="b"/>
              <a:pathLst>
                <a:path w="8134" h="10661" extrusionOk="0">
                  <a:moveTo>
                    <a:pt x="271" y="1"/>
                  </a:moveTo>
                  <a:cubicBezTo>
                    <a:pt x="112" y="1"/>
                    <a:pt x="0" y="148"/>
                    <a:pt x="0" y="393"/>
                  </a:cubicBezTo>
                  <a:lnTo>
                    <a:pt x="0" y="5572"/>
                  </a:lnTo>
                  <a:cubicBezTo>
                    <a:pt x="0" y="5901"/>
                    <a:pt x="202" y="6286"/>
                    <a:pt x="448" y="6428"/>
                  </a:cubicBezTo>
                  <a:lnTo>
                    <a:pt x="7685" y="10607"/>
                  </a:lnTo>
                  <a:cubicBezTo>
                    <a:pt x="7748" y="10643"/>
                    <a:pt x="7808" y="10660"/>
                    <a:pt x="7862" y="10660"/>
                  </a:cubicBezTo>
                  <a:cubicBezTo>
                    <a:pt x="8022" y="10660"/>
                    <a:pt x="8134" y="10513"/>
                    <a:pt x="8134" y="10268"/>
                  </a:cubicBezTo>
                  <a:lnTo>
                    <a:pt x="8134" y="5090"/>
                  </a:lnTo>
                  <a:cubicBezTo>
                    <a:pt x="8134" y="4761"/>
                    <a:pt x="7932" y="4375"/>
                    <a:pt x="7685" y="4233"/>
                  </a:cubicBezTo>
                  <a:lnTo>
                    <a:pt x="448" y="54"/>
                  </a:lnTo>
                  <a:cubicBezTo>
                    <a:pt x="385" y="18"/>
                    <a:pt x="326" y="1"/>
                    <a:pt x="2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1" name="Google Shape;321;p28">
              <a:extLst>
                <a:ext uri="{FF2B5EF4-FFF2-40B4-BE49-F238E27FC236}">
                  <a16:creationId xmlns:a16="http://schemas.microsoft.com/office/drawing/2014/main" id="{779805E4-6698-A6B6-550D-028563C92DD5}"/>
                </a:ext>
              </a:extLst>
            </p:cNvPr>
            <p:cNvSpPr/>
            <p:nvPr/>
          </p:nvSpPr>
          <p:spPr>
            <a:xfrm>
              <a:off x="7112457" y="3666778"/>
              <a:ext cx="114559" cy="106845"/>
            </a:xfrm>
            <a:custGeom>
              <a:avLst/>
              <a:gdLst/>
              <a:ahLst/>
              <a:cxnLst/>
              <a:rect l="l" t="t" r="r" b="b"/>
              <a:pathLst>
                <a:path w="921" h="859" extrusionOk="0">
                  <a:moveTo>
                    <a:pt x="481" y="0"/>
                  </a:moveTo>
                  <a:lnTo>
                    <a:pt x="1" y="274"/>
                  </a:lnTo>
                  <a:lnTo>
                    <a:pt x="921" y="859"/>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2" name="Google Shape;322;p28">
              <a:extLst>
                <a:ext uri="{FF2B5EF4-FFF2-40B4-BE49-F238E27FC236}">
                  <a16:creationId xmlns:a16="http://schemas.microsoft.com/office/drawing/2014/main" id="{B02BD486-703D-38D9-13D1-8F556C0F50F1}"/>
                </a:ext>
              </a:extLst>
            </p:cNvPr>
            <p:cNvSpPr/>
            <p:nvPr/>
          </p:nvSpPr>
          <p:spPr>
            <a:xfrm>
              <a:off x="7093924" y="3696381"/>
              <a:ext cx="1011872" cy="1326042"/>
            </a:xfrm>
            <a:custGeom>
              <a:avLst/>
              <a:gdLst/>
              <a:ahLst/>
              <a:cxnLst/>
              <a:rect l="l" t="t" r="r" b="b"/>
              <a:pathLst>
                <a:path w="8135" h="10661" extrusionOk="0">
                  <a:moveTo>
                    <a:pt x="272" y="1"/>
                  </a:moveTo>
                  <a:cubicBezTo>
                    <a:pt x="112" y="1"/>
                    <a:pt x="0" y="148"/>
                    <a:pt x="0" y="393"/>
                  </a:cubicBezTo>
                  <a:lnTo>
                    <a:pt x="0" y="5572"/>
                  </a:lnTo>
                  <a:cubicBezTo>
                    <a:pt x="0" y="5901"/>
                    <a:pt x="202" y="6287"/>
                    <a:pt x="450" y="6429"/>
                  </a:cubicBezTo>
                  <a:lnTo>
                    <a:pt x="7687" y="10608"/>
                  </a:lnTo>
                  <a:cubicBezTo>
                    <a:pt x="7749" y="10644"/>
                    <a:pt x="7809" y="10661"/>
                    <a:pt x="7863" y="10661"/>
                  </a:cubicBezTo>
                  <a:cubicBezTo>
                    <a:pt x="8023" y="10661"/>
                    <a:pt x="8135" y="10514"/>
                    <a:pt x="8135" y="10269"/>
                  </a:cubicBezTo>
                  <a:lnTo>
                    <a:pt x="8135" y="5090"/>
                  </a:lnTo>
                  <a:cubicBezTo>
                    <a:pt x="8135" y="4761"/>
                    <a:pt x="7933" y="4376"/>
                    <a:pt x="7687" y="4233"/>
                  </a:cubicBezTo>
                  <a:lnTo>
                    <a:pt x="450" y="54"/>
                  </a:lnTo>
                  <a:cubicBezTo>
                    <a:pt x="387" y="18"/>
                    <a:pt x="327" y="1"/>
                    <a:pt x="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3" name="Google Shape;323;p28">
              <a:extLst>
                <a:ext uri="{FF2B5EF4-FFF2-40B4-BE49-F238E27FC236}">
                  <a16:creationId xmlns:a16="http://schemas.microsoft.com/office/drawing/2014/main" id="{3575BBA6-F75F-6562-889E-A616BD8663F8}"/>
                </a:ext>
              </a:extLst>
            </p:cNvPr>
            <p:cNvSpPr/>
            <p:nvPr/>
          </p:nvSpPr>
          <p:spPr>
            <a:xfrm>
              <a:off x="7838852" y="4502505"/>
              <a:ext cx="193170" cy="275632"/>
            </a:xfrm>
            <a:custGeom>
              <a:avLst/>
              <a:gdLst/>
              <a:ahLst/>
              <a:cxnLst/>
              <a:rect l="l" t="t" r="r" b="b"/>
              <a:pathLst>
                <a:path w="1553" h="2216" extrusionOk="0">
                  <a:moveTo>
                    <a:pt x="104" y="1"/>
                  </a:moveTo>
                  <a:cubicBezTo>
                    <a:pt x="43" y="1"/>
                    <a:pt x="1" y="56"/>
                    <a:pt x="1" y="150"/>
                  </a:cubicBezTo>
                  <a:lnTo>
                    <a:pt x="1" y="1171"/>
                  </a:lnTo>
                  <a:cubicBezTo>
                    <a:pt x="1" y="1296"/>
                    <a:pt x="77" y="1442"/>
                    <a:pt x="172" y="1496"/>
                  </a:cubicBezTo>
                  <a:lnTo>
                    <a:pt x="1382" y="2195"/>
                  </a:lnTo>
                  <a:cubicBezTo>
                    <a:pt x="1406" y="2209"/>
                    <a:pt x="1429" y="2216"/>
                    <a:pt x="1450" y="2216"/>
                  </a:cubicBezTo>
                  <a:cubicBezTo>
                    <a:pt x="1510" y="2216"/>
                    <a:pt x="1552" y="2160"/>
                    <a:pt x="1552" y="2066"/>
                  </a:cubicBezTo>
                  <a:lnTo>
                    <a:pt x="1552" y="1046"/>
                  </a:lnTo>
                  <a:cubicBezTo>
                    <a:pt x="1552" y="921"/>
                    <a:pt x="1476" y="774"/>
                    <a:pt x="1382" y="720"/>
                  </a:cubicBezTo>
                  <a:lnTo>
                    <a:pt x="172" y="21"/>
                  </a:lnTo>
                  <a:cubicBezTo>
                    <a:pt x="148" y="7"/>
                    <a:pt x="125" y="1"/>
                    <a:pt x="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4" name="Google Shape;324;p28">
              <a:extLst>
                <a:ext uri="{FF2B5EF4-FFF2-40B4-BE49-F238E27FC236}">
                  <a16:creationId xmlns:a16="http://schemas.microsoft.com/office/drawing/2014/main" id="{79688D14-3C54-E4E5-D478-FB8FD10EBD5D}"/>
                </a:ext>
              </a:extLst>
            </p:cNvPr>
            <p:cNvSpPr/>
            <p:nvPr/>
          </p:nvSpPr>
          <p:spPr>
            <a:xfrm>
              <a:off x="7093924" y="3750238"/>
              <a:ext cx="1011872" cy="765326"/>
            </a:xfrm>
            <a:custGeom>
              <a:avLst/>
              <a:gdLst/>
              <a:ahLst/>
              <a:cxnLst/>
              <a:rect l="l" t="t" r="r" b="b"/>
              <a:pathLst>
                <a:path w="8135" h="6153" extrusionOk="0">
                  <a:moveTo>
                    <a:pt x="0" y="1"/>
                  </a:moveTo>
                  <a:lnTo>
                    <a:pt x="0" y="1450"/>
                  </a:lnTo>
                  <a:lnTo>
                    <a:pt x="8135" y="6152"/>
                  </a:lnTo>
                  <a:lnTo>
                    <a:pt x="8135" y="4703"/>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5" name="Google Shape;325;p28">
              <a:extLst>
                <a:ext uri="{FF2B5EF4-FFF2-40B4-BE49-F238E27FC236}">
                  <a16:creationId xmlns:a16="http://schemas.microsoft.com/office/drawing/2014/main" id="{7AB55C40-C594-728D-9345-38EA2E9237C3}"/>
                </a:ext>
              </a:extLst>
            </p:cNvPr>
            <p:cNvSpPr/>
            <p:nvPr/>
          </p:nvSpPr>
          <p:spPr>
            <a:xfrm>
              <a:off x="7167683" y="4109953"/>
              <a:ext cx="602023" cy="401755"/>
            </a:xfrm>
            <a:custGeom>
              <a:avLst/>
              <a:gdLst/>
              <a:ahLst/>
              <a:cxnLst/>
              <a:rect l="l" t="t" r="r" b="b"/>
              <a:pathLst>
                <a:path w="4840" h="3230" extrusionOk="0">
                  <a:moveTo>
                    <a:pt x="1" y="0"/>
                  </a:moveTo>
                  <a:lnTo>
                    <a:pt x="1" y="436"/>
                  </a:lnTo>
                  <a:lnTo>
                    <a:pt x="4839" y="3230"/>
                  </a:lnTo>
                  <a:lnTo>
                    <a:pt x="4839" y="2794"/>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6" name="Google Shape;326;p28">
              <a:extLst>
                <a:ext uri="{FF2B5EF4-FFF2-40B4-BE49-F238E27FC236}">
                  <a16:creationId xmlns:a16="http://schemas.microsoft.com/office/drawing/2014/main" id="{C7DF7B7E-C767-369B-86A9-6B27B1670FAD}"/>
                </a:ext>
              </a:extLst>
            </p:cNvPr>
            <p:cNvSpPr/>
            <p:nvPr/>
          </p:nvSpPr>
          <p:spPr>
            <a:xfrm>
              <a:off x="7167683" y="4232843"/>
              <a:ext cx="602023" cy="401880"/>
            </a:xfrm>
            <a:custGeom>
              <a:avLst/>
              <a:gdLst/>
              <a:ahLst/>
              <a:cxnLst/>
              <a:rect l="l" t="t" r="r" b="b"/>
              <a:pathLst>
                <a:path w="4840" h="3231" extrusionOk="0">
                  <a:moveTo>
                    <a:pt x="1" y="1"/>
                  </a:moveTo>
                  <a:lnTo>
                    <a:pt x="1" y="437"/>
                  </a:lnTo>
                  <a:lnTo>
                    <a:pt x="4839" y="3231"/>
                  </a:lnTo>
                  <a:lnTo>
                    <a:pt x="4839" y="2795"/>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7" name="Google Shape;327;p28">
              <a:extLst>
                <a:ext uri="{FF2B5EF4-FFF2-40B4-BE49-F238E27FC236}">
                  <a16:creationId xmlns:a16="http://schemas.microsoft.com/office/drawing/2014/main" id="{E3C48B2D-F87E-0E70-ECEB-EDE768682F0F}"/>
                </a:ext>
              </a:extLst>
            </p:cNvPr>
            <p:cNvSpPr/>
            <p:nvPr/>
          </p:nvSpPr>
          <p:spPr>
            <a:xfrm>
              <a:off x="7167683" y="4358345"/>
              <a:ext cx="864351" cy="553253"/>
            </a:xfrm>
            <a:custGeom>
              <a:avLst/>
              <a:gdLst/>
              <a:ahLst/>
              <a:cxnLst/>
              <a:rect l="l" t="t" r="r" b="b"/>
              <a:pathLst>
                <a:path w="6949" h="4448" extrusionOk="0">
                  <a:moveTo>
                    <a:pt x="1" y="1"/>
                  </a:moveTo>
                  <a:lnTo>
                    <a:pt x="1" y="437"/>
                  </a:lnTo>
                  <a:lnTo>
                    <a:pt x="6948" y="4448"/>
                  </a:lnTo>
                  <a:lnTo>
                    <a:pt x="6948" y="4012"/>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8" name="Google Shape;328;p28">
              <a:extLst>
                <a:ext uri="{FF2B5EF4-FFF2-40B4-BE49-F238E27FC236}">
                  <a16:creationId xmlns:a16="http://schemas.microsoft.com/office/drawing/2014/main" id="{47B9D974-1FCF-E820-5B90-74EB917B3CBA}"/>
                </a:ext>
              </a:extLst>
            </p:cNvPr>
            <p:cNvSpPr/>
            <p:nvPr/>
          </p:nvSpPr>
          <p:spPr>
            <a:xfrm>
              <a:off x="7849300" y="2906426"/>
              <a:ext cx="495301" cy="1175290"/>
            </a:xfrm>
            <a:custGeom>
              <a:avLst/>
              <a:gdLst/>
              <a:ahLst/>
              <a:cxnLst/>
              <a:rect l="l" t="t" r="r" b="b"/>
              <a:pathLst>
                <a:path w="3982" h="9449" extrusionOk="0">
                  <a:moveTo>
                    <a:pt x="698" y="1"/>
                  </a:moveTo>
                  <a:cubicBezTo>
                    <a:pt x="635" y="1"/>
                    <a:pt x="573" y="13"/>
                    <a:pt x="516" y="36"/>
                  </a:cubicBezTo>
                  <a:cubicBezTo>
                    <a:pt x="509" y="38"/>
                    <a:pt x="441" y="74"/>
                    <a:pt x="423" y="87"/>
                  </a:cubicBezTo>
                  <a:lnTo>
                    <a:pt x="0" y="310"/>
                  </a:lnTo>
                  <a:lnTo>
                    <a:pt x="186" y="699"/>
                  </a:lnTo>
                  <a:cubicBezTo>
                    <a:pt x="186" y="710"/>
                    <a:pt x="184" y="720"/>
                    <a:pt x="184" y="731"/>
                  </a:cubicBezTo>
                  <a:lnTo>
                    <a:pt x="184" y="7065"/>
                  </a:lnTo>
                  <a:cubicBezTo>
                    <a:pt x="184" y="7238"/>
                    <a:pt x="277" y="7399"/>
                    <a:pt x="428" y="7485"/>
                  </a:cubicBezTo>
                  <a:lnTo>
                    <a:pt x="1837" y="8289"/>
                  </a:lnTo>
                  <a:lnTo>
                    <a:pt x="1837" y="8375"/>
                  </a:lnTo>
                  <a:lnTo>
                    <a:pt x="3132" y="9113"/>
                  </a:lnTo>
                  <a:lnTo>
                    <a:pt x="3027" y="9165"/>
                  </a:lnTo>
                  <a:lnTo>
                    <a:pt x="3285" y="9449"/>
                  </a:lnTo>
                  <a:lnTo>
                    <a:pt x="3733" y="9188"/>
                  </a:lnTo>
                  <a:cubicBezTo>
                    <a:pt x="3739" y="9184"/>
                    <a:pt x="3743" y="9182"/>
                    <a:pt x="3749" y="9179"/>
                  </a:cubicBezTo>
                  <a:lnTo>
                    <a:pt x="3769" y="9166"/>
                  </a:lnTo>
                  <a:lnTo>
                    <a:pt x="3769" y="9163"/>
                  </a:lnTo>
                  <a:cubicBezTo>
                    <a:pt x="3894" y="9078"/>
                    <a:pt x="3982" y="8939"/>
                    <a:pt x="3982" y="8765"/>
                  </a:cubicBezTo>
                  <a:lnTo>
                    <a:pt x="3982" y="2111"/>
                  </a:lnTo>
                  <a:cubicBezTo>
                    <a:pt x="3982" y="1927"/>
                    <a:pt x="3877" y="1758"/>
                    <a:pt x="3710" y="1677"/>
                  </a:cubicBezTo>
                  <a:lnTo>
                    <a:pt x="909" y="50"/>
                  </a:lnTo>
                  <a:cubicBezTo>
                    <a:pt x="840" y="16"/>
                    <a:pt x="768" y="1"/>
                    <a:pt x="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9" name="Google Shape;329;p28">
              <a:extLst>
                <a:ext uri="{FF2B5EF4-FFF2-40B4-BE49-F238E27FC236}">
                  <a16:creationId xmlns:a16="http://schemas.microsoft.com/office/drawing/2014/main" id="{D1BF836E-02FF-1B95-1F26-C1DFDBB3CC44}"/>
                </a:ext>
              </a:extLst>
            </p:cNvPr>
            <p:cNvSpPr/>
            <p:nvPr/>
          </p:nvSpPr>
          <p:spPr>
            <a:xfrm>
              <a:off x="7818578" y="2937024"/>
              <a:ext cx="472539" cy="1151409"/>
            </a:xfrm>
            <a:custGeom>
              <a:avLst/>
              <a:gdLst/>
              <a:ahLst/>
              <a:cxnLst/>
              <a:rect l="l" t="t" r="r" b="b"/>
              <a:pathLst>
                <a:path w="3799" h="9257" extrusionOk="0">
                  <a:moveTo>
                    <a:pt x="484" y="1"/>
                  </a:moveTo>
                  <a:cubicBezTo>
                    <a:pt x="230" y="1"/>
                    <a:pt x="0" y="204"/>
                    <a:pt x="0" y="485"/>
                  </a:cubicBezTo>
                  <a:lnTo>
                    <a:pt x="0" y="7157"/>
                  </a:lnTo>
                  <a:cubicBezTo>
                    <a:pt x="0" y="7330"/>
                    <a:pt x="94" y="7491"/>
                    <a:pt x="245" y="7577"/>
                  </a:cubicBezTo>
                  <a:lnTo>
                    <a:pt x="2084" y="8626"/>
                  </a:lnTo>
                  <a:lnTo>
                    <a:pt x="3076" y="9192"/>
                  </a:lnTo>
                  <a:cubicBezTo>
                    <a:pt x="3153" y="9236"/>
                    <a:pt x="3235" y="9256"/>
                    <a:pt x="3315" y="9256"/>
                  </a:cubicBezTo>
                  <a:cubicBezTo>
                    <a:pt x="3567" y="9256"/>
                    <a:pt x="3799" y="9054"/>
                    <a:pt x="3799" y="8772"/>
                  </a:cubicBezTo>
                  <a:lnTo>
                    <a:pt x="3799" y="2117"/>
                  </a:lnTo>
                  <a:cubicBezTo>
                    <a:pt x="3799" y="1932"/>
                    <a:pt x="3694" y="1763"/>
                    <a:pt x="3527" y="1682"/>
                  </a:cubicBezTo>
                  <a:lnTo>
                    <a:pt x="696" y="50"/>
                  </a:lnTo>
                  <a:cubicBezTo>
                    <a:pt x="627" y="16"/>
                    <a:pt x="555" y="1"/>
                    <a:pt x="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0" name="Google Shape;330;p28">
              <a:extLst>
                <a:ext uri="{FF2B5EF4-FFF2-40B4-BE49-F238E27FC236}">
                  <a16:creationId xmlns:a16="http://schemas.microsoft.com/office/drawing/2014/main" id="{E4029769-6ACC-30E9-EE41-C3F8AB618404}"/>
                </a:ext>
              </a:extLst>
            </p:cNvPr>
            <p:cNvSpPr/>
            <p:nvPr/>
          </p:nvSpPr>
          <p:spPr>
            <a:xfrm>
              <a:off x="8039979" y="3078821"/>
              <a:ext cx="26370" cy="34951"/>
            </a:xfrm>
            <a:custGeom>
              <a:avLst/>
              <a:gdLst/>
              <a:ahLst/>
              <a:cxnLst/>
              <a:rect l="l" t="t" r="r" b="b"/>
              <a:pathLst>
                <a:path w="212" h="281" extrusionOk="0">
                  <a:moveTo>
                    <a:pt x="101" y="0"/>
                  </a:moveTo>
                  <a:cubicBezTo>
                    <a:pt x="99" y="0"/>
                    <a:pt x="98" y="0"/>
                    <a:pt x="96" y="0"/>
                  </a:cubicBezTo>
                  <a:cubicBezTo>
                    <a:pt x="41" y="5"/>
                    <a:pt x="1" y="70"/>
                    <a:pt x="5" y="148"/>
                  </a:cubicBezTo>
                  <a:cubicBezTo>
                    <a:pt x="11" y="222"/>
                    <a:pt x="57" y="281"/>
                    <a:pt x="110" y="281"/>
                  </a:cubicBezTo>
                  <a:cubicBezTo>
                    <a:pt x="111" y="281"/>
                    <a:pt x="113" y="281"/>
                    <a:pt x="114" y="281"/>
                  </a:cubicBezTo>
                  <a:cubicBezTo>
                    <a:pt x="170" y="277"/>
                    <a:pt x="211" y="212"/>
                    <a:pt x="206" y="134"/>
                  </a:cubicBezTo>
                  <a:cubicBezTo>
                    <a:pt x="201" y="59"/>
                    <a:pt x="154" y="0"/>
                    <a:pt x="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1" name="Google Shape;331;p28">
              <a:extLst>
                <a:ext uri="{FF2B5EF4-FFF2-40B4-BE49-F238E27FC236}">
                  <a16:creationId xmlns:a16="http://schemas.microsoft.com/office/drawing/2014/main" id="{46ACE8FB-ABC7-9C16-3BB2-8FF350E06211}"/>
                </a:ext>
              </a:extLst>
            </p:cNvPr>
            <p:cNvSpPr/>
            <p:nvPr/>
          </p:nvSpPr>
          <p:spPr>
            <a:xfrm>
              <a:off x="7873928" y="3039516"/>
              <a:ext cx="358478" cy="945680"/>
            </a:xfrm>
            <a:custGeom>
              <a:avLst/>
              <a:gdLst/>
              <a:ahLst/>
              <a:cxnLst/>
              <a:rect l="l" t="t" r="r" b="b"/>
              <a:pathLst>
                <a:path w="2882" h="7603" extrusionOk="0">
                  <a:moveTo>
                    <a:pt x="0" y="1"/>
                  </a:moveTo>
                  <a:lnTo>
                    <a:pt x="0" y="5931"/>
                  </a:lnTo>
                  <a:lnTo>
                    <a:pt x="2882" y="7603"/>
                  </a:lnTo>
                  <a:lnTo>
                    <a:pt x="2882" y="166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2" name="Google Shape;332;p28">
              <a:extLst>
                <a:ext uri="{FF2B5EF4-FFF2-40B4-BE49-F238E27FC236}">
                  <a16:creationId xmlns:a16="http://schemas.microsoft.com/office/drawing/2014/main" id="{58BD96A3-C951-ED47-A324-E1676EB0A3B4}"/>
                </a:ext>
              </a:extLst>
            </p:cNvPr>
            <p:cNvSpPr/>
            <p:nvPr/>
          </p:nvSpPr>
          <p:spPr>
            <a:xfrm>
              <a:off x="7970822" y="3880840"/>
              <a:ext cx="114310" cy="83212"/>
            </a:xfrm>
            <a:custGeom>
              <a:avLst/>
              <a:gdLst/>
              <a:ahLst/>
              <a:cxnLst/>
              <a:rect l="l" t="t" r="r" b="b"/>
              <a:pathLst>
                <a:path w="919" h="669" extrusionOk="0">
                  <a:moveTo>
                    <a:pt x="80" y="1"/>
                  </a:moveTo>
                  <a:cubicBezTo>
                    <a:pt x="38" y="1"/>
                    <a:pt x="8" y="28"/>
                    <a:pt x="5" y="76"/>
                  </a:cubicBezTo>
                  <a:cubicBezTo>
                    <a:pt x="0" y="149"/>
                    <a:pt x="59" y="243"/>
                    <a:pt x="136" y="287"/>
                  </a:cubicBezTo>
                  <a:lnTo>
                    <a:pt x="766" y="646"/>
                  </a:lnTo>
                  <a:cubicBezTo>
                    <a:pt x="792" y="661"/>
                    <a:pt x="817" y="668"/>
                    <a:pt x="838" y="668"/>
                  </a:cubicBezTo>
                  <a:cubicBezTo>
                    <a:pt x="881" y="668"/>
                    <a:pt x="911" y="641"/>
                    <a:pt x="914" y="594"/>
                  </a:cubicBezTo>
                  <a:cubicBezTo>
                    <a:pt x="918" y="520"/>
                    <a:pt x="860" y="426"/>
                    <a:pt x="783" y="382"/>
                  </a:cubicBezTo>
                  <a:lnTo>
                    <a:pt x="151" y="23"/>
                  </a:lnTo>
                  <a:cubicBezTo>
                    <a:pt x="126" y="8"/>
                    <a:pt x="101" y="1"/>
                    <a:pt x="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3" name="Google Shape;333;p28">
              <a:extLst>
                <a:ext uri="{FF2B5EF4-FFF2-40B4-BE49-F238E27FC236}">
                  <a16:creationId xmlns:a16="http://schemas.microsoft.com/office/drawing/2014/main" id="{816FB1F8-3255-B766-A956-CF9FF194E8DC}"/>
                </a:ext>
              </a:extLst>
            </p:cNvPr>
            <p:cNvSpPr/>
            <p:nvPr/>
          </p:nvSpPr>
          <p:spPr>
            <a:xfrm>
              <a:off x="8013361" y="3390897"/>
              <a:ext cx="88935" cy="165553"/>
            </a:xfrm>
            <a:custGeom>
              <a:avLst/>
              <a:gdLst/>
              <a:ahLst/>
              <a:cxnLst/>
              <a:rect l="l" t="t" r="r" b="b"/>
              <a:pathLst>
                <a:path w="715" h="1331" extrusionOk="0">
                  <a:moveTo>
                    <a:pt x="173" y="125"/>
                  </a:moveTo>
                  <a:cubicBezTo>
                    <a:pt x="179" y="125"/>
                    <a:pt x="193" y="135"/>
                    <a:pt x="203" y="154"/>
                  </a:cubicBezTo>
                  <a:cubicBezTo>
                    <a:pt x="237" y="229"/>
                    <a:pt x="250" y="301"/>
                    <a:pt x="256" y="332"/>
                  </a:cubicBezTo>
                  <a:lnTo>
                    <a:pt x="263" y="372"/>
                  </a:lnTo>
                  <a:cubicBezTo>
                    <a:pt x="270" y="409"/>
                    <a:pt x="277" y="446"/>
                    <a:pt x="286" y="482"/>
                  </a:cubicBezTo>
                  <a:cubicBezTo>
                    <a:pt x="326" y="663"/>
                    <a:pt x="402" y="780"/>
                    <a:pt x="461" y="874"/>
                  </a:cubicBezTo>
                  <a:cubicBezTo>
                    <a:pt x="489" y="917"/>
                    <a:pt x="513" y="955"/>
                    <a:pt x="530" y="992"/>
                  </a:cubicBezTo>
                  <a:cubicBezTo>
                    <a:pt x="590" y="1123"/>
                    <a:pt x="586" y="1173"/>
                    <a:pt x="580" y="1193"/>
                  </a:cubicBezTo>
                  <a:cubicBezTo>
                    <a:pt x="576" y="1199"/>
                    <a:pt x="572" y="1204"/>
                    <a:pt x="565" y="1207"/>
                  </a:cubicBezTo>
                  <a:cubicBezTo>
                    <a:pt x="561" y="1209"/>
                    <a:pt x="558" y="1210"/>
                    <a:pt x="554" y="1210"/>
                  </a:cubicBezTo>
                  <a:cubicBezTo>
                    <a:pt x="525" y="1210"/>
                    <a:pt x="486" y="1170"/>
                    <a:pt x="433" y="1092"/>
                  </a:cubicBezTo>
                  <a:cubicBezTo>
                    <a:pt x="407" y="1053"/>
                    <a:pt x="368" y="985"/>
                    <a:pt x="345" y="928"/>
                  </a:cubicBezTo>
                  <a:cubicBezTo>
                    <a:pt x="318" y="867"/>
                    <a:pt x="297" y="808"/>
                    <a:pt x="277" y="741"/>
                  </a:cubicBezTo>
                  <a:cubicBezTo>
                    <a:pt x="241" y="621"/>
                    <a:pt x="215" y="497"/>
                    <a:pt x="192" y="382"/>
                  </a:cubicBezTo>
                  <a:cubicBezTo>
                    <a:pt x="189" y="365"/>
                    <a:pt x="185" y="349"/>
                    <a:pt x="181" y="332"/>
                  </a:cubicBezTo>
                  <a:cubicBezTo>
                    <a:pt x="172" y="291"/>
                    <a:pt x="163" y="248"/>
                    <a:pt x="161" y="211"/>
                  </a:cubicBezTo>
                  <a:cubicBezTo>
                    <a:pt x="158" y="140"/>
                    <a:pt x="174" y="125"/>
                    <a:pt x="173" y="125"/>
                  </a:cubicBezTo>
                  <a:close/>
                  <a:moveTo>
                    <a:pt x="144" y="1"/>
                  </a:moveTo>
                  <a:cubicBezTo>
                    <a:pt x="123" y="1"/>
                    <a:pt x="105" y="9"/>
                    <a:pt x="90" y="24"/>
                  </a:cubicBezTo>
                  <a:cubicBezTo>
                    <a:pt x="1" y="121"/>
                    <a:pt x="126" y="576"/>
                    <a:pt x="183" y="766"/>
                  </a:cubicBezTo>
                  <a:cubicBezTo>
                    <a:pt x="209" y="850"/>
                    <a:pt x="375" y="1291"/>
                    <a:pt x="541" y="1328"/>
                  </a:cubicBezTo>
                  <a:cubicBezTo>
                    <a:pt x="548" y="1330"/>
                    <a:pt x="556" y="1330"/>
                    <a:pt x="564" y="1330"/>
                  </a:cubicBezTo>
                  <a:cubicBezTo>
                    <a:pt x="589" y="1330"/>
                    <a:pt x="618" y="1322"/>
                    <a:pt x="645" y="1292"/>
                  </a:cubicBezTo>
                  <a:cubicBezTo>
                    <a:pt x="715" y="1213"/>
                    <a:pt x="656" y="1057"/>
                    <a:pt x="636" y="1012"/>
                  </a:cubicBezTo>
                  <a:cubicBezTo>
                    <a:pt x="611" y="956"/>
                    <a:pt x="580" y="905"/>
                    <a:pt x="549" y="856"/>
                  </a:cubicBezTo>
                  <a:cubicBezTo>
                    <a:pt x="526" y="818"/>
                    <a:pt x="501" y="778"/>
                    <a:pt x="480" y="738"/>
                  </a:cubicBezTo>
                  <a:cubicBezTo>
                    <a:pt x="429" y="633"/>
                    <a:pt x="390" y="537"/>
                    <a:pt x="377" y="481"/>
                  </a:cubicBezTo>
                  <a:cubicBezTo>
                    <a:pt x="368" y="442"/>
                    <a:pt x="359" y="402"/>
                    <a:pt x="351" y="364"/>
                  </a:cubicBezTo>
                  <a:cubicBezTo>
                    <a:pt x="313" y="184"/>
                    <a:pt x="280" y="27"/>
                    <a:pt x="162" y="2"/>
                  </a:cubicBezTo>
                  <a:cubicBezTo>
                    <a:pt x="156" y="1"/>
                    <a:pt x="150"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4" name="Google Shape;334;p28">
              <a:extLst>
                <a:ext uri="{FF2B5EF4-FFF2-40B4-BE49-F238E27FC236}">
                  <a16:creationId xmlns:a16="http://schemas.microsoft.com/office/drawing/2014/main" id="{675B71B3-B6D3-89E8-5111-F20CF57880AF}"/>
                </a:ext>
              </a:extLst>
            </p:cNvPr>
            <p:cNvSpPr/>
            <p:nvPr/>
          </p:nvSpPr>
          <p:spPr>
            <a:xfrm>
              <a:off x="7998684" y="3341766"/>
              <a:ext cx="132346" cy="266303"/>
            </a:xfrm>
            <a:custGeom>
              <a:avLst/>
              <a:gdLst/>
              <a:ahLst/>
              <a:cxnLst/>
              <a:rect l="l" t="t" r="r" b="b"/>
              <a:pathLst>
                <a:path w="1064" h="2141" extrusionOk="0">
                  <a:moveTo>
                    <a:pt x="183" y="0"/>
                  </a:moveTo>
                  <a:cubicBezTo>
                    <a:pt x="169" y="0"/>
                    <a:pt x="156" y="3"/>
                    <a:pt x="142" y="8"/>
                  </a:cubicBezTo>
                  <a:cubicBezTo>
                    <a:pt x="77" y="33"/>
                    <a:pt x="38" y="115"/>
                    <a:pt x="25" y="246"/>
                  </a:cubicBezTo>
                  <a:cubicBezTo>
                    <a:pt x="1" y="539"/>
                    <a:pt x="82" y="1050"/>
                    <a:pt x="171" y="1383"/>
                  </a:cubicBezTo>
                  <a:cubicBezTo>
                    <a:pt x="228" y="1600"/>
                    <a:pt x="257" y="1608"/>
                    <a:pt x="273" y="1612"/>
                  </a:cubicBezTo>
                  <a:lnTo>
                    <a:pt x="294" y="1616"/>
                  </a:lnTo>
                  <a:lnTo>
                    <a:pt x="307" y="1602"/>
                  </a:lnTo>
                  <a:cubicBezTo>
                    <a:pt x="318" y="1591"/>
                    <a:pt x="338" y="1571"/>
                    <a:pt x="281" y="1366"/>
                  </a:cubicBezTo>
                  <a:cubicBezTo>
                    <a:pt x="182" y="1019"/>
                    <a:pt x="140" y="721"/>
                    <a:pt x="122" y="529"/>
                  </a:cubicBezTo>
                  <a:cubicBezTo>
                    <a:pt x="109" y="449"/>
                    <a:pt x="128" y="312"/>
                    <a:pt x="149" y="210"/>
                  </a:cubicBezTo>
                  <a:cubicBezTo>
                    <a:pt x="154" y="190"/>
                    <a:pt x="166" y="155"/>
                    <a:pt x="196" y="149"/>
                  </a:cubicBezTo>
                  <a:cubicBezTo>
                    <a:pt x="199" y="148"/>
                    <a:pt x="202" y="148"/>
                    <a:pt x="205" y="148"/>
                  </a:cubicBezTo>
                  <a:cubicBezTo>
                    <a:pt x="236" y="148"/>
                    <a:pt x="285" y="173"/>
                    <a:pt x="338" y="249"/>
                  </a:cubicBezTo>
                  <a:cubicBezTo>
                    <a:pt x="409" y="348"/>
                    <a:pt x="449" y="495"/>
                    <a:pt x="514" y="739"/>
                  </a:cubicBezTo>
                  <a:cubicBezTo>
                    <a:pt x="558" y="904"/>
                    <a:pt x="650" y="1093"/>
                    <a:pt x="731" y="1260"/>
                  </a:cubicBezTo>
                  <a:cubicBezTo>
                    <a:pt x="749" y="1297"/>
                    <a:pt x="767" y="1334"/>
                    <a:pt x="784" y="1369"/>
                  </a:cubicBezTo>
                  <a:cubicBezTo>
                    <a:pt x="895" y="1602"/>
                    <a:pt x="964" y="1902"/>
                    <a:pt x="890" y="1975"/>
                  </a:cubicBezTo>
                  <a:cubicBezTo>
                    <a:pt x="879" y="1986"/>
                    <a:pt x="863" y="1990"/>
                    <a:pt x="846" y="1990"/>
                  </a:cubicBezTo>
                  <a:cubicBezTo>
                    <a:pt x="813" y="1990"/>
                    <a:pt x="774" y="1975"/>
                    <a:pt x="741" y="1959"/>
                  </a:cubicBezTo>
                  <a:cubicBezTo>
                    <a:pt x="604" y="1892"/>
                    <a:pt x="508" y="1679"/>
                    <a:pt x="430" y="1486"/>
                  </a:cubicBezTo>
                  <a:cubicBezTo>
                    <a:pt x="416" y="1452"/>
                    <a:pt x="400" y="1414"/>
                    <a:pt x="372" y="1414"/>
                  </a:cubicBezTo>
                  <a:cubicBezTo>
                    <a:pt x="368" y="1414"/>
                    <a:pt x="363" y="1415"/>
                    <a:pt x="359" y="1416"/>
                  </a:cubicBezTo>
                  <a:cubicBezTo>
                    <a:pt x="326" y="1429"/>
                    <a:pt x="332" y="1468"/>
                    <a:pt x="350" y="1525"/>
                  </a:cubicBezTo>
                  <a:cubicBezTo>
                    <a:pt x="434" y="1793"/>
                    <a:pt x="629" y="2094"/>
                    <a:pt x="807" y="2136"/>
                  </a:cubicBezTo>
                  <a:cubicBezTo>
                    <a:pt x="821" y="2139"/>
                    <a:pt x="835" y="2141"/>
                    <a:pt x="850" y="2141"/>
                  </a:cubicBezTo>
                  <a:cubicBezTo>
                    <a:pt x="896" y="2141"/>
                    <a:pt x="940" y="2121"/>
                    <a:pt x="976" y="2083"/>
                  </a:cubicBezTo>
                  <a:cubicBezTo>
                    <a:pt x="1052" y="2004"/>
                    <a:pt x="1064" y="1835"/>
                    <a:pt x="1007" y="1633"/>
                  </a:cubicBezTo>
                  <a:cubicBezTo>
                    <a:pt x="961" y="1467"/>
                    <a:pt x="889" y="1326"/>
                    <a:pt x="812" y="1178"/>
                  </a:cubicBezTo>
                  <a:cubicBezTo>
                    <a:pt x="735" y="1025"/>
                    <a:pt x="654" y="867"/>
                    <a:pt x="603" y="680"/>
                  </a:cubicBezTo>
                  <a:cubicBezTo>
                    <a:pt x="585" y="592"/>
                    <a:pt x="550" y="459"/>
                    <a:pt x="502" y="351"/>
                  </a:cubicBezTo>
                  <a:cubicBezTo>
                    <a:pt x="470" y="279"/>
                    <a:pt x="406" y="147"/>
                    <a:pt x="332" y="76"/>
                  </a:cubicBezTo>
                  <a:cubicBezTo>
                    <a:pt x="278" y="26"/>
                    <a:pt x="228" y="0"/>
                    <a:pt x="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5" name="Google Shape;335;p28">
              <a:extLst>
                <a:ext uri="{FF2B5EF4-FFF2-40B4-BE49-F238E27FC236}">
                  <a16:creationId xmlns:a16="http://schemas.microsoft.com/office/drawing/2014/main" id="{44BEEAB6-5F04-9B7B-204D-96871D82FC24}"/>
                </a:ext>
              </a:extLst>
            </p:cNvPr>
            <p:cNvSpPr/>
            <p:nvPr/>
          </p:nvSpPr>
          <p:spPr>
            <a:xfrm>
              <a:off x="8004654" y="3310048"/>
              <a:ext cx="56346" cy="44031"/>
            </a:xfrm>
            <a:custGeom>
              <a:avLst/>
              <a:gdLst/>
              <a:ahLst/>
              <a:cxnLst/>
              <a:rect l="l" t="t" r="r" b="b"/>
              <a:pathLst>
                <a:path w="453" h="354" extrusionOk="0">
                  <a:moveTo>
                    <a:pt x="153" y="0"/>
                  </a:moveTo>
                  <a:cubicBezTo>
                    <a:pt x="145" y="0"/>
                    <a:pt x="137" y="1"/>
                    <a:pt x="129" y="3"/>
                  </a:cubicBezTo>
                  <a:cubicBezTo>
                    <a:pt x="84" y="14"/>
                    <a:pt x="55" y="53"/>
                    <a:pt x="34" y="90"/>
                  </a:cubicBezTo>
                  <a:cubicBezTo>
                    <a:pt x="14" y="122"/>
                    <a:pt x="1" y="168"/>
                    <a:pt x="17" y="195"/>
                  </a:cubicBezTo>
                  <a:lnTo>
                    <a:pt x="31" y="215"/>
                  </a:lnTo>
                  <a:lnTo>
                    <a:pt x="51" y="217"/>
                  </a:lnTo>
                  <a:cubicBezTo>
                    <a:pt x="73" y="217"/>
                    <a:pt x="92" y="199"/>
                    <a:pt x="116" y="158"/>
                  </a:cubicBezTo>
                  <a:cubicBezTo>
                    <a:pt x="135" y="127"/>
                    <a:pt x="155" y="111"/>
                    <a:pt x="175" y="111"/>
                  </a:cubicBezTo>
                  <a:lnTo>
                    <a:pt x="177" y="111"/>
                  </a:lnTo>
                  <a:cubicBezTo>
                    <a:pt x="198" y="111"/>
                    <a:pt x="260" y="130"/>
                    <a:pt x="359" y="306"/>
                  </a:cubicBezTo>
                  <a:cubicBezTo>
                    <a:pt x="373" y="329"/>
                    <a:pt x="386" y="354"/>
                    <a:pt x="407" y="354"/>
                  </a:cubicBezTo>
                  <a:cubicBezTo>
                    <a:pt x="412" y="354"/>
                    <a:pt x="416" y="353"/>
                    <a:pt x="422" y="351"/>
                  </a:cubicBezTo>
                  <a:cubicBezTo>
                    <a:pt x="453" y="337"/>
                    <a:pt x="440" y="304"/>
                    <a:pt x="431" y="281"/>
                  </a:cubicBezTo>
                  <a:cubicBezTo>
                    <a:pt x="396" y="187"/>
                    <a:pt x="314" y="76"/>
                    <a:pt x="246" y="33"/>
                  </a:cubicBezTo>
                  <a:cubicBezTo>
                    <a:pt x="212" y="11"/>
                    <a:pt x="181" y="0"/>
                    <a:pt x="1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6" name="Google Shape;336;p28">
              <a:extLst>
                <a:ext uri="{FF2B5EF4-FFF2-40B4-BE49-F238E27FC236}">
                  <a16:creationId xmlns:a16="http://schemas.microsoft.com/office/drawing/2014/main" id="{595CC690-9EF7-0AB8-063E-50FC0529C380}"/>
                </a:ext>
              </a:extLst>
            </p:cNvPr>
            <p:cNvSpPr/>
            <p:nvPr/>
          </p:nvSpPr>
          <p:spPr>
            <a:xfrm>
              <a:off x="7975797" y="3283928"/>
              <a:ext cx="167173" cy="361704"/>
            </a:xfrm>
            <a:custGeom>
              <a:avLst/>
              <a:gdLst/>
              <a:ahLst/>
              <a:cxnLst/>
              <a:rect l="l" t="t" r="r" b="b"/>
              <a:pathLst>
                <a:path w="1344" h="2908" extrusionOk="0">
                  <a:moveTo>
                    <a:pt x="262" y="1"/>
                  </a:moveTo>
                  <a:cubicBezTo>
                    <a:pt x="235" y="1"/>
                    <a:pt x="208" y="34"/>
                    <a:pt x="185" y="62"/>
                  </a:cubicBezTo>
                  <a:cubicBezTo>
                    <a:pt x="1" y="284"/>
                    <a:pt x="55" y="749"/>
                    <a:pt x="102" y="1160"/>
                  </a:cubicBezTo>
                  <a:cubicBezTo>
                    <a:pt x="114" y="1258"/>
                    <a:pt x="125" y="1352"/>
                    <a:pt x="132" y="1440"/>
                  </a:cubicBezTo>
                  <a:cubicBezTo>
                    <a:pt x="164" y="1823"/>
                    <a:pt x="213" y="2169"/>
                    <a:pt x="491" y="2527"/>
                  </a:cubicBezTo>
                  <a:cubicBezTo>
                    <a:pt x="638" y="2717"/>
                    <a:pt x="858" y="2907"/>
                    <a:pt x="1052" y="2907"/>
                  </a:cubicBezTo>
                  <a:cubicBezTo>
                    <a:pt x="1094" y="2907"/>
                    <a:pt x="1135" y="2898"/>
                    <a:pt x="1173" y="2878"/>
                  </a:cubicBezTo>
                  <a:cubicBezTo>
                    <a:pt x="1257" y="2834"/>
                    <a:pt x="1311" y="2741"/>
                    <a:pt x="1329" y="2606"/>
                  </a:cubicBezTo>
                  <a:cubicBezTo>
                    <a:pt x="1332" y="2577"/>
                    <a:pt x="1343" y="2491"/>
                    <a:pt x="1291" y="2481"/>
                  </a:cubicBezTo>
                  <a:cubicBezTo>
                    <a:pt x="1289" y="2480"/>
                    <a:pt x="1286" y="2480"/>
                    <a:pt x="1284" y="2480"/>
                  </a:cubicBezTo>
                  <a:cubicBezTo>
                    <a:pt x="1261" y="2480"/>
                    <a:pt x="1230" y="2499"/>
                    <a:pt x="1208" y="2582"/>
                  </a:cubicBezTo>
                  <a:cubicBezTo>
                    <a:pt x="1184" y="2671"/>
                    <a:pt x="1142" y="2731"/>
                    <a:pt x="1083" y="2755"/>
                  </a:cubicBezTo>
                  <a:cubicBezTo>
                    <a:pt x="1063" y="2764"/>
                    <a:pt x="1040" y="2768"/>
                    <a:pt x="1016" y="2768"/>
                  </a:cubicBezTo>
                  <a:cubicBezTo>
                    <a:pt x="972" y="2768"/>
                    <a:pt x="922" y="2754"/>
                    <a:pt x="868" y="2725"/>
                  </a:cubicBezTo>
                  <a:cubicBezTo>
                    <a:pt x="616" y="2589"/>
                    <a:pt x="361" y="2213"/>
                    <a:pt x="288" y="1868"/>
                  </a:cubicBezTo>
                  <a:cubicBezTo>
                    <a:pt x="232" y="1604"/>
                    <a:pt x="212" y="1334"/>
                    <a:pt x="191" y="1073"/>
                  </a:cubicBezTo>
                  <a:lnTo>
                    <a:pt x="186" y="996"/>
                  </a:lnTo>
                  <a:cubicBezTo>
                    <a:pt x="168" y="772"/>
                    <a:pt x="132" y="305"/>
                    <a:pt x="273" y="106"/>
                  </a:cubicBezTo>
                  <a:cubicBezTo>
                    <a:pt x="275" y="102"/>
                    <a:pt x="321" y="37"/>
                    <a:pt x="284" y="9"/>
                  </a:cubicBezTo>
                  <a:cubicBezTo>
                    <a:pt x="276" y="3"/>
                    <a:pt x="269" y="1"/>
                    <a:pt x="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7" name="Google Shape;337;p28">
              <a:extLst>
                <a:ext uri="{FF2B5EF4-FFF2-40B4-BE49-F238E27FC236}">
                  <a16:creationId xmlns:a16="http://schemas.microsoft.com/office/drawing/2014/main" id="{8769E4D8-DF03-6DDA-6DF1-6990A93AB019}"/>
                </a:ext>
              </a:extLst>
            </p:cNvPr>
            <p:cNvSpPr/>
            <p:nvPr/>
          </p:nvSpPr>
          <p:spPr>
            <a:xfrm>
              <a:off x="7960871" y="3377090"/>
              <a:ext cx="32216" cy="157717"/>
            </a:xfrm>
            <a:custGeom>
              <a:avLst/>
              <a:gdLst/>
              <a:ahLst/>
              <a:cxnLst/>
              <a:rect l="l" t="t" r="r" b="b"/>
              <a:pathLst>
                <a:path w="259" h="1268" extrusionOk="0">
                  <a:moveTo>
                    <a:pt x="68" y="1"/>
                  </a:moveTo>
                  <a:cubicBezTo>
                    <a:pt x="51" y="2"/>
                    <a:pt x="25" y="9"/>
                    <a:pt x="21" y="64"/>
                  </a:cubicBezTo>
                  <a:cubicBezTo>
                    <a:pt x="1" y="362"/>
                    <a:pt x="46" y="871"/>
                    <a:pt x="171" y="1229"/>
                  </a:cubicBezTo>
                  <a:cubicBezTo>
                    <a:pt x="181" y="1261"/>
                    <a:pt x="199" y="1268"/>
                    <a:pt x="211" y="1268"/>
                  </a:cubicBezTo>
                  <a:cubicBezTo>
                    <a:pt x="216" y="1268"/>
                    <a:pt x="219" y="1266"/>
                    <a:pt x="221" y="1266"/>
                  </a:cubicBezTo>
                  <a:cubicBezTo>
                    <a:pt x="234" y="1262"/>
                    <a:pt x="258" y="1248"/>
                    <a:pt x="244" y="1192"/>
                  </a:cubicBezTo>
                  <a:cubicBezTo>
                    <a:pt x="203" y="1036"/>
                    <a:pt x="194" y="923"/>
                    <a:pt x="185" y="815"/>
                  </a:cubicBezTo>
                  <a:cubicBezTo>
                    <a:pt x="181" y="751"/>
                    <a:pt x="175" y="690"/>
                    <a:pt x="165" y="623"/>
                  </a:cubicBezTo>
                  <a:cubicBezTo>
                    <a:pt x="128" y="401"/>
                    <a:pt x="122" y="236"/>
                    <a:pt x="122" y="93"/>
                  </a:cubicBezTo>
                  <a:cubicBezTo>
                    <a:pt x="122" y="49"/>
                    <a:pt x="103" y="2"/>
                    <a:pt x="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8" name="Google Shape;338;p28">
              <a:extLst>
                <a:ext uri="{FF2B5EF4-FFF2-40B4-BE49-F238E27FC236}">
                  <a16:creationId xmlns:a16="http://schemas.microsoft.com/office/drawing/2014/main" id="{169A5329-33F0-D0C7-AE66-5DFDADBCC402}"/>
                </a:ext>
              </a:extLst>
            </p:cNvPr>
            <p:cNvSpPr/>
            <p:nvPr/>
          </p:nvSpPr>
          <p:spPr>
            <a:xfrm>
              <a:off x="7975424" y="3230692"/>
              <a:ext cx="157471" cy="296403"/>
            </a:xfrm>
            <a:custGeom>
              <a:avLst/>
              <a:gdLst/>
              <a:ahLst/>
              <a:cxnLst/>
              <a:rect l="l" t="t" r="r" b="b"/>
              <a:pathLst>
                <a:path w="1266" h="2383" extrusionOk="0">
                  <a:moveTo>
                    <a:pt x="350" y="0"/>
                  </a:moveTo>
                  <a:cubicBezTo>
                    <a:pt x="181" y="0"/>
                    <a:pt x="49" y="169"/>
                    <a:pt x="7" y="437"/>
                  </a:cubicBezTo>
                  <a:cubicBezTo>
                    <a:pt x="1" y="477"/>
                    <a:pt x="13" y="506"/>
                    <a:pt x="38" y="510"/>
                  </a:cubicBezTo>
                  <a:cubicBezTo>
                    <a:pt x="40" y="510"/>
                    <a:pt x="42" y="511"/>
                    <a:pt x="45" y="511"/>
                  </a:cubicBezTo>
                  <a:cubicBezTo>
                    <a:pt x="58" y="511"/>
                    <a:pt x="77" y="504"/>
                    <a:pt x="85" y="467"/>
                  </a:cubicBezTo>
                  <a:cubicBezTo>
                    <a:pt x="126" y="288"/>
                    <a:pt x="200" y="174"/>
                    <a:pt x="306" y="129"/>
                  </a:cubicBezTo>
                  <a:cubicBezTo>
                    <a:pt x="320" y="124"/>
                    <a:pt x="334" y="121"/>
                    <a:pt x="349" y="121"/>
                  </a:cubicBezTo>
                  <a:cubicBezTo>
                    <a:pt x="420" y="121"/>
                    <a:pt x="498" y="185"/>
                    <a:pt x="554" y="296"/>
                  </a:cubicBezTo>
                  <a:cubicBezTo>
                    <a:pt x="615" y="419"/>
                    <a:pt x="659" y="560"/>
                    <a:pt x="688" y="726"/>
                  </a:cubicBezTo>
                  <a:cubicBezTo>
                    <a:pt x="691" y="747"/>
                    <a:pt x="838" y="1458"/>
                    <a:pt x="869" y="1585"/>
                  </a:cubicBezTo>
                  <a:cubicBezTo>
                    <a:pt x="934" y="1865"/>
                    <a:pt x="1068" y="2153"/>
                    <a:pt x="1168" y="2345"/>
                  </a:cubicBezTo>
                  <a:cubicBezTo>
                    <a:pt x="1184" y="2375"/>
                    <a:pt x="1201" y="2383"/>
                    <a:pt x="1213" y="2383"/>
                  </a:cubicBezTo>
                  <a:cubicBezTo>
                    <a:pt x="1220" y="2383"/>
                    <a:pt x="1225" y="2380"/>
                    <a:pt x="1229" y="2378"/>
                  </a:cubicBezTo>
                  <a:cubicBezTo>
                    <a:pt x="1242" y="2374"/>
                    <a:pt x="1265" y="2355"/>
                    <a:pt x="1240" y="2293"/>
                  </a:cubicBezTo>
                  <a:cubicBezTo>
                    <a:pt x="1208" y="2210"/>
                    <a:pt x="1174" y="2136"/>
                    <a:pt x="1142" y="2065"/>
                  </a:cubicBezTo>
                  <a:cubicBezTo>
                    <a:pt x="1043" y="1843"/>
                    <a:pt x="959" y="1652"/>
                    <a:pt x="913" y="1329"/>
                  </a:cubicBezTo>
                  <a:cubicBezTo>
                    <a:pt x="896" y="1204"/>
                    <a:pt x="794" y="730"/>
                    <a:pt x="773" y="636"/>
                  </a:cubicBezTo>
                  <a:cubicBezTo>
                    <a:pt x="762" y="585"/>
                    <a:pt x="707" y="394"/>
                    <a:pt x="665" y="304"/>
                  </a:cubicBezTo>
                  <a:cubicBezTo>
                    <a:pt x="601" y="168"/>
                    <a:pt x="508" y="11"/>
                    <a:pt x="370" y="1"/>
                  </a:cubicBezTo>
                  <a:cubicBezTo>
                    <a:pt x="363" y="1"/>
                    <a:pt x="357" y="0"/>
                    <a:pt x="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9" name="Google Shape;339;p28">
              <a:extLst>
                <a:ext uri="{FF2B5EF4-FFF2-40B4-BE49-F238E27FC236}">
                  <a16:creationId xmlns:a16="http://schemas.microsoft.com/office/drawing/2014/main" id="{2A4BE122-BBAC-5783-78E6-B0DC6909B335}"/>
                </a:ext>
              </a:extLst>
            </p:cNvPr>
            <p:cNvSpPr/>
            <p:nvPr/>
          </p:nvSpPr>
          <p:spPr>
            <a:xfrm>
              <a:off x="8047069" y="3237782"/>
              <a:ext cx="119907" cy="434966"/>
            </a:xfrm>
            <a:custGeom>
              <a:avLst/>
              <a:gdLst/>
              <a:ahLst/>
              <a:cxnLst/>
              <a:rect l="l" t="t" r="r" b="b"/>
              <a:pathLst>
                <a:path w="964" h="3497" extrusionOk="0">
                  <a:moveTo>
                    <a:pt x="54" y="1"/>
                  </a:moveTo>
                  <a:cubicBezTo>
                    <a:pt x="48" y="1"/>
                    <a:pt x="42" y="3"/>
                    <a:pt x="36" y="6"/>
                  </a:cubicBezTo>
                  <a:cubicBezTo>
                    <a:pt x="0" y="26"/>
                    <a:pt x="26" y="75"/>
                    <a:pt x="47" y="113"/>
                  </a:cubicBezTo>
                  <a:cubicBezTo>
                    <a:pt x="315" y="614"/>
                    <a:pt x="537" y="1251"/>
                    <a:pt x="641" y="1820"/>
                  </a:cubicBezTo>
                  <a:cubicBezTo>
                    <a:pt x="676" y="2011"/>
                    <a:pt x="702" y="2209"/>
                    <a:pt x="726" y="2399"/>
                  </a:cubicBezTo>
                  <a:cubicBezTo>
                    <a:pt x="736" y="2478"/>
                    <a:pt x="748" y="2557"/>
                    <a:pt x="758" y="2635"/>
                  </a:cubicBezTo>
                  <a:cubicBezTo>
                    <a:pt x="821" y="3080"/>
                    <a:pt x="774" y="3313"/>
                    <a:pt x="601" y="3413"/>
                  </a:cubicBezTo>
                  <a:cubicBezTo>
                    <a:pt x="586" y="3422"/>
                    <a:pt x="579" y="3440"/>
                    <a:pt x="584" y="3460"/>
                  </a:cubicBezTo>
                  <a:cubicBezTo>
                    <a:pt x="589" y="3478"/>
                    <a:pt x="605" y="3497"/>
                    <a:pt x="627" y="3497"/>
                  </a:cubicBezTo>
                  <a:cubicBezTo>
                    <a:pt x="702" y="3495"/>
                    <a:pt x="761" y="3467"/>
                    <a:pt x="806" y="3415"/>
                  </a:cubicBezTo>
                  <a:cubicBezTo>
                    <a:pt x="964" y="3229"/>
                    <a:pt x="895" y="2758"/>
                    <a:pt x="841" y="2380"/>
                  </a:cubicBezTo>
                  <a:cubicBezTo>
                    <a:pt x="829" y="2299"/>
                    <a:pt x="818" y="2223"/>
                    <a:pt x="810" y="2156"/>
                  </a:cubicBezTo>
                  <a:cubicBezTo>
                    <a:pt x="729" y="1455"/>
                    <a:pt x="445" y="595"/>
                    <a:pt x="122" y="62"/>
                  </a:cubicBezTo>
                  <a:cubicBezTo>
                    <a:pt x="103" y="33"/>
                    <a:pt x="80" y="1"/>
                    <a:pt x="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0" name="Google Shape;340;p28">
              <a:extLst>
                <a:ext uri="{FF2B5EF4-FFF2-40B4-BE49-F238E27FC236}">
                  <a16:creationId xmlns:a16="http://schemas.microsoft.com/office/drawing/2014/main" id="{8211C67C-57DC-09B2-C4DA-0BBE170C6B08}"/>
                </a:ext>
              </a:extLst>
            </p:cNvPr>
            <p:cNvSpPr/>
            <p:nvPr/>
          </p:nvSpPr>
          <p:spPr>
            <a:xfrm>
              <a:off x="7978534" y="3549609"/>
              <a:ext cx="197897" cy="151498"/>
            </a:xfrm>
            <a:custGeom>
              <a:avLst/>
              <a:gdLst/>
              <a:ahLst/>
              <a:cxnLst/>
              <a:rect l="l" t="t" r="r" b="b"/>
              <a:pathLst>
                <a:path w="1591" h="1218" extrusionOk="0">
                  <a:moveTo>
                    <a:pt x="73" y="1"/>
                  </a:moveTo>
                  <a:cubicBezTo>
                    <a:pt x="66" y="1"/>
                    <a:pt x="60" y="5"/>
                    <a:pt x="53" y="10"/>
                  </a:cubicBezTo>
                  <a:cubicBezTo>
                    <a:pt x="32" y="26"/>
                    <a:pt x="0" y="48"/>
                    <a:pt x="316" y="485"/>
                  </a:cubicBezTo>
                  <a:cubicBezTo>
                    <a:pt x="572" y="842"/>
                    <a:pt x="949" y="1217"/>
                    <a:pt x="1249" y="1217"/>
                  </a:cubicBezTo>
                  <a:cubicBezTo>
                    <a:pt x="1256" y="1217"/>
                    <a:pt x="1264" y="1217"/>
                    <a:pt x="1271" y="1216"/>
                  </a:cubicBezTo>
                  <a:cubicBezTo>
                    <a:pt x="1339" y="1213"/>
                    <a:pt x="1402" y="1177"/>
                    <a:pt x="1453" y="1114"/>
                  </a:cubicBezTo>
                  <a:cubicBezTo>
                    <a:pt x="1551" y="994"/>
                    <a:pt x="1590" y="796"/>
                    <a:pt x="1560" y="584"/>
                  </a:cubicBezTo>
                  <a:cubicBezTo>
                    <a:pt x="1555" y="552"/>
                    <a:pt x="1535" y="537"/>
                    <a:pt x="1518" y="537"/>
                  </a:cubicBezTo>
                  <a:cubicBezTo>
                    <a:pt x="1516" y="537"/>
                    <a:pt x="1514" y="537"/>
                    <a:pt x="1513" y="537"/>
                  </a:cubicBezTo>
                  <a:cubicBezTo>
                    <a:pt x="1495" y="538"/>
                    <a:pt x="1477" y="554"/>
                    <a:pt x="1478" y="586"/>
                  </a:cubicBezTo>
                  <a:cubicBezTo>
                    <a:pt x="1485" y="840"/>
                    <a:pt x="1427" y="1009"/>
                    <a:pt x="1316" y="1061"/>
                  </a:cubicBezTo>
                  <a:cubicBezTo>
                    <a:pt x="1291" y="1072"/>
                    <a:pt x="1264" y="1078"/>
                    <a:pt x="1235" y="1078"/>
                  </a:cubicBezTo>
                  <a:cubicBezTo>
                    <a:pt x="1141" y="1078"/>
                    <a:pt x="1024" y="1020"/>
                    <a:pt x="897" y="909"/>
                  </a:cubicBezTo>
                  <a:cubicBezTo>
                    <a:pt x="664" y="705"/>
                    <a:pt x="456" y="479"/>
                    <a:pt x="263" y="216"/>
                  </a:cubicBezTo>
                  <a:cubicBezTo>
                    <a:pt x="134" y="40"/>
                    <a:pt x="96" y="1"/>
                    <a:pt x="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1" name="Google Shape;341;p28">
              <a:extLst>
                <a:ext uri="{FF2B5EF4-FFF2-40B4-BE49-F238E27FC236}">
                  <a16:creationId xmlns:a16="http://schemas.microsoft.com/office/drawing/2014/main" id="{9C6C2753-4661-665F-EED1-86C26929207F}"/>
                </a:ext>
              </a:extLst>
            </p:cNvPr>
            <p:cNvSpPr/>
            <p:nvPr/>
          </p:nvSpPr>
          <p:spPr>
            <a:xfrm>
              <a:off x="7932263" y="3204074"/>
              <a:ext cx="105603" cy="213938"/>
            </a:xfrm>
            <a:custGeom>
              <a:avLst/>
              <a:gdLst/>
              <a:ahLst/>
              <a:cxnLst/>
              <a:rect l="l" t="t" r="r" b="b"/>
              <a:pathLst>
                <a:path w="849" h="1720" extrusionOk="0">
                  <a:moveTo>
                    <a:pt x="570" y="0"/>
                  </a:moveTo>
                  <a:cubicBezTo>
                    <a:pt x="520" y="0"/>
                    <a:pt x="474" y="13"/>
                    <a:pt x="430" y="37"/>
                  </a:cubicBezTo>
                  <a:cubicBezTo>
                    <a:pt x="1" y="280"/>
                    <a:pt x="62" y="1602"/>
                    <a:pt x="65" y="1659"/>
                  </a:cubicBezTo>
                  <a:cubicBezTo>
                    <a:pt x="66" y="1691"/>
                    <a:pt x="90" y="1718"/>
                    <a:pt x="117" y="1719"/>
                  </a:cubicBezTo>
                  <a:lnTo>
                    <a:pt x="118" y="1719"/>
                  </a:lnTo>
                  <a:cubicBezTo>
                    <a:pt x="136" y="1719"/>
                    <a:pt x="156" y="1706"/>
                    <a:pt x="160" y="1678"/>
                  </a:cubicBezTo>
                  <a:cubicBezTo>
                    <a:pt x="169" y="1581"/>
                    <a:pt x="174" y="1474"/>
                    <a:pt x="181" y="1363"/>
                  </a:cubicBezTo>
                  <a:cubicBezTo>
                    <a:pt x="209" y="908"/>
                    <a:pt x="243" y="341"/>
                    <a:pt x="483" y="182"/>
                  </a:cubicBezTo>
                  <a:cubicBezTo>
                    <a:pt x="528" y="152"/>
                    <a:pt x="580" y="137"/>
                    <a:pt x="638" y="137"/>
                  </a:cubicBezTo>
                  <a:cubicBezTo>
                    <a:pt x="686" y="137"/>
                    <a:pt x="738" y="147"/>
                    <a:pt x="796" y="168"/>
                  </a:cubicBezTo>
                  <a:lnTo>
                    <a:pt x="826" y="176"/>
                  </a:lnTo>
                  <a:lnTo>
                    <a:pt x="840" y="150"/>
                  </a:lnTo>
                  <a:cubicBezTo>
                    <a:pt x="849" y="132"/>
                    <a:pt x="841" y="104"/>
                    <a:pt x="823" y="91"/>
                  </a:cubicBezTo>
                  <a:cubicBezTo>
                    <a:pt x="732" y="31"/>
                    <a:pt x="647" y="0"/>
                    <a:pt x="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2" name="Google Shape;342;p28">
              <a:extLst>
                <a:ext uri="{FF2B5EF4-FFF2-40B4-BE49-F238E27FC236}">
                  <a16:creationId xmlns:a16="http://schemas.microsoft.com/office/drawing/2014/main" id="{951F8B20-AA4D-C64D-6F0D-FBE7A634B4FC}"/>
                </a:ext>
              </a:extLst>
            </p:cNvPr>
            <p:cNvSpPr/>
            <p:nvPr/>
          </p:nvSpPr>
          <p:spPr>
            <a:xfrm>
              <a:off x="7975175" y="3183675"/>
              <a:ext cx="215559" cy="449145"/>
            </a:xfrm>
            <a:custGeom>
              <a:avLst/>
              <a:gdLst/>
              <a:ahLst/>
              <a:cxnLst/>
              <a:rect l="l" t="t" r="r" b="b"/>
              <a:pathLst>
                <a:path w="1733" h="3611" extrusionOk="0">
                  <a:moveTo>
                    <a:pt x="229" y="0"/>
                  </a:moveTo>
                  <a:cubicBezTo>
                    <a:pt x="162" y="0"/>
                    <a:pt x="99" y="18"/>
                    <a:pt x="40" y="52"/>
                  </a:cubicBezTo>
                  <a:cubicBezTo>
                    <a:pt x="13" y="68"/>
                    <a:pt x="0" y="101"/>
                    <a:pt x="13" y="125"/>
                  </a:cubicBezTo>
                  <a:cubicBezTo>
                    <a:pt x="14" y="129"/>
                    <a:pt x="26" y="147"/>
                    <a:pt x="52" y="147"/>
                  </a:cubicBezTo>
                  <a:cubicBezTo>
                    <a:pt x="61" y="147"/>
                    <a:pt x="71" y="145"/>
                    <a:pt x="83" y="140"/>
                  </a:cubicBezTo>
                  <a:cubicBezTo>
                    <a:pt x="124" y="123"/>
                    <a:pt x="168" y="114"/>
                    <a:pt x="212" y="114"/>
                  </a:cubicBezTo>
                  <a:cubicBezTo>
                    <a:pt x="269" y="114"/>
                    <a:pt x="327" y="128"/>
                    <a:pt x="387" y="155"/>
                  </a:cubicBezTo>
                  <a:cubicBezTo>
                    <a:pt x="750" y="325"/>
                    <a:pt x="1101" y="970"/>
                    <a:pt x="1271" y="1499"/>
                  </a:cubicBezTo>
                  <a:cubicBezTo>
                    <a:pt x="1475" y="2135"/>
                    <a:pt x="1605" y="2889"/>
                    <a:pt x="1616" y="3516"/>
                  </a:cubicBezTo>
                  <a:cubicBezTo>
                    <a:pt x="1617" y="3570"/>
                    <a:pt x="1646" y="3611"/>
                    <a:pt x="1680" y="3611"/>
                  </a:cubicBezTo>
                  <a:cubicBezTo>
                    <a:pt x="1696" y="3611"/>
                    <a:pt x="1732" y="3602"/>
                    <a:pt x="1732" y="3529"/>
                  </a:cubicBezTo>
                  <a:cubicBezTo>
                    <a:pt x="1728" y="2891"/>
                    <a:pt x="1589" y="1852"/>
                    <a:pt x="1212" y="1021"/>
                  </a:cubicBezTo>
                  <a:cubicBezTo>
                    <a:pt x="1034" y="627"/>
                    <a:pt x="703" y="129"/>
                    <a:pt x="357" y="21"/>
                  </a:cubicBezTo>
                  <a:cubicBezTo>
                    <a:pt x="313" y="7"/>
                    <a:pt x="270" y="0"/>
                    <a:pt x="2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3" name="Google Shape;343;p28">
              <a:extLst>
                <a:ext uri="{FF2B5EF4-FFF2-40B4-BE49-F238E27FC236}">
                  <a16:creationId xmlns:a16="http://schemas.microsoft.com/office/drawing/2014/main" id="{65312462-4D14-0C5A-7E39-EF58A0C14123}"/>
                </a:ext>
              </a:extLst>
            </p:cNvPr>
            <p:cNvSpPr/>
            <p:nvPr/>
          </p:nvSpPr>
          <p:spPr>
            <a:xfrm>
              <a:off x="7936492" y="3429207"/>
              <a:ext cx="228122" cy="299016"/>
            </a:xfrm>
            <a:custGeom>
              <a:avLst/>
              <a:gdLst/>
              <a:ahLst/>
              <a:cxnLst/>
              <a:rect l="l" t="t" r="r" b="b"/>
              <a:pathLst>
                <a:path w="1834" h="2404" extrusionOk="0">
                  <a:moveTo>
                    <a:pt x="102" y="1"/>
                  </a:moveTo>
                  <a:lnTo>
                    <a:pt x="40" y="4"/>
                  </a:lnTo>
                  <a:lnTo>
                    <a:pt x="38" y="33"/>
                  </a:lnTo>
                  <a:cubicBezTo>
                    <a:pt x="1" y="423"/>
                    <a:pt x="83" y="790"/>
                    <a:pt x="298" y="1190"/>
                  </a:cubicBezTo>
                  <a:cubicBezTo>
                    <a:pt x="612" y="1773"/>
                    <a:pt x="851" y="1993"/>
                    <a:pt x="953" y="2087"/>
                  </a:cubicBezTo>
                  <a:cubicBezTo>
                    <a:pt x="1176" y="2293"/>
                    <a:pt x="1404" y="2404"/>
                    <a:pt x="1589" y="2404"/>
                  </a:cubicBezTo>
                  <a:cubicBezTo>
                    <a:pt x="1665" y="2404"/>
                    <a:pt x="1732" y="2386"/>
                    <a:pt x="1791" y="2348"/>
                  </a:cubicBezTo>
                  <a:cubicBezTo>
                    <a:pt x="1811" y="2336"/>
                    <a:pt x="1834" y="2302"/>
                    <a:pt x="1823" y="2273"/>
                  </a:cubicBezTo>
                  <a:cubicBezTo>
                    <a:pt x="1819" y="2263"/>
                    <a:pt x="1807" y="2243"/>
                    <a:pt x="1774" y="2243"/>
                  </a:cubicBezTo>
                  <a:cubicBezTo>
                    <a:pt x="1768" y="2243"/>
                    <a:pt x="1762" y="2244"/>
                    <a:pt x="1755" y="2245"/>
                  </a:cubicBezTo>
                  <a:lnTo>
                    <a:pt x="1721" y="2251"/>
                  </a:lnTo>
                  <a:cubicBezTo>
                    <a:pt x="1658" y="2261"/>
                    <a:pt x="1604" y="2271"/>
                    <a:pt x="1548" y="2271"/>
                  </a:cubicBezTo>
                  <a:cubicBezTo>
                    <a:pt x="1427" y="2271"/>
                    <a:pt x="1303" y="2226"/>
                    <a:pt x="1087" y="2052"/>
                  </a:cubicBezTo>
                  <a:cubicBezTo>
                    <a:pt x="874" y="1881"/>
                    <a:pt x="669" y="1612"/>
                    <a:pt x="440" y="1206"/>
                  </a:cubicBezTo>
                  <a:cubicBezTo>
                    <a:pt x="198" y="778"/>
                    <a:pt x="150" y="451"/>
                    <a:pt x="109" y="36"/>
                  </a:cubicBezTo>
                  <a:lnTo>
                    <a:pt x="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4" name="Google Shape;344;p28">
              <a:extLst>
                <a:ext uri="{FF2B5EF4-FFF2-40B4-BE49-F238E27FC236}">
                  <a16:creationId xmlns:a16="http://schemas.microsoft.com/office/drawing/2014/main" id="{984653DB-D3B1-150C-4467-CDCA308699F7}"/>
                </a:ext>
              </a:extLst>
            </p:cNvPr>
            <p:cNvSpPr/>
            <p:nvPr/>
          </p:nvSpPr>
          <p:spPr>
            <a:xfrm>
              <a:off x="7909750" y="3215517"/>
              <a:ext cx="281483" cy="559846"/>
            </a:xfrm>
            <a:custGeom>
              <a:avLst/>
              <a:gdLst/>
              <a:ahLst/>
              <a:cxnLst/>
              <a:rect l="l" t="t" r="r" b="b"/>
              <a:pathLst>
                <a:path w="2263" h="4501" extrusionOk="0">
                  <a:moveTo>
                    <a:pt x="352" y="0"/>
                  </a:moveTo>
                  <a:lnTo>
                    <a:pt x="336" y="25"/>
                  </a:lnTo>
                  <a:cubicBezTo>
                    <a:pt x="113" y="354"/>
                    <a:pt x="0" y="961"/>
                    <a:pt x="34" y="1649"/>
                  </a:cubicBezTo>
                  <a:cubicBezTo>
                    <a:pt x="66" y="2321"/>
                    <a:pt x="217" y="2892"/>
                    <a:pt x="494" y="3393"/>
                  </a:cubicBezTo>
                  <a:cubicBezTo>
                    <a:pt x="610" y="3604"/>
                    <a:pt x="762" y="3801"/>
                    <a:pt x="909" y="3991"/>
                  </a:cubicBezTo>
                  <a:cubicBezTo>
                    <a:pt x="941" y="4032"/>
                    <a:pt x="971" y="4071"/>
                    <a:pt x="1000" y="4109"/>
                  </a:cubicBezTo>
                  <a:cubicBezTo>
                    <a:pt x="1143" y="4297"/>
                    <a:pt x="1307" y="4419"/>
                    <a:pt x="1486" y="4472"/>
                  </a:cubicBezTo>
                  <a:cubicBezTo>
                    <a:pt x="1549" y="4490"/>
                    <a:pt x="1611" y="4500"/>
                    <a:pt x="1670" y="4500"/>
                  </a:cubicBezTo>
                  <a:cubicBezTo>
                    <a:pt x="1765" y="4500"/>
                    <a:pt x="1855" y="4476"/>
                    <a:pt x="1934" y="4430"/>
                  </a:cubicBezTo>
                  <a:cubicBezTo>
                    <a:pt x="2087" y="4342"/>
                    <a:pt x="2197" y="4178"/>
                    <a:pt x="2251" y="3955"/>
                  </a:cubicBezTo>
                  <a:cubicBezTo>
                    <a:pt x="2263" y="3911"/>
                    <a:pt x="2263" y="3842"/>
                    <a:pt x="2221" y="3830"/>
                  </a:cubicBezTo>
                  <a:cubicBezTo>
                    <a:pt x="2217" y="3829"/>
                    <a:pt x="2213" y="3828"/>
                    <a:pt x="2209" y="3828"/>
                  </a:cubicBezTo>
                  <a:cubicBezTo>
                    <a:pt x="2174" y="3828"/>
                    <a:pt x="2159" y="3878"/>
                    <a:pt x="2154" y="3895"/>
                  </a:cubicBezTo>
                  <a:cubicBezTo>
                    <a:pt x="2090" y="4098"/>
                    <a:pt x="1995" y="4234"/>
                    <a:pt x="1869" y="4301"/>
                  </a:cubicBezTo>
                  <a:cubicBezTo>
                    <a:pt x="1811" y="4331"/>
                    <a:pt x="1747" y="4346"/>
                    <a:pt x="1677" y="4346"/>
                  </a:cubicBezTo>
                  <a:cubicBezTo>
                    <a:pt x="1618" y="4346"/>
                    <a:pt x="1554" y="4335"/>
                    <a:pt x="1487" y="4313"/>
                  </a:cubicBezTo>
                  <a:cubicBezTo>
                    <a:pt x="1271" y="4244"/>
                    <a:pt x="1127" y="4051"/>
                    <a:pt x="959" y="3828"/>
                  </a:cubicBezTo>
                  <a:cubicBezTo>
                    <a:pt x="931" y="3792"/>
                    <a:pt x="904" y="3755"/>
                    <a:pt x="874" y="3716"/>
                  </a:cubicBezTo>
                  <a:cubicBezTo>
                    <a:pt x="698" y="3487"/>
                    <a:pt x="553" y="3288"/>
                    <a:pt x="445" y="3004"/>
                  </a:cubicBezTo>
                  <a:cubicBezTo>
                    <a:pt x="264" y="2528"/>
                    <a:pt x="173" y="2050"/>
                    <a:pt x="156" y="1496"/>
                  </a:cubicBezTo>
                  <a:cubicBezTo>
                    <a:pt x="140" y="971"/>
                    <a:pt x="231" y="438"/>
                    <a:pt x="401" y="71"/>
                  </a:cubicBezTo>
                  <a:cubicBezTo>
                    <a:pt x="413" y="50"/>
                    <a:pt x="400" y="24"/>
                    <a:pt x="383" y="15"/>
                  </a:cubicBez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5" name="Google Shape;345;p28">
              <a:extLst>
                <a:ext uri="{FF2B5EF4-FFF2-40B4-BE49-F238E27FC236}">
                  <a16:creationId xmlns:a16="http://schemas.microsoft.com/office/drawing/2014/main" id="{20B16E85-940A-DD2B-4F5B-7B48EDF61E95}"/>
                </a:ext>
              </a:extLst>
            </p:cNvPr>
            <p:cNvSpPr/>
            <p:nvPr/>
          </p:nvSpPr>
          <p:spPr>
            <a:xfrm>
              <a:off x="7891217" y="3706083"/>
              <a:ext cx="308226" cy="280109"/>
            </a:xfrm>
            <a:custGeom>
              <a:avLst/>
              <a:gdLst/>
              <a:ahLst/>
              <a:cxnLst/>
              <a:rect l="l" t="t" r="r" b="b"/>
              <a:pathLst>
                <a:path w="2478" h="2252" extrusionOk="0">
                  <a:moveTo>
                    <a:pt x="286" y="0"/>
                  </a:moveTo>
                  <a:cubicBezTo>
                    <a:pt x="119" y="0"/>
                    <a:pt x="1" y="155"/>
                    <a:pt x="1" y="411"/>
                  </a:cubicBezTo>
                  <a:cubicBezTo>
                    <a:pt x="1" y="755"/>
                    <a:pt x="213" y="1160"/>
                    <a:pt x="470" y="1308"/>
                  </a:cubicBezTo>
                  <a:lnTo>
                    <a:pt x="2007" y="2196"/>
                  </a:lnTo>
                  <a:cubicBezTo>
                    <a:pt x="2073" y="2234"/>
                    <a:pt x="2136" y="2252"/>
                    <a:pt x="2193" y="2252"/>
                  </a:cubicBezTo>
                  <a:cubicBezTo>
                    <a:pt x="2360" y="2252"/>
                    <a:pt x="2477" y="2098"/>
                    <a:pt x="2477" y="1841"/>
                  </a:cubicBezTo>
                  <a:cubicBezTo>
                    <a:pt x="2477" y="1496"/>
                    <a:pt x="2265" y="1093"/>
                    <a:pt x="2007" y="943"/>
                  </a:cubicBezTo>
                  <a:lnTo>
                    <a:pt x="470" y="56"/>
                  </a:lnTo>
                  <a:cubicBezTo>
                    <a:pt x="405" y="18"/>
                    <a:pt x="342" y="0"/>
                    <a:pt x="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6" name="Google Shape;346;p28">
              <a:extLst>
                <a:ext uri="{FF2B5EF4-FFF2-40B4-BE49-F238E27FC236}">
                  <a16:creationId xmlns:a16="http://schemas.microsoft.com/office/drawing/2014/main" id="{8EB90BE7-94E2-6551-DD9C-34060A431D21}"/>
                </a:ext>
              </a:extLst>
            </p:cNvPr>
            <p:cNvSpPr/>
            <p:nvPr/>
          </p:nvSpPr>
          <p:spPr>
            <a:xfrm>
              <a:off x="8144460" y="3973257"/>
              <a:ext cx="34703" cy="23881"/>
            </a:xfrm>
            <a:custGeom>
              <a:avLst/>
              <a:gdLst/>
              <a:ahLst/>
              <a:cxnLst/>
              <a:rect l="l" t="t" r="r" b="b"/>
              <a:pathLst>
                <a:path w="279" h="192" extrusionOk="0">
                  <a:moveTo>
                    <a:pt x="1" y="0"/>
                  </a:moveTo>
                  <a:lnTo>
                    <a:pt x="66" y="192"/>
                  </a:lnTo>
                  <a:lnTo>
                    <a:pt x="279" y="70"/>
                  </a:lnTo>
                  <a:lnTo>
                    <a:pt x="1"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7" name="Google Shape;347;p28">
              <a:extLst>
                <a:ext uri="{FF2B5EF4-FFF2-40B4-BE49-F238E27FC236}">
                  <a16:creationId xmlns:a16="http://schemas.microsoft.com/office/drawing/2014/main" id="{E67881F1-0CA7-60EA-3D5D-51900C9BD98C}"/>
                </a:ext>
              </a:extLst>
            </p:cNvPr>
            <p:cNvSpPr/>
            <p:nvPr/>
          </p:nvSpPr>
          <p:spPr>
            <a:xfrm>
              <a:off x="7885247" y="3708943"/>
              <a:ext cx="28733" cy="30101"/>
            </a:xfrm>
            <a:custGeom>
              <a:avLst/>
              <a:gdLst/>
              <a:ahLst/>
              <a:cxnLst/>
              <a:rect l="l" t="t" r="r" b="b"/>
              <a:pathLst>
                <a:path w="231" h="242" extrusionOk="0">
                  <a:moveTo>
                    <a:pt x="230" y="0"/>
                  </a:moveTo>
                  <a:lnTo>
                    <a:pt x="0" y="136"/>
                  </a:lnTo>
                  <a:lnTo>
                    <a:pt x="230" y="241"/>
                  </a:lnTo>
                  <a:lnTo>
                    <a:pt x="230"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8" name="Google Shape;348;p28">
              <a:extLst>
                <a:ext uri="{FF2B5EF4-FFF2-40B4-BE49-F238E27FC236}">
                  <a16:creationId xmlns:a16="http://schemas.microsoft.com/office/drawing/2014/main" id="{C2BCE793-2276-EF6C-8082-A44AE989A99B}"/>
                </a:ext>
              </a:extLst>
            </p:cNvPr>
            <p:cNvSpPr/>
            <p:nvPr/>
          </p:nvSpPr>
          <p:spPr>
            <a:xfrm>
              <a:off x="7866092" y="3721008"/>
              <a:ext cx="308102" cy="280109"/>
            </a:xfrm>
            <a:custGeom>
              <a:avLst/>
              <a:gdLst/>
              <a:ahLst/>
              <a:cxnLst/>
              <a:rect l="l" t="t" r="r" b="b"/>
              <a:pathLst>
                <a:path w="2477" h="2252" extrusionOk="0">
                  <a:moveTo>
                    <a:pt x="284" y="0"/>
                  </a:moveTo>
                  <a:cubicBezTo>
                    <a:pt x="117" y="0"/>
                    <a:pt x="0" y="155"/>
                    <a:pt x="0" y="411"/>
                  </a:cubicBezTo>
                  <a:cubicBezTo>
                    <a:pt x="0" y="756"/>
                    <a:pt x="211" y="1159"/>
                    <a:pt x="470" y="1308"/>
                  </a:cubicBezTo>
                  <a:lnTo>
                    <a:pt x="2007" y="2196"/>
                  </a:lnTo>
                  <a:cubicBezTo>
                    <a:pt x="2072" y="2234"/>
                    <a:pt x="2135" y="2252"/>
                    <a:pt x="2192" y="2252"/>
                  </a:cubicBezTo>
                  <a:cubicBezTo>
                    <a:pt x="2359" y="2252"/>
                    <a:pt x="2476" y="2098"/>
                    <a:pt x="2476" y="1841"/>
                  </a:cubicBezTo>
                  <a:cubicBezTo>
                    <a:pt x="2476" y="1497"/>
                    <a:pt x="2265" y="1093"/>
                    <a:pt x="2007" y="944"/>
                  </a:cubicBezTo>
                  <a:lnTo>
                    <a:pt x="470" y="57"/>
                  </a:lnTo>
                  <a:cubicBezTo>
                    <a:pt x="404" y="18"/>
                    <a:pt x="341" y="0"/>
                    <a:pt x="2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9" name="Google Shape;349;p28">
              <a:extLst>
                <a:ext uri="{FF2B5EF4-FFF2-40B4-BE49-F238E27FC236}">
                  <a16:creationId xmlns:a16="http://schemas.microsoft.com/office/drawing/2014/main" id="{7E4DCB0D-C428-F34F-4CC3-F40D83CA271D}"/>
                </a:ext>
              </a:extLst>
            </p:cNvPr>
            <p:cNvSpPr/>
            <p:nvPr/>
          </p:nvSpPr>
          <p:spPr>
            <a:xfrm>
              <a:off x="7924054" y="3762055"/>
              <a:ext cx="44779" cy="111944"/>
            </a:xfrm>
            <a:custGeom>
              <a:avLst/>
              <a:gdLst/>
              <a:ahLst/>
              <a:cxnLst/>
              <a:rect l="l" t="t" r="r" b="b"/>
              <a:pathLst>
                <a:path w="360" h="900" extrusionOk="0">
                  <a:moveTo>
                    <a:pt x="0" y="0"/>
                  </a:moveTo>
                  <a:lnTo>
                    <a:pt x="0" y="693"/>
                  </a:lnTo>
                  <a:lnTo>
                    <a:pt x="103" y="751"/>
                  </a:lnTo>
                  <a:lnTo>
                    <a:pt x="103" y="463"/>
                  </a:lnTo>
                  <a:lnTo>
                    <a:pt x="258" y="552"/>
                  </a:lnTo>
                  <a:lnTo>
                    <a:pt x="258" y="841"/>
                  </a:lnTo>
                  <a:lnTo>
                    <a:pt x="360" y="900"/>
                  </a:lnTo>
                  <a:lnTo>
                    <a:pt x="360" y="207"/>
                  </a:lnTo>
                  <a:lnTo>
                    <a:pt x="258" y="149"/>
                  </a:lnTo>
                  <a:lnTo>
                    <a:pt x="258" y="415"/>
                  </a:lnTo>
                  <a:lnTo>
                    <a:pt x="103" y="326"/>
                  </a:lnTo>
                  <a:lnTo>
                    <a:pt x="103" y="5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0" name="Google Shape;350;p28">
              <a:extLst>
                <a:ext uri="{FF2B5EF4-FFF2-40B4-BE49-F238E27FC236}">
                  <a16:creationId xmlns:a16="http://schemas.microsoft.com/office/drawing/2014/main" id="{F23E6F82-4A1C-14CB-486D-73E59E5A7A4A}"/>
                </a:ext>
              </a:extLst>
            </p:cNvPr>
            <p:cNvSpPr/>
            <p:nvPr/>
          </p:nvSpPr>
          <p:spPr>
            <a:xfrm>
              <a:off x="7974553" y="3801360"/>
              <a:ext cx="50500" cy="105103"/>
            </a:xfrm>
            <a:custGeom>
              <a:avLst/>
              <a:gdLst/>
              <a:ahLst/>
              <a:cxnLst/>
              <a:rect l="l" t="t" r="r" b="b"/>
              <a:pathLst>
                <a:path w="406" h="845" extrusionOk="0">
                  <a:moveTo>
                    <a:pt x="199" y="151"/>
                  </a:moveTo>
                  <a:lnTo>
                    <a:pt x="201" y="154"/>
                  </a:lnTo>
                  <a:cubicBezTo>
                    <a:pt x="214" y="233"/>
                    <a:pt x="225" y="322"/>
                    <a:pt x="238" y="397"/>
                  </a:cubicBezTo>
                  <a:lnTo>
                    <a:pt x="249" y="468"/>
                  </a:lnTo>
                  <a:lnTo>
                    <a:pt x="249" y="468"/>
                  </a:lnTo>
                  <a:lnTo>
                    <a:pt x="153" y="412"/>
                  </a:lnTo>
                  <a:lnTo>
                    <a:pt x="163" y="354"/>
                  </a:lnTo>
                  <a:cubicBezTo>
                    <a:pt x="175" y="292"/>
                    <a:pt x="188" y="219"/>
                    <a:pt x="199" y="151"/>
                  </a:cubicBezTo>
                  <a:close/>
                  <a:moveTo>
                    <a:pt x="142" y="1"/>
                  </a:moveTo>
                  <a:lnTo>
                    <a:pt x="1" y="611"/>
                  </a:lnTo>
                  <a:lnTo>
                    <a:pt x="104" y="671"/>
                  </a:lnTo>
                  <a:lnTo>
                    <a:pt x="131" y="522"/>
                  </a:lnTo>
                  <a:lnTo>
                    <a:pt x="270" y="602"/>
                  </a:lnTo>
                  <a:lnTo>
                    <a:pt x="297" y="782"/>
                  </a:lnTo>
                  <a:lnTo>
                    <a:pt x="405" y="844"/>
                  </a:lnTo>
                  <a:lnTo>
                    <a:pt x="263" y="70"/>
                  </a:lnTo>
                  <a:lnTo>
                    <a:pt x="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1" name="Google Shape;351;p28">
              <a:extLst>
                <a:ext uri="{FF2B5EF4-FFF2-40B4-BE49-F238E27FC236}">
                  <a16:creationId xmlns:a16="http://schemas.microsoft.com/office/drawing/2014/main" id="{2F108D74-AD79-9151-C428-73F2EEF3FE1F}"/>
                </a:ext>
              </a:extLst>
            </p:cNvPr>
            <p:cNvSpPr/>
            <p:nvPr/>
          </p:nvSpPr>
          <p:spPr>
            <a:xfrm>
              <a:off x="8027167" y="3832455"/>
              <a:ext cx="44157" cy="94531"/>
            </a:xfrm>
            <a:custGeom>
              <a:avLst/>
              <a:gdLst/>
              <a:ahLst/>
              <a:cxnLst/>
              <a:rect l="l" t="t" r="r" b="b"/>
              <a:pathLst>
                <a:path w="355" h="760" extrusionOk="0">
                  <a:moveTo>
                    <a:pt x="139" y="0"/>
                  </a:moveTo>
                  <a:cubicBezTo>
                    <a:pt x="59" y="0"/>
                    <a:pt x="0" y="86"/>
                    <a:pt x="0" y="263"/>
                  </a:cubicBezTo>
                  <a:cubicBezTo>
                    <a:pt x="0" y="496"/>
                    <a:pt x="96" y="673"/>
                    <a:pt x="212" y="740"/>
                  </a:cubicBezTo>
                  <a:cubicBezTo>
                    <a:pt x="235" y="753"/>
                    <a:pt x="257" y="760"/>
                    <a:pt x="278" y="760"/>
                  </a:cubicBezTo>
                  <a:cubicBezTo>
                    <a:pt x="307" y="760"/>
                    <a:pt x="333" y="747"/>
                    <a:pt x="355" y="720"/>
                  </a:cubicBezTo>
                  <a:lnTo>
                    <a:pt x="299" y="594"/>
                  </a:lnTo>
                  <a:cubicBezTo>
                    <a:pt x="285" y="608"/>
                    <a:pt x="270" y="618"/>
                    <a:pt x="252" y="618"/>
                  </a:cubicBezTo>
                  <a:cubicBezTo>
                    <a:pt x="240" y="618"/>
                    <a:pt x="227" y="614"/>
                    <a:pt x="213" y="605"/>
                  </a:cubicBezTo>
                  <a:cubicBezTo>
                    <a:pt x="148" y="568"/>
                    <a:pt x="105" y="460"/>
                    <a:pt x="105" y="318"/>
                  </a:cubicBezTo>
                  <a:cubicBezTo>
                    <a:pt x="105" y="206"/>
                    <a:pt x="136" y="149"/>
                    <a:pt x="181" y="149"/>
                  </a:cubicBezTo>
                  <a:cubicBezTo>
                    <a:pt x="192" y="149"/>
                    <a:pt x="204" y="152"/>
                    <a:pt x="216" y="159"/>
                  </a:cubicBezTo>
                  <a:cubicBezTo>
                    <a:pt x="248" y="177"/>
                    <a:pt x="269" y="210"/>
                    <a:pt x="292" y="255"/>
                  </a:cubicBezTo>
                  <a:lnTo>
                    <a:pt x="348" y="191"/>
                  </a:lnTo>
                  <a:cubicBezTo>
                    <a:pt x="318" y="126"/>
                    <a:pt x="270" y="56"/>
                    <a:pt x="215" y="23"/>
                  </a:cubicBezTo>
                  <a:cubicBezTo>
                    <a:pt x="188" y="8"/>
                    <a:pt x="163"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2" name="Google Shape;352;p28">
              <a:extLst>
                <a:ext uri="{FF2B5EF4-FFF2-40B4-BE49-F238E27FC236}">
                  <a16:creationId xmlns:a16="http://schemas.microsoft.com/office/drawing/2014/main" id="{164DDCEA-DC03-3E15-3F9B-E241EE67785E}"/>
                </a:ext>
              </a:extLst>
            </p:cNvPr>
            <p:cNvSpPr/>
            <p:nvPr/>
          </p:nvSpPr>
          <p:spPr>
            <a:xfrm>
              <a:off x="8079532" y="3851735"/>
              <a:ext cx="46769" cy="113188"/>
            </a:xfrm>
            <a:custGeom>
              <a:avLst/>
              <a:gdLst/>
              <a:ahLst/>
              <a:cxnLst/>
              <a:rect l="l" t="t" r="r" b="b"/>
              <a:pathLst>
                <a:path w="376" h="910" extrusionOk="0">
                  <a:moveTo>
                    <a:pt x="0" y="1"/>
                  </a:moveTo>
                  <a:lnTo>
                    <a:pt x="0" y="694"/>
                  </a:lnTo>
                  <a:lnTo>
                    <a:pt x="103" y="752"/>
                  </a:lnTo>
                  <a:lnTo>
                    <a:pt x="103" y="566"/>
                  </a:lnTo>
                  <a:lnTo>
                    <a:pt x="156" y="490"/>
                  </a:lnTo>
                  <a:lnTo>
                    <a:pt x="264" y="846"/>
                  </a:lnTo>
                  <a:lnTo>
                    <a:pt x="375" y="910"/>
                  </a:lnTo>
                  <a:lnTo>
                    <a:pt x="214" y="401"/>
                  </a:lnTo>
                  <a:lnTo>
                    <a:pt x="350" y="203"/>
                  </a:lnTo>
                  <a:lnTo>
                    <a:pt x="239" y="138"/>
                  </a:lnTo>
                  <a:lnTo>
                    <a:pt x="105" y="344"/>
                  </a:lnTo>
                  <a:lnTo>
                    <a:pt x="103" y="343"/>
                  </a:lnTo>
                  <a:lnTo>
                    <a:pt x="103" y="6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353" name="Google Shape;353;p28">
            <a:extLst>
              <a:ext uri="{FF2B5EF4-FFF2-40B4-BE49-F238E27FC236}">
                <a16:creationId xmlns:a16="http://schemas.microsoft.com/office/drawing/2014/main" id="{7D387757-C463-518E-55B8-0E1F66B274BB}"/>
              </a:ext>
            </a:extLst>
          </p:cNvPr>
          <p:cNvGrpSpPr/>
          <p:nvPr/>
        </p:nvGrpSpPr>
        <p:grpSpPr>
          <a:xfrm>
            <a:off x="331179" y="148675"/>
            <a:ext cx="557496" cy="1104693"/>
            <a:chOff x="331179" y="148675"/>
            <a:chExt cx="557496" cy="1104693"/>
          </a:xfrm>
        </p:grpSpPr>
        <p:sp>
          <p:nvSpPr>
            <p:cNvPr id="354" name="Google Shape;354;p28">
              <a:extLst>
                <a:ext uri="{FF2B5EF4-FFF2-40B4-BE49-F238E27FC236}">
                  <a16:creationId xmlns:a16="http://schemas.microsoft.com/office/drawing/2014/main" id="{F4CD1E06-309A-64B5-AD58-F6CE5E258FC5}"/>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5" name="Google Shape;355;p28">
              <a:extLst>
                <a:ext uri="{FF2B5EF4-FFF2-40B4-BE49-F238E27FC236}">
                  <a16:creationId xmlns:a16="http://schemas.microsoft.com/office/drawing/2014/main" id="{3CD32E67-48D5-F348-B086-7AA8EA1464E7}"/>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6" name="Google Shape;356;p28">
              <a:extLst>
                <a:ext uri="{FF2B5EF4-FFF2-40B4-BE49-F238E27FC236}">
                  <a16:creationId xmlns:a16="http://schemas.microsoft.com/office/drawing/2014/main" id="{A3C57AC1-53B8-7B64-0C67-8B15FC256427}"/>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7" name="Google Shape;357;p28">
              <a:extLst>
                <a:ext uri="{FF2B5EF4-FFF2-40B4-BE49-F238E27FC236}">
                  <a16:creationId xmlns:a16="http://schemas.microsoft.com/office/drawing/2014/main" id="{3DF6EF65-F2F4-14A0-8E46-3A72D99AEB6F}"/>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8" name="Google Shape;358;p28">
              <a:extLst>
                <a:ext uri="{FF2B5EF4-FFF2-40B4-BE49-F238E27FC236}">
                  <a16:creationId xmlns:a16="http://schemas.microsoft.com/office/drawing/2014/main" id="{927682F1-C51A-BBEE-D52F-9021DB333799}"/>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9" name="Google Shape;359;p28">
              <a:extLst>
                <a:ext uri="{FF2B5EF4-FFF2-40B4-BE49-F238E27FC236}">
                  <a16:creationId xmlns:a16="http://schemas.microsoft.com/office/drawing/2014/main" id="{B283658C-570D-1AD9-89EC-719889DBD866}"/>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0" name="Google Shape;360;p28">
              <a:extLst>
                <a:ext uri="{FF2B5EF4-FFF2-40B4-BE49-F238E27FC236}">
                  <a16:creationId xmlns:a16="http://schemas.microsoft.com/office/drawing/2014/main" id="{EC3901B5-F0E2-AB52-DDF6-A92E2616EAFF}"/>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1" name="Google Shape;361;p28">
              <a:extLst>
                <a:ext uri="{FF2B5EF4-FFF2-40B4-BE49-F238E27FC236}">
                  <a16:creationId xmlns:a16="http://schemas.microsoft.com/office/drawing/2014/main" id="{64ACC3B7-8AAE-C334-B221-7A03D4F1A781}"/>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2" name="Google Shape;362;p28">
              <a:extLst>
                <a:ext uri="{FF2B5EF4-FFF2-40B4-BE49-F238E27FC236}">
                  <a16:creationId xmlns:a16="http://schemas.microsoft.com/office/drawing/2014/main" id="{0094B561-5DFB-002F-27F4-B35E86E534F6}"/>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3" name="Google Shape;363;p28">
              <a:extLst>
                <a:ext uri="{FF2B5EF4-FFF2-40B4-BE49-F238E27FC236}">
                  <a16:creationId xmlns:a16="http://schemas.microsoft.com/office/drawing/2014/main" id="{BF0E6856-F16A-DCCA-AB30-0ED87A3184CF}"/>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4" name="Google Shape;364;p28">
              <a:extLst>
                <a:ext uri="{FF2B5EF4-FFF2-40B4-BE49-F238E27FC236}">
                  <a16:creationId xmlns:a16="http://schemas.microsoft.com/office/drawing/2014/main" id="{0F88685B-7A88-02A9-AD60-E9292A4722F9}"/>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5" name="Google Shape;365;p28">
              <a:extLst>
                <a:ext uri="{FF2B5EF4-FFF2-40B4-BE49-F238E27FC236}">
                  <a16:creationId xmlns:a16="http://schemas.microsoft.com/office/drawing/2014/main" id="{3AB8F86D-D258-C0AE-6F64-4F4DF282153A}"/>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6" name="Google Shape;366;p28">
              <a:extLst>
                <a:ext uri="{FF2B5EF4-FFF2-40B4-BE49-F238E27FC236}">
                  <a16:creationId xmlns:a16="http://schemas.microsoft.com/office/drawing/2014/main" id="{0F12966C-8273-9AFC-BDEE-B90ABF215D10}"/>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7" name="Google Shape;367;p28">
              <a:extLst>
                <a:ext uri="{FF2B5EF4-FFF2-40B4-BE49-F238E27FC236}">
                  <a16:creationId xmlns:a16="http://schemas.microsoft.com/office/drawing/2014/main" id="{703530EF-B9A8-92F4-792D-A4DEA7AA79E4}"/>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8" name="Google Shape;368;p28">
              <a:extLst>
                <a:ext uri="{FF2B5EF4-FFF2-40B4-BE49-F238E27FC236}">
                  <a16:creationId xmlns:a16="http://schemas.microsoft.com/office/drawing/2014/main" id="{B59485FA-F769-DB15-6383-A54584E2DE9B}"/>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9" name="Google Shape;369;p28">
              <a:extLst>
                <a:ext uri="{FF2B5EF4-FFF2-40B4-BE49-F238E27FC236}">
                  <a16:creationId xmlns:a16="http://schemas.microsoft.com/office/drawing/2014/main" id="{BC928274-67CD-8260-B7BB-4C03D8A47B5B}"/>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0" name="Google Shape;370;p28">
              <a:extLst>
                <a:ext uri="{FF2B5EF4-FFF2-40B4-BE49-F238E27FC236}">
                  <a16:creationId xmlns:a16="http://schemas.microsoft.com/office/drawing/2014/main" id="{51903D46-7D0F-3F56-41DC-9101DE9F5D60}"/>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1" name="Google Shape;371;p28">
              <a:extLst>
                <a:ext uri="{FF2B5EF4-FFF2-40B4-BE49-F238E27FC236}">
                  <a16:creationId xmlns:a16="http://schemas.microsoft.com/office/drawing/2014/main" id="{F3766BE7-7925-6AD1-0BE1-C1AF072C9596}"/>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2" name="Google Shape;372;p28">
              <a:extLst>
                <a:ext uri="{FF2B5EF4-FFF2-40B4-BE49-F238E27FC236}">
                  <a16:creationId xmlns:a16="http://schemas.microsoft.com/office/drawing/2014/main" id="{C9F4D1EA-44B0-2ABE-44B4-CD42717D139E}"/>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sp>
        <p:nvSpPr>
          <p:cNvPr id="2" name="Google Shape;377;p29">
            <a:extLst>
              <a:ext uri="{FF2B5EF4-FFF2-40B4-BE49-F238E27FC236}">
                <a16:creationId xmlns:a16="http://schemas.microsoft.com/office/drawing/2014/main" id="{FB51809F-45D5-6519-62B7-E1F3A8701560}"/>
              </a:ext>
            </a:extLst>
          </p:cNvPr>
          <p:cNvSpPr txBox="1">
            <a:spLocks/>
          </p:cNvSpPr>
          <p:nvPr/>
        </p:nvSpPr>
        <p:spPr>
          <a:xfrm>
            <a:off x="1440000" y="12418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5200"/>
              <a:buFont typeface="Oswald"/>
              <a:buNone/>
              <a:defRPr sz="8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9pPr>
          </a:lstStyle>
          <a:p>
            <a:r>
              <a:rPr lang="en-US" dirty="0" err="1">
                <a:solidFill>
                  <a:schemeClr val="lt2"/>
                </a:solidFill>
                <a:latin typeface="Bahnschrift SemiBold Condensed" panose="020B0502040204020203" pitchFamily="34" charset="0"/>
              </a:rPr>
              <a:t>Nội</a:t>
            </a:r>
            <a:r>
              <a:rPr lang="en-US" dirty="0">
                <a:solidFill>
                  <a:schemeClr val="lt2"/>
                </a:solidFill>
                <a:latin typeface="Bahnschrift SemiBold Condensed" panose="020B0502040204020203" pitchFamily="34" charset="0"/>
              </a:rPr>
              <a:t> Dung</a:t>
            </a:r>
          </a:p>
        </p:txBody>
      </p:sp>
      <p:graphicFrame>
        <p:nvGraphicFramePr>
          <p:cNvPr id="3" name="Google Shape;379;p29">
            <a:extLst>
              <a:ext uri="{FF2B5EF4-FFF2-40B4-BE49-F238E27FC236}">
                <a16:creationId xmlns:a16="http://schemas.microsoft.com/office/drawing/2014/main" id="{537F5F9C-CEC3-5A56-7DCB-5FD680D1A635}"/>
              </a:ext>
            </a:extLst>
          </p:cNvPr>
          <p:cNvGraphicFramePr/>
          <p:nvPr>
            <p:extLst>
              <p:ext uri="{D42A27DB-BD31-4B8C-83A1-F6EECF244321}">
                <p14:modId xmlns:p14="http://schemas.microsoft.com/office/powerpoint/2010/main" val="470471589"/>
              </p:ext>
            </p:extLst>
          </p:nvPr>
        </p:nvGraphicFramePr>
        <p:xfrm>
          <a:off x="958300" y="1706927"/>
          <a:ext cx="7704000" cy="2457930"/>
        </p:xfrm>
        <a:graphic>
          <a:graphicData uri="http://schemas.openxmlformats.org/drawingml/2006/table">
            <a:tbl>
              <a:tblPr>
                <a:noFill/>
                <a:tableStyleId>{D243762F-2EDA-4845-8B42-360F46D7D34F}</a:tableStyleId>
              </a:tblPr>
              <a:tblGrid>
                <a:gridCol w="2364925">
                  <a:extLst>
                    <a:ext uri="{9D8B030D-6E8A-4147-A177-3AD203B41FA5}">
                      <a16:colId xmlns:a16="http://schemas.microsoft.com/office/drawing/2014/main" val="20000"/>
                    </a:ext>
                  </a:extLst>
                </a:gridCol>
                <a:gridCol w="5339075">
                  <a:extLst>
                    <a:ext uri="{9D8B030D-6E8A-4147-A177-3AD203B41FA5}">
                      <a16:colId xmlns:a16="http://schemas.microsoft.com/office/drawing/2014/main" val="20001"/>
                    </a:ext>
                  </a:extLst>
                </a:gridCol>
              </a:tblGrid>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Mở</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Đầu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Tổng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an </a:t>
                      </a:r>
                      <a:r>
                        <a:rPr lang="en-US" sz="1400" dirty="0" err="1">
                          <a:solidFill>
                            <a:schemeClr val="dk1"/>
                          </a:solidFill>
                          <a:latin typeface="Bahnschrift" panose="020B0502040204020203" pitchFamily="34" charset="0"/>
                          <a:ea typeface="Nunito"/>
                          <a:cs typeface="Nunito"/>
                          <a:sym typeface="Nunito"/>
                        </a:rPr>
                        <a:t>ninh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mạng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DDos</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Cơ</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Sở</a:t>
                      </a:r>
                      <a:r>
                        <a:rPr lang="en-US" sz="1400" b="1" dirty="0">
                          <a:solidFill>
                            <a:schemeClr val="lt1"/>
                          </a:solidFill>
                          <a:latin typeface="Bahnschrift" panose="020B0502040204020203" pitchFamily="34" charset="0"/>
                          <a:ea typeface="Oswald"/>
                          <a:cs typeface="Oswald"/>
                          <a:sym typeface="Oswald"/>
                        </a:rPr>
                        <a:t> Lý </a:t>
                      </a:r>
                      <a:r>
                        <a:rPr lang="en-US" sz="1400" b="1" dirty="0" err="1">
                          <a:solidFill>
                            <a:schemeClr val="lt1"/>
                          </a:solidFill>
                          <a:latin typeface="Bahnschrift" panose="020B0502040204020203" pitchFamily="34" charset="0"/>
                          <a:ea typeface="Oswald"/>
                          <a:cs typeface="Oswald"/>
                          <a:sym typeface="Oswald"/>
                        </a:rPr>
                        <a:t>Thuyết</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Giới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thuật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toán</a:t>
                      </a:r>
                      <a:r>
                        <a:rPr lang="en-US" sz="1400" dirty="0">
                          <a:solidFill>
                            <a:schemeClr val="dk1"/>
                          </a:solidFill>
                          <a:latin typeface="Bahnschrift" panose="020B0502040204020203" pitchFamily="34" charset="0"/>
                          <a:ea typeface="Nunito"/>
                          <a:cs typeface="Nunito"/>
                          <a:sym typeface="Nunito"/>
                        </a:rPr>
                        <a:t> KNN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khái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niệm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liên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91586">
                <a:tc>
                  <a:txBody>
                    <a:bodyPr/>
                    <a:lstStyle/>
                    <a:p>
                      <a:pPr marL="0" lvl="0" indent="0" algn="l" rtl="0">
                        <a:spcBef>
                          <a:spcPts val="0"/>
                        </a:spcBef>
                        <a:spcAft>
                          <a:spcPts val="0"/>
                        </a:spcAft>
                        <a:buNone/>
                      </a:pPr>
                      <a:r>
                        <a:rPr lang="en-US" sz="1400" b="1" dirty="0">
                          <a:solidFill>
                            <a:schemeClr val="lt1"/>
                          </a:solidFill>
                          <a:latin typeface="Bahnschrift" panose="020B0502040204020203" pitchFamily="34" charset="0"/>
                          <a:ea typeface="Oswald"/>
                          <a:cs typeface="Oswald"/>
                          <a:sym typeface="Oswald"/>
                        </a:rPr>
                        <a:t>Phương Pháp </a:t>
                      </a:r>
                      <a:r>
                        <a:rPr lang="en-US" sz="1400" b="1" dirty="0" err="1">
                          <a:solidFill>
                            <a:schemeClr val="lt1"/>
                          </a:solidFill>
                          <a:latin typeface="Bahnschrift" panose="020B0502040204020203" pitchFamily="34" charset="0"/>
                          <a:ea typeface="Oswald"/>
                          <a:cs typeface="Oswald"/>
                          <a:sym typeface="Oswald"/>
                        </a:rPr>
                        <a:t>Nghiên</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Cứu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a:solidFill>
                            <a:schemeClr val="dk1"/>
                          </a:solidFill>
                          <a:latin typeface="Bahnschrift" panose="020B0502040204020203" pitchFamily="34" charset="0"/>
                          <a:ea typeface="Nunito"/>
                          <a:cs typeface="Nunito"/>
                          <a:sym typeface="Nunito"/>
                        </a:rPr>
                        <a:t>Quy </a:t>
                      </a:r>
                      <a:r>
                        <a:rPr lang="en-US" sz="1400" dirty="0" err="1">
                          <a:solidFill>
                            <a:schemeClr val="dk1"/>
                          </a:solidFill>
                          <a:latin typeface="Bahnschrift" panose="020B0502040204020203" pitchFamily="34" charset="0"/>
                          <a:ea typeface="Nunito"/>
                          <a:cs typeface="Nunito"/>
                          <a:sym typeface="Nunito"/>
                        </a:rPr>
                        <a:t>trình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xây</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dựng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phát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91586">
                <a:tc>
                  <a:txBody>
                    <a:bodyPr/>
                    <a:lstStyle/>
                    <a:p>
                      <a:pPr marL="0" lvl="0" indent="0" algn="l" rtl="0">
                        <a:spcBef>
                          <a:spcPts val="0"/>
                        </a:spcBef>
                        <a:spcAft>
                          <a:spcPts val="0"/>
                        </a:spcAft>
                        <a:buNone/>
                      </a:pPr>
                      <a:r>
                        <a:rPr lang="en" sz="1400" b="1" dirty="0">
                          <a:solidFill>
                            <a:schemeClr val="lt1"/>
                          </a:solidFill>
                          <a:uFill>
                            <a:noFill/>
                          </a:uFill>
                          <a:latin typeface="Bahnschrift" panose="020B0502040204020203" pitchFamily="34" charset="0"/>
                          <a:ea typeface="Oswald"/>
                          <a:cs typeface="Oswald"/>
                          <a:sym typeface="Oswald"/>
                        </a:rPr>
                        <a:t>Thực Hành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suất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độ</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chính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Tổng</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kết</a:t>
                      </a:r>
                      <a:r>
                        <a:rPr lang="en-US" sz="1400" b="1" dirty="0">
                          <a:solidFill>
                            <a:schemeClr val="lt1"/>
                          </a:solidFill>
                          <a:latin typeface="Bahnschrift" panose="020B0502040204020203" pitchFamily="34" charset="0"/>
                          <a:ea typeface="Oswald"/>
                          <a:cs typeface="Oswald"/>
                          <a:sym typeface="Oswald"/>
                        </a:rPr>
                        <a:t>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US" sz="1400" dirty="0" err="1">
                          <a:solidFill>
                            <a:schemeClr val="dk1"/>
                          </a:solidFill>
                          <a:latin typeface="Bahnschrift" panose="020B0502040204020203" pitchFamily="34" charset="0"/>
                          <a:ea typeface="Nunito"/>
                          <a:cs typeface="Nunito"/>
                          <a:sym typeface="Nunito"/>
                        </a:rPr>
                        <a:t>Đúc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quả</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ưu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nhược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điểm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aphicFrame>
        <p:nvGraphicFramePr>
          <p:cNvPr id="4" name="Table 3">
            <a:extLst>
              <a:ext uri="{FF2B5EF4-FFF2-40B4-BE49-F238E27FC236}">
                <a16:creationId xmlns:a16="http://schemas.microsoft.com/office/drawing/2014/main" id="{45BD1463-51BB-6C1F-A65B-54E813436BB1}"/>
              </a:ext>
            </a:extLst>
          </p:cNvPr>
          <p:cNvGraphicFramePr>
            <a:graphicFrameLocks noGrp="1"/>
          </p:cNvGraphicFramePr>
          <p:nvPr>
            <p:extLst>
              <p:ext uri="{D42A27DB-BD31-4B8C-83A1-F6EECF244321}">
                <p14:modId xmlns:p14="http://schemas.microsoft.com/office/powerpoint/2010/main" val="2038927952"/>
              </p:ext>
            </p:extLst>
          </p:nvPr>
        </p:nvGraphicFramePr>
        <p:xfrm>
          <a:off x="-7194671" y="1388436"/>
          <a:ext cx="6923313" cy="2949516"/>
        </p:xfrm>
        <a:graphic>
          <a:graphicData uri="http://schemas.openxmlformats.org/drawingml/2006/table">
            <a:tbl>
              <a:tblPr firstRow="1" bandRow="1">
                <a:tableStyleId>{5940675A-B579-460E-94D1-54222C63F5DA}</a:tableStyleId>
              </a:tblPr>
              <a:tblGrid>
                <a:gridCol w="711200">
                  <a:extLst>
                    <a:ext uri="{9D8B030D-6E8A-4147-A177-3AD203B41FA5}">
                      <a16:colId xmlns:a16="http://schemas.microsoft.com/office/drawing/2014/main" val="4271785657"/>
                    </a:ext>
                  </a:extLst>
                </a:gridCol>
                <a:gridCol w="3991429">
                  <a:extLst>
                    <a:ext uri="{9D8B030D-6E8A-4147-A177-3AD203B41FA5}">
                      <a16:colId xmlns:a16="http://schemas.microsoft.com/office/drawing/2014/main" val="4012843014"/>
                    </a:ext>
                  </a:extLst>
                </a:gridCol>
                <a:gridCol w="2220684">
                  <a:extLst>
                    <a:ext uri="{9D8B030D-6E8A-4147-A177-3AD203B41FA5}">
                      <a16:colId xmlns:a16="http://schemas.microsoft.com/office/drawing/2014/main" val="3416503616"/>
                    </a:ext>
                  </a:extLst>
                </a:gridCol>
              </a:tblGrid>
              <a:tr h="491586">
                <a:tc>
                  <a:txBody>
                    <a:bodyPr/>
                    <a:lstStyle/>
                    <a:p>
                      <a:pPr algn="ctr"/>
                      <a:r>
                        <a:rPr lang="en-US" sz="1800" dirty="0">
                          <a:latin typeface="Bahnschrift SemiBold" panose="020B0502040204020203" pitchFamily="34" charset="0"/>
                        </a:rPr>
                        <a:t>STT</a:t>
                      </a:r>
                    </a:p>
                  </a:txBody>
                  <a:tcPr anchor="ctr"/>
                </a:tc>
                <a:tc>
                  <a:txBody>
                    <a:bodyPr/>
                    <a:lstStyle/>
                    <a:p>
                      <a:pPr algn="ctr"/>
                      <a:r>
                        <a:rPr lang="en-US" sz="1800" dirty="0" err="1">
                          <a:latin typeface="Bahnschrift SemiBold" panose="020B0502040204020203" pitchFamily="34" charset="0"/>
                        </a:rPr>
                        <a:t>Họ</a:t>
                      </a:r>
                      <a:r>
                        <a:rPr lang="en-US" sz="1800" dirty="0">
                          <a:latin typeface="Bahnschrift SemiBold" panose="020B0502040204020203" pitchFamily="34" charset="0"/>
                        </a:rPr>
                        <a:t> </a:t>
                      </a:r>
                      <a:r>
                        <a:rPr lang="en-US" sz="1800" dirty="0" err="1">
                          <a:latin typeface="Bahnschrift SemiBold" panose="020B0502040204020203" pitchFamily="34" charset="0"/>
                        </a:rPr>
                        <a:t>và</a:t>
                      </a:r>
                      <a:r>
                        <a:rPr lang="en-US" sz="1800" dirty="0">
                          <a:latin typeface="Bahnschrift SemiBold" panose="020B0502040204020203" pitchFamily="34" charset="0"/>
                        </a:rPr>
                        <a:t> </a:t>
                      </a:r>
                      <a:r>
                        <a:rPr lang="en-US" sz="1800" dirty="0" err="1">
                          <a:latin typeface="Bahnschrift SemiBold" panose="020B0502040204020203" pitchFamily="34" charset="0"/>
                        </a:rPr>
                        <a:t>Tên</a:t>
                      </a:r>
                      <a:endParaRPr lang="en-US" sz="1800" dirty="0">
                        <a:latin typeface="Bahnschrift SemiBold" panose="020B0502040204020203" pitchFamily="34" charset="0"/>
                      </a:endParaRPr>
                    </a:p>
                  </a:txBody>
                  <a:tcPr anchor="ctr"/>
                </a:tc>
                <a:tc>
                  <a:txBody>
                    <a:bodyPr/>
                    <a:lstStyle/>
                    <a:p>
                      <a:pPr algn="ctr"/>
                      <a:r>
                        <a:rPr lang="en-US" sz="1800" dirty="0">
                          <a:latin typeface="Bahnschrift SemiBold" panose="020B0502040204020203" pitchFamily="34" charset="0"/>
                        </a:rPr>
                        <a:t>MSSV</a:t>
                      </a:r>
                    </a:p>
                  </a:txBody>
                  <a:tcPr anchor="ctr"/>
                </a:tc>
                <a:extLst>
                  <a:ext uri="{0D108BD9-81ED-4DB2-BD59-A6C34878D82A}">
                    <a16:rowId xmlns:a16="http://schemas.microsoft.com/office/drawing/2014/main" val="3199567138"/>
                  </a:ext>
                </a:extLst>
              </a:tr>
              <a:tr h="491586">
                <a:tc>
                  <a:txBody>
                    <a:bodyPr/>
                    <a:lstStyle/>
                    <a:p>
                      <a:pPr algn="ctr"/>
                      <a:r>
                        <a:rPr lang="en-US" sz="1800" dirty="0">
                          <a:latin typeface="Bahnschrift SemiBold" panose="020B0502040204020203" pitchFamily="34" charset="0"/>
                        </a:rPr>
                        <a:t>01</a:t>
                      </a:r>
                    </a:p>
                  </a:txBody>
                  <a:tcPr anchor="ctr"/>
                </a:tc>
                <a:tc>
                  <a:txBody>
                    <a:bodyPr/>
                    <a:lstStyle/>
                    <a:p>
                      <a:pPr algn="ctr"/>
                      <a:endParaRPr lang="en-US" sz="1800" dirty="0">
                        <a:latin typeface="Bahnschrift SemiBold" panose="020B0502040204020203" pitchFamily="34" charset="0"/>
                      </a:endParaRPr>
                    </a:p>
                  </a:txBody>
                  <a:tcPr anchor="ctr"/>
                </a:tc>
                <a:tc>
                  <a:txBody>
                    <a:bodyPr/>
                    <a:lstStyle/>
                    <a:p>
                      <a:pPr algn="ctr"/>
                      <a:endParaRPr lang="en-US" sz="1800" dirty="0">
                        <a:latin typeface="Bahnschrift SemiBold" panose="020B0502040204020203" pitchFamily="34" charset="0"/>
                      </a:endParaRPr>
                    </a:p>
                  </a:txBody>
                  <a:tcPr anchor="ctr"/>
                </a:tc>
                <a:extLst>
                  <a:ext uri="{0D108BD9-81ED-4DB2-BD59-A6C34878D82A}">
                    <a16:rowId xmlns:a16="http://schemas.microsoft.com/office/drawing/2014/main" val="3272533634"/>
                  </a:ext>
                </a:extLst>
              </a:tr>
              <a:tr h="491586">
                <a:tc>
                  <a:txBody>
                    <a:bodyPr/>
                    <a:lstStyle/>
                    <a:p>
                      <a:pPr algn="ctr"/>
                      <a:r>
                        <a:rPr lang="en-US" sz="1800" dirty="0">
                          <a:latin typeface="Bahnschrift SemiBold" panose="020B0502040204020203" pitchFamily="34" charset="0"/>
                        </a:rPr>
                        <a:t>02</a:t>
                      </a:r>
                    </a:p>
                  </a:txBody>
                  <a:tcPr anchor="ctr"/>
                </a:tc>
                <a:tc>
                  <a:txBody>
                    <a:bodyPr/>
                    <a:lstStyle/>
                    <a:p>
                      <a:pPr algn="ctr"/>
                      <a:endParaRPr lang="en-US" sz="1800" dirty="0">
                        <a:latin typeface="Bahnschrift SemiBold" panose="020B0502040204020203" pitchFamily="34" charset="0"/>
                      </a:endParaRPr>
                    </a:p>
                  </a:txBody>
                  <a:tcPr anchor="ctr"/>
                </a:tc>
                <a:tc>
                  <a:txBody>
                    <a:bodyPr/>
                    <a:lstStyle/>
                    <a:p>
                      <a:pPr algn="ctr"/>
                      <a:endParaRPr lang="en-US" sz="1800" dirty="0">
                        <a:latin typeface="Bahnschrift SemiBold" panose="020B0502040204020203" pitchFamily="34" charset="0"/>
                      </a:endParaRPr>
                    </a:p>
                  </a:txBody>
                  <a:tcPr anchor="ctr"/>
                </a:tc>
                <a:extLst>
                  <a:ext uri="{0D108BD9-81ED-4DB2-BD59-A6C34878D82A}">
                    <a16:rowId xmlns:a16="http://schemas.microsoft.com/office/drawing/2014/main" val="1317571486"/>
                  </a:ext>
                </a:extLst>
              </a:tr>
              <a:tr h="491586">
                <a:tc>
                  <a:txBody>
                    <a:bodyPr/>
                    <a:lstStyle/>
                    <a:p>
                      <a:pPr algn="ctr"/>
                      <a:r>
                        <a:rPr lang="en-US" sz="1800" dirty="0">
                          <a:latin typeface="Bahnschrift SemiBold" panose="020B0502040204020203" pitchFamily="34" charset="0"/>
                        </a:rPr>
                        <a:t>03</a:t>
                      </a:r>
                    </a:p>
                  </a:txBody>
                  <a:tcPr anchor="ctr"/>
                </a:tc>
                <a:tc>
                  <a:txBody>
                    <a:bodyPr/>
                    <a:lstStyle/>
                    <a:p>
                      <a:pPr algn="ctr"/>
                      <a:endParaRPr lang="en-US" sz="1800">
                        <a:latin typeface="Bahnschrift SemiBold" panose="020B0502040204020203" pitchFamily="34" charset="0"/>
                      </a:endParaRPr>
                    </a:p>
                  </a:txBody>
                  <a:tcPr anchor="ctr"/>
                </a:tc>
                <a:tc>
                  <a:txBody>
                    <a:bodyPr/>
                    <a:lstStyle/>
                    <a:p>
                      <a:pPr algn="ctr"/>
                      <a:endParaRPr lang="en-US" sz="1800">
                        <a:latin typeface="Bahnschrift SemiBold" panose="020B0502040204020203" pitchFamily="34" charset="0"/>
                      </a:endParaRPr>
                    </a:p>
                  </a:txBody>
                  <a:tcPr anchor="ctr"/>
                </a:tc>
                <a:extLst>
                  <a:ext uri="{0D108BD9-81ED-4DB2-BD59-A6C34878D82A}">
                    <a16:rowId xmlns:a16="http://schemas.microsoft.com/office/drawing/2014/main" val="3954293809"/>
                  </a:ext>
                </a:extLst>
              </a:tr>
              <a:tr h="491586">
                <a:tc>
                  <a:txBody>
                    <a:bodyPr/>
                    <a:lstStyle/>
                    <a:p>
                      <a:pPr algn="ctr"/>
                      <a:r>
                        <a:rPr lang="en-US" sz="1800" dirty="0">
                          <a:latin typeface="Bahnschrift SemiBold" panose="020B0502040204020203" pitchFamily="34" charset="0"/>
                        </a:rPr>
                        <a:t>04</a:t>
                      </a:r>
                    </a:p>
                  </a:txBody>
                  <a:tcPr anchor="ctr"/>
                </a:tc>
                <a:tc>
                  <a:txBody>
                    <a:bodyPr/>
                    <a:lstStyle/>
                    <a:p>
                      <a:pPr algn="ctr"/>
                      <a:endParaRPr lang="en-US" sz="1800">
                        <a:latin typeface="Bahnschrift SemiBold" panose="020B0502040204020203" pitchFamily="34" charset="0"/>
                      </a:endParaRPr>
                    </a:p>
                  </a:txBody>
                  <a:tcPr anchor="ctr"/>
                </a:tc>
                <a:tc>
                  <a:txBody>
                    <a:bodyPr/>
                    <a:lstStyle/>
                    <a:p>
                      <a:pPr algn="ctr"/>
                      <a:endParaRPr lang="en-US" sz="1800" dirty="0">
                        <a:latin typeface="Bahnschrift SemiBold" panose="020B0502040204020203" pitchFamily="34" charset="0"/>
                      </a:endParaRPr>
                    </a:p>
                  </a:txBody>
                  <a:tcPr anchor="ctr"/>
                </a:tc>
                <a:extLst>
                  <a:ext uri="{0D108BD9-81ED-4DB2-BD59-A6C34878D82A}">
                    <a16:rowId xmlns:a16="http://schemas.microsoft.com/office/drawing/2014/main" val="3921117685"/>
                  </a:ext>
                </a:extLst>
              </a:tr>
              <a:tr h="491586">
                <a:tc>
                  <a:txBody>
                    <a:bodyPr/>
                    <a:lstStyle/>
                    <a:p>
                      <a:pPr algn="ctr"/>
                      <a:r>
                        <a:rPr lang="en-US" sz="1800" dirty="0">
                          <a:latin typeface="Bahnschrift SemiBold" panose="020B0502040204020203" pitchFamily="34" charset="0"/>
                        </a:rPr>
                        <a:t>05</a:t>
                      </a:r>
                    </a:p>
                  </a:txBody>
                  <a:tcPr anchor="ctr"/>
                </a:tc>
                <a:tc>
                  <a:txBody>
                    <a:bodyPr/>
                    <a:lstStyle/>
                    <a:p>
                      <a:pPr algn="ctr"/>
                      <a:endParaRPr lang="en-US" sz="1800" dirty="0">
                        <a:latin typeface="Bahnschrift SemiBold" panose="020B0502040204020203" pitchFamily="34" charset="0"/>
                      </a:endParaRPr>
                    </a:p>
                  </a:txBody>
                  <a:tcPr anchor="ctr"/>
                </a:tc>
                <a:tc>
                  <a:txBody>
                    <a:bodyPr/>
                    <a:lstStyle/>
                    <a:p>
                      <a:pPr algn="ctr"/>
                      <a:endParaRPr lang="en-US" sz="1800" dirty="0">
                        <a:latin typeface="Bahnschrift SemiBold" panose="020B0502040204020203" pitchFamily="34" charset="0"/>
                      </a:endParaRPr>
                    </a:p>
                  </a:txBody>
                  <a:tcPr anchor="ctr"/>
                </a:tc>
                <a:extLst>
                  <a:ext uri="{0D108BD9-81ED-4DB2-BD59-A6C34878D82A}">
                    <a16:rowId xmlns:a16="http://schemas.microsoft.com/office/drawing/2014/main" val="1447621351"/>
                  </a:ext>
                </a:extLst>
              </a:tr>
            </a:tbl>
          </a:graphicData>
        </a:graphic>
      </p:graphicFrame>
      <p:sp>
        <p:nvSpPr>
          <p:cNvPr id="5" name="Google Shape;377;p29">
            <a:extLst>
              <a:ext uri="{FF2B5EF4-FFF2-40B4-BE49-F238E27FC236}">
                <a16:creationId xmlns:a16="http://schemas.microsoft.com/office/drawing/2014/main" id="{1A7FC95B-9F44-7E05-0B70-37C6F5072332}"/>
              </a:ext>
            </a:extLst>
          </p:cNvPr>
          <p:cNvSpPr txBox="1">
            <a:spLocks/>
          </p:cNvSpPr>
          <p:nvPr/>
        </p:nvSpPr>
        <p:spPr>
          <a:xfrm>
            <a:off x="-4123358" y="185524"/>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5200"/>
              <a:buFont typeface="Oswald"/>
              <a:buNone/>
              <a:defRPr sz="8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9pPr>
          </a:lstStyle>
          <a:p>
            <a:r>
              <a:rPr lang="en-US" dirty="0">
                <a:solidFill>
                  <a:schemeClr val="lt2"/>
                </a:solidFill>
                <a:latin typeface="Bahnschrift SemiBold Condensed" panose="020B0502040204020203" pitchFamily="34" charset="0"/>
              </a:rPr>
              <a:t>Thành Viên</a:t>
            </a:r>
          </a:p>
        </p:txBody>
      </p:sp>
    </p:spTree>
    <p:extLst>
      <p:ext uri="{BB962C8B-B14F-4D97-AF65-F5344CB8AC3E}">
        <p14:creationId xmlns:p14="http://schemas.microsoft.com/office/powerpoint/2010/main" val="21284673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6A66AA78-05BC-B2C4-2652-486E70E285D1}"/>
            </a:ext>
          </a:extLst>
        </p:cNvPr>
        <p:cNvGrpSpPr/>
        <p:nvPr/>
      </p:nvGrpSpPr>
      <p:grpSpPr>
        <a:xfrm>
          <a:off x="0" y="0"/>
          <a:ext cx="0" cy="0"/>
          <a:chOff x="0" y="0"/>
          <a:chExt cx="0" cy="0"/>
        </a:xfrm>
      </p:grpSpPr>
      <p:sp>
        <p:nvSpPr>
          <p:cNvPr id="187" name="Google Shape;187;p28">
            <a:extLst>
              <a:ext uri="{FF2B5EF4-FFF2-40B4-BE49-F238E27FC236}">
                <a16:creationId xmlns:a16="http://schemas.microsoft.com/office/drawing/2014/main" id="{8D45A257-348F-A7CF-2D76-89D4EE80A40A}"/>
              </a:ext>
            </a:extLst>
          </p:cNvPr>
          <p:cNvSpPr txBox="1">
            <a:spLocks noGrp="1"/>
          </p:cNvSpPr>
          <p:nvPr>
            <p:ph type="ctrTitle"/>
          </p:nvPr>
        </p:nvSpPr>
        <p:spPr>
          <a:xfrm>
            <a:off x="-271358" y="5540864"/>
            <a:ext cx="5081658" cy="2296247"/>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US" sz="4000" dirty="0">
                <a:solidFill>
                  <a:schemeClr val="tx2"/>
                </a:solidFill>
                <a:latin typeface="Bahnschrift SemiBold Condensed" panose="020B0502040204020203" pitchFamily="34" charset="0"/>
              </a:rPr>
              <a:t>THUẬT TOÁN K-NEAREST NEIGHBORS TRONG PHÁT HIỆN TẤN CÔNG DDoS SYN FLOOD</a:t>
            </a:r>
            <a:endParaRPr sz="4000" dirty="0">
              <a:solidFill>
                <a:schemeClr val="tx2"/>
              </a:solidFill>
              <a:latin typeface="Bahnschrift SemiBold Condensed" panose="020B0502040204020203" pitchFamily="34" charset="0"/>
            </a:endParaRPr>
          </a:p>
        </p:txBody>
      </p:sp>
      <p:sp>
        <p:nvSpPr>
          <p:cNvPr id="188" name="Google Shape;188;p28">
            <a:extLst>
              <a:ext uri="{FF2B5EF4-FFF2-40B4-BE49-F238E27FC236}">
                <a16:creationId xmlns:a16="http://schemas.microsoft.com/office/drawing/2014/main" id="{DB572511-B971-E1DD-1200-3CC1BA630AFD}"/>
              </a:ext>
            </a:extLst>
          </p:cNvPr>
          <p:cNvSpPr txBox="1">
            <a:spLocks noGrp="1"/>
          </p:cNvSpPr>
          <p:nvPr>
            <p:ph type="subTitle" idx="1"/>
          </p:nvPr>
        </p:nvSpPr>
        <p:spPr>
          <a:xfrm>
            <a:off x="-4309958" y="3334582"/>
            <a:ext cx="4038600" cy="40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Nhóm</a:t>
            </a:r>
            <a:r>
              <a:rPr lang="en-US" dirty="0"/>
              <a:t> </a:t>
            </a:r>
            <a:r>
              <a:rPr lang="en-US" dirty="0" err="1"/>
              <a:t>Trình</a:t>
            </a:r>
            <a:r>
              <a:rPr lang="en-US" dirty="0"/>
              <a:t> </a:t>
            </a:r>
            <a:r>
              <a:rPr lang="en-US" dirty="0" err="1"/>
              <a:t>Bày</a:t>
            </a:r>
            <a:r>
              <a:rPr lang="en-US" dirty="0"/>
              <a:t>: 06</a:t>
            </a:r>
            <a:endParaRPr dirty="0"/>
          </a:p>
        </p:txBody>
      </p:sp>
      <p:cxnSp>
        <p:nvCxnSpPr>
          <p:cNvPr id="189" name="Google Shape;189;p28">
            <a:extLst>
              <a:ext uri="{FF2B5EF4-FFF2-40B4-BE49-F238E27FC236}">
                <a16:creationId xmlns:a16="http://schemas.microsoft.com/office/drawing/2014/main" id="{985405CB-0874-20FD-4400-F1039F38A20B}"/>
              </a:ext>
            </a:extLst>
          </p:cNvPr>
          <p:cNvCxnSpPr/>
          <p:nvPr/>
        </p:nvCxnSpPr>
        <p:spPr>
          <a:xfrm>
            <a:off x="-4309958" y="3349557"/>
            <a:ext cx="3647100" cy="0"/>
          </a:xfrm>
          <a:prstGeom prst="straightConnector1">
            <a:avLst/>
          </a:prstGeom>
          <a:noFill/>
          <a:ln w="19050" cap="flat" cmpd="sng">
            <a:solidFill>
              <a:schemeClr val="lt2"/>
            </a:solidFill>
            <a:prstDash val="solid"/>
            <a:round/>
            <a:headEnd type="none" w="med" len="med"/>
            <a:tailEnd type="none" w="med" len="med"/>
          </a:ln>
        </p:spPr>
      </p:cxnSp>
      <p:sp>
        <p:nvSpPr>
          <p:cNvPr id="190" name="Google Shape;190;p28">
            <a:extLst>
              <a:ext uri="{FF2B5EF4-FFF2-40B4-BE49-F238E27FC236}">
                <a16:creationId xmlns:a16="http://schemas.microsoft.com/office/drawing/2014/main" id="{86DFB0E3-F7C7-A905-1165-5524C3C18A5B}"/>
              </a:ext>
            </a:extLst>
          </p:cNvPr>
          <p:cNvSpPr/>
          <p:nvPr/>
        </p:nvSpPr>
        <p:spPr>
          <a:xfrm>
            <a:off x="8085254" y="4932620"/>
            <a:ext cx="58710" cy="86695"/>
          </a:xfrm>
          <a:custGeom>
            <a:avLst/>
            <a:gdLst/>
            <a:ahLst/>
            <a:cxnLst/>
            <a:rect l="l" t="t" r="r" b="b"/>
            <a:pathLst>
              <a:path w="472" h="697" extrusionOk="0">
                <a:moveTo>
                  <a:pt x="63" y="1"/>
                </a:moveTo>
                <a:lnTo>
                  <a:pt x="0" y="697"/>
                </a:lnTo>
                <a:lnTo>
                  <a:pt x="0" y="697"/>
                </a:lnTo>
                <a:lnTo>
                  <a:pt x="471" y="430"/>
                </a:lnTo>
                <a:lnTo>
                  <a:pt x="63" y="1"/>
                </a:lnTo>
                <a:close/>
              </a:path>
            </a:pathLst>
          </a:custGeom>
          <a:solidFill>
            <a:srgbClr val="1080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1" name="Google Shape;191;p28">
            <a:extLst>
              <a:ext uri="{FF2B5EF4-FFF2-40B4-BE49-F238E27FC236}">
                <a16:creationId xmlns:a16="http://schemas.microsoft.com/office/drawing/2014/main" id="{62C3B63F-0698-D3ED-6051-3B49B93D89FC}"/>
              </a:ext>
            </a:extLst>
          </p:cNvPr>
          <p:cNvGrpSpPr/>
          <p:nvPr/>
        </p:nvGrpSpPr>
        <p:grpSpPr>
          <a:xfrm>
            <a:off x="8270415" y="545704"/>
            <a:ext cx="2918649" cy="4538349"/>
            <a:chOff x="5425952" y="484073"/>
            <a:chExt cx="2918649" cy="4538349"/>
          </a:xfrm>
        </p:grpSpPr>
        <p:sp>
          <p:nvSpPr>
            <p:cNvPr id="192" name="Google Shape;192;p28">
              <a:extLst>
                <a:ext uri="{FF2B5EF4-FFF2-40B4-BE49-F238E27FC236}">
                  <a16:creationId xmlns:a16="http://schemas.microsoft.com/office/drawing/2014/main" id="{776FFAB7-32D4-A973-8B43-EFEBF2ABDDE6}"/>
                </a:ext>
              </a:extLst>
            </p:cNvPr>
            <p:cNvSpPr/>
            <p:nvPr/>
          </p:nvSpPr>
          <p:spPr>
            <a:xfrm>
              <a:off x="5425952" y="484073"/>
              <a:ext cx="1201808" cy="1125537"/>
            </a:xfrm>
            <a:custGeom>
              <a:avLst/>
              <a:gdLst/>
              <a:ahLst/>
              <a:cxnLst/>
              <a:rect l="l" t="t" r="r" b="b"/>
              <a:pathLst>
                <a:path w="9662" h="9049" extrusionOk="0">
                  <a:moveTo>
                    <a:pt x="7030" y="0"/>
                  </a:moveTo>
                  <a:cubicBezTo>
                    <a:pt x="6894" y="0"/>
                    <a:pt x="6744" y="43"/>
                    <a:pt x="6586" y="134"/>
                  </a:cubicBezTo>
                  <a:cubicBezTo>
                    <a:pt x="6183" y="367"/>
                    <a:pt x="5831" y="857"/>
                    <a:pt x="5634" y="1397"/>
                  </a:cubicBezTo>
                  <a:cubicBezTo>
                    <a:pt x="5429" y="930"/>
                    <a:pt x="5069" y="669"/>
                    <a:pt x="4623" y="669"/>
                  </a:cubicBezTo>
                  <a:cubicBezTo>
                    <a:pt x="4383" y="669"/>
                    <a:pt x="4118" y="745"/>
                    <a:pt x="3839" y="906"/>
                  </a:cubicBezTo>
                  <a:cubicBezTo>
                    <a:pt x="2788" y="1512"/>
                    <a:pt x="1931" y="3098"/>
                    <a:pt x="1864" y="4515"/>
                  </a:cubicBezTo>
                  <a:cubicBezTo>
                    <a:pt x="1759" y="4545"/>
                    <a:pt x="1651" y="4591"/>
                    <a:pt x="1540" y="4655"/>
                  </a:cubicBezTo>
                  <a:cubicBezTo>
                    <a:pt x="689" y="5146"/>
                    <a:pt x="0" y="6464"/>
                    <a:pt x="0" y="7597"/>
                  </a:cubicBezTo>
                  <a:cubicBezTo>
                    <a:pt x="0" y="8210"/>
                    <a:pt x="203" y="8645"/>
                    <a:pt x="523" y="8836"/>
                  </a:cubicBezTo>
                  <a:cubicBezTo>
                    <a:pt x="643" y="8908"/>
                    <a:pt x="780" y="8946"/>
                    <a:pt x="929" y="8946"/>
                  </a:cubicBezTo>
                  <a:cubicBezTo>
                    <a:pt x="1116" y="8946"/>
                    <a:pt x="1323" y="8886"/>
                    <a:pt x="1540" y="8761"/>
                  </a:cubicBezTo>
                  <a:cubicBezTo>
                    <a:pt x="1840" y="8588"/>
                    <a:pt x="2118" y="8311"/>
                    <a:pt x="2355" y="7978"/>
                  </a:cubicBezTo>
                  <a:cubicBezTo>
                    <a:pt x="2407" y="8652"/>
                    <a:pt x="2745" y="9048"/>
                    <a:pt x="3212" y="9048"/>
                  </a:cubicBezTo>
                  <a:cubicBezTo>
                    <a:pt x="3387" y="9048"/>
                    <a:pt x="3580" y="8993"/>
                    <a:pt x="3782" y="8876"/>
                  </a:cubicBezTo>
                  <a:cubicBezTo>
                    <a:pt x="4297" y="8579"/>
                    <a:pt x="4746" y="7957"/>
                    <a:pt x="5000" y="7268"/>
                  </a:cubicBezTo>
                  <a:cubicBezTo>
                    <a:pt x="5150" y="7447"/>
                    <a:pt x="5350" y="7545"/>
                    <a:pt x="5581" y="7545"/>
                  </a:cubicBezTo>
                  <a:cubicBezTo>
                    <a:pt x="5755" y="7545"/>
                    <a:pt x="5946" y="7490"/>
                    <a:pt x="6147" y="7373"/>
                  </a:cubicBezTo>
                  <a:cubicBezTo>
                    <a:pt x="6834" y="6977"/>
                    <a:pt x="7408" y="6002"/>
                    <a:pt x="7549" y="5060"/>
                  </a:cubicBezTo>
                  <a:cubicBezTo>
                    <a:pt x="7556" y="5061"/>
                    <a:pt x="7563" y="5061"/>
                    <a:pt x="7570" y="5061"/>
                  </a:cubicBezTo>
                  <a:cubicBezTo>
                    <a:pt x="7752" y="5061"/>
                    <a:pt x="7953" y="5005"/>
                    <a:pt x="8163" y="4883"/>
                  </a:cubicBezTo>
                  <a:cubicBezTo>
                    <a:pt x="8990" y="4405"/>
                    <a:pt x="9662" y="3123"/>
                    <a:pt x="9662" y="2019"/>
                  </a:cubicBezTo>
                  <a:cubicBezTo>
                    <a:pt x="9662" y="1197"/>
                    <a:pt x="9290" y="706"/>
                    <a:pt x="8758" y="706"/>
                  </a:cubicBezTo>
                  <a:cubicBezTo>
                    <a:pt x="8576" y="706"/>
                    <a:pt x="8374" y="764"/>
                    <a:pt x="8163" y="886"/>
                  </a:cubicBezTo>
                  <a:cubicBezTo>
                    <a:pt x="7996" y="983"/>
                    <a:pt x="7835" y="1113"/>
                    <a:pt x="7685" y="1267"/>
                  </a:cubicBezTo>
                  <a:cubicBezTo>
                    <a:pt x="7698" y="1170"/>
                    <a:pt x="7706" y="1074"/>
                    <a:pt x="7706" y="981"/>
                  </a:cubicBezTo>
                  <a:cubicBezTo>
                    <a:pt x="7706" y="367"/>
                    <a:pt x="7428" y="0"/>
                    <a:pt x="703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3" name="Google Shape;193;p28">
              <a:extLst>
                <a:ext uri="{FF2B5EF4-FFF2-40B4-BE49-F238E27FC236}">
                  <a16:creationId xmlns:a16="http://schemas.microsoft.com/office/drawing/2014/main" id="{85E2D701-703B-4973-78E3-9FA4025686C3}"/>
                </a:ext>
              </a:extLst>
            </p:cNvPr>
            <p:cNvSpPr/>
            <p:nvPr/>
          </p:nvSpPr>
          <p:spPr>
            <a:xfrm>
              <a:off x="5490880" y="1551401"/>
              <a:ext cx="74258" cy="74381"/>
            </a:xfrm>
            <a:custGeom>
              <a:avLst/>
              <a:gdLst/>
              <a:ahLst/>
              <a:cxnLst/>
              <a:rect l="l" t="t" r="r" b="b"/>
              <a:pathLst>
                <a:path w="597" h="598" extrusionOk="0">
                  <a:moveTo>
                    <a:pt x="541" y="1"/>
                  </a:moveTo>
                  <a:lnTo>
                    <a:pt x="1" y="255"/>
                  </a:lnTo>
                  <a:lnTo>
                    <a:pt x="596" y="597"/>
                  </a:lnTo>
                  <a:lnTo>
                    <a:pt x="5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4" name="Google Shape;194;p28">
              <a:extLst>
                <a:ext uri="{FF2B5EF4-FFF2-40B4-BE49-F238E27FC236}">
                  <a16:creationId xmlns:a16="http://schemas.microsoft.com/office/drawing/2014/main" id="{AD337F68-CC0E-207B-4A22-DD0940D2CCE1}"/>
                </a:ext>
              </a:extLst>
            </p:cNvPr>
            <p:cNvSpPr/>
            <p:nvPr/>
          </p:nvSpPr>
          <p:spPr>
            <a:xfrm>
              <a:off x="5778826" y="1565581"/>
              <a:ext cx="74382" cy="74381"/>
            </a:xfrm>
            <a:custGeom>
              <a:avLst/>
              <a:gdLst/>
              <a:ahLst/>
              <a:cxnLst/>
              <a:rect l="l" t="t" r="r" b="b"/>
              <a:pathLst>
                <a:path w="598" h="598" extrusionOk="0">
                  <a:moveTo>
                    <a:pt x="541" y="0"/>
                  </a:moveTo>
                  <a:lnTo>
                    <a:pt x="1" y="255"/>
                  </a:lnTo>
                  <a:lnTo>
                    <a:pt x="598" y="597"/>
                  </a:lnTo>
                  <a:lnTo>
                    <a:pt x="598" y="597"/>
                  </a:lnTo>
                  <a:lnTo>
                    <a:pt x="54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5" name="Google Shape;195;p28">
              <a:extLst>
                <a:ext uri="{FF2B5EF4-FFF2-40B4-BE49-F238E27FC236}">
                  <a16:creationId xmlns:a16="http://schemas.microsoft.com/office/drawing/2014/main" id="{075BC2BF-3571-FD0B-5CCF-4ACCAF093E5E}"/>
                </a:ext>
              </a:extLst>
            </p:cNvPr>
            <p:cNvSpPr/>
            <p:nvPr/>
          </p:nvSpPr>
          <p:spPr>
            <a:xfrm>
              <a:off x="6069384" y="1376395"/>
              <a:ext cx="74133" cy="74132"/>
            </a:xfrm>
            <a:custGeom>
              <a:avLst/>
              <a:gdLst/>
              <a:ahLst/>
              <a:cxnLst/>
              <a:rect l="l" t="t" r="r" b="b"/>
              <a:pathLst>
                <a:path w="596" h="596" extrusionOk="0">
                  <a:moveTo>
                    <a:pt x="541" y="0"/>
                  </a:moveTo>
                  <a:lnTo>
                    <a:pt x="0" y="253"/>
                  </a:lnTo>
                  <a:lnTo>
                    <a:pt x="596" y="596"/>
                  </a:lnTo>
                  <a:lnTo>
                    <a:pt x="54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6" name="Google Shape;196;p28">
              <a:extLst>
                <a:ext uri="{FF2B5EF4-FFF2-40B4-BE49-F238E27FC236}">
                  <a16:creationId xmlns:a16="http://schemas.microsoft.com/office/drawing/2014/main" id="{4AB2665B-80A0-A1D0-C971-7D2B0FA70F3C}"/>
                </a:ext>
              </a:extLst>
            </p:cNvPr>
            <p:cNvSpPr/>
            <p:nvPr/>
          </p:nvSpPr>
          <p:spPr>
            <a:xfrm>
              <a:off x="6065403" y="584450"/>
              <a:ext cx="60202" cy="57713"/>
            </a:xfrm>
            <a:custGeom>
              <a:avLst/>
              <a:gdLst/>
              <a:ahLst/>
              <a:cxnLst/>
              <a:rect l="l" t="t" r="r" b="b"/>
              <a:pathLst>
                <a:path w="484" h="464" extrusionOk="0">
                  <a:moveTo>
                    <a:pt x="1" y="0"/>
                  </a:moveTo>
                  <a:lnTo>
                    <a:pt x="123" y="463"/>
                  </a:lnTo>
                  <a:lnTo>
                    <a:pt x="484" y="283"/>
                  </a:lnTo>
                  <a:lnTo>
                    <a:pt x="1"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7" name="Google Shape;197;p28">
              <a:extLst>
                <a:ext uri="{FF2B5EF4-FFF2-40B4-BE49-F238E27FC236}">
                  <a16:creationId xmlns:a16="http://schemas.microsoft.com/office/drawing/2014/main" id="{61C0E19F-A8A7-357E-84DC-8B6282870C29}"/>
                </a:ext>
              </a:extLst>
            </p:cNvPr>
            <p:cNvSpPr/>
            <p:nvPr/>
          </p:nvSpPr>
          <p:spPr>
            <a:xfrm>
              <a:off x="6332826" y="491536"/>
              <a:ext cx="64805" cy="57713"/>
            </a:xfrm>
            <a:custGeom>
              <a:avLst/>
              <a:gdLst/>
              <a:ahLst/>
              <a:cxnLst/>
              <a:rect l="l" t="t" r="r" b="b"/>
              <a:pathLst>
                <a:path w="521" h="464" extrusionOk="0">
                  <a:moveTo>
                    <a:pt x="0" y="1"/>
                  </a:moveTo>
                  <a:lnTo>
                    <a:pt x="122" y="464"/>
                  </a:lnTo>
                  <a:lnTo>
                    <a:pt x="520" y="305"/>
                  </a:lnTo>
                  <a:lnTo>
                    <a:pt x="0" y="1"/>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8" name="Google Shape;198;p28">
              <a:extLst>
                <a:ext uri="{FF2B5EF4-FFF2-40B4-BE49-F238E27FC236}">
                  <a16:creationId xmlns:a16="http://schemas.microsoft.com/office/drawing/2014/main" id="{12912190-694A-D6F1-4A97-E368C5BDCAEB}"/>
                </a:ext>
              </a:extLst>
            </p:cNvPr>
            <p:cNvSpPr/>
            <p:nvPr/>
          </p:nvSpPr>
          <p:spPr>
            <a:xfrm>
              <a:off x="6562934" y="584450"/>
              <a:ext cx="64805" cy="57713"/>
            </a:xfrm>
            <a:custGeom>
              <a:avLst/>
              <a:gdLst/>
              <a:ahLst/>
              <a:cxnLst/>
              <a:rect l="l" t="t" r="r" b="b"/>
              <a:pathLst>
                <a:path w="521" h="464" extrusionOk="0">
                  <a:moveTo>
                    <a:pt x="0" y="0"/>
                  </a:moveTo>
                  <a:lnTo>
                    <a:pt x="123" y="463"/>
                  </a:lnTo>
                  <a:lnTo>
                    <a:pt x="521" y="304"/>
                  </a:lnTo>
                  <a:lnTo>
                    <a:pt x="0" y="0"/>
                  </a:lnTo>
                  <a:close/>
                </a:path>
              </a:pathLst>
            </a:custGeom>
            <a:solidFill>
              <a:srgbClr val="DD5E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199" name="Google Shape;199;p28">
              <a:extLst>
                <a:ext uri="{FF2B5EF4-FFF2-40B4-BE49-F238E27FC236}">
                  <a16:creationId xmlns:a16="http://schemas.microsoft.com/office/drawing/2014/main" id="{BCD0A57D-CBFB-E733-7DF0-BC78D32DFC0B}"/>
                </a:ext>
              </a:extLst>
            </p:cNvPr>
            <p:cNvSpPr/>
            <p:nvPr/>
          </p:nvSpPr>
          <p:spPr>
            <a:xfrm>
              <a:off x="5493492" y="523130"/>
              <a:ext cx="1201932" cy="1125662"/>
            </a:xfrm>
            <a:custGeom>
              <a:avLst/>
              <a:gdLst/>
              <a:ahLst/>
              <a:cxnLst/>
              <a:rect l="l" t="t" r="r" b="b"/>
              <a:pathLst>
                <a:path w="9663" h="9050" extrusionOk="0">
                  <a:moveTo>
                    <a:pt x="7030" y="1"/>
                  </a:moveTo>
                  <a:cubicBezTo>
                    <a:pt x="6894" y="1"/>
                    <a:pt x="6744" y="44"/>
                    <a:pt x="6586" y="135"/>
                  </a:cubicBezTo>
                  <a:cubicBezTo>
                    <a:pt x="6183" y="368"/>
                    <a:pt x="5831" y="858"/>
                    <a:pt x="5633" y="1399"/>
                  </a:cubicBezTo>
                  <a:cubicBezTo>
                    <a:pt x="5429" y="931"/>
                    <a:pt x="5068" y="670"/>
                    <a:pt x="4623" y="670"/>
                  </a:cubicBezTo>
                  <a:cubicBezTo>
                    <a:pt x="4383" y="670"/>
                    <a:pt x="4117" y="746"/>
                    <a:pt x="3839" y="907"/>
                  </a:cubicBezTo>
                  <a:cubicBezTo>
                    <a:pt x="2788" y="1514"/>
                    <a:pt x="1931" y="3099"/>
                    <a:pt x="1865" y="4516"/>
                  </a:cubicBezTo>
                  <a:cubicBezTo>
                    <a:pt x="1760" y="4546"/>
                    <a:pt x="1652" y="4592"/>
                    <a:pt x="1540" y="4656"/>
                  </a:cubicBezTo>
                  <a:cubicBezTo>
                    <a:pt x="690" y="5147"/>
                    <a:pt x="1" y="6465"/>
                    <a:pt x="1" y="7598"/>
                  </a:cubicBezTo>
                  <a:cubicBezTo>
                    <a:pt x="1" y="8442"/>
                    <a:pt x="383" y="8947"/>
                    <a:pt x="929" y="8947"/>
                  </a:cubicBezTo>
                  <a:cubicBezTo>
                    <a:pt x="1117" y="8947"/>
                    <a:pt x="1323" y="8887"/>
                    <a:pt x="1540" y="8762"/>
                  </a:cubicBezTo>
                  <a:cubicBezTo>
                    <a:pt x="1840" y="8590"/>
                    <a:pt x="2118" y="8313"/>
                    <a:pt x="2354" y="7979"/>
                  </a:cubicBezTo>
                  <a:cubicBezTo>
                    <a:pt x="2407" y="8652"/>
                    <a:pt x="2745" y="9049"/>
                    <a:pt x="3213" y="9049"/>
                  </a:cubicBezTo>
                  <a:cubicBezTo>
                    <a:pt x="3387" y="9049"/>
                    <a:pt x="3580" y="8994"/>
                    <a:pt x="3782" y="8877"/>
                  </a:cubicBezTo>
                  <a:cubicBezTo>
                    <a:pt x="4297" y="8580"/>
                    <a:pt x="4746" y="7958"/>
                    <a:pt x="4999" y="7269"/>
                  </a:cubicBezTo>
                  <a:cubicBezTo>
                    <a:pt x="5149" y="7448"/>
                    <a:pt x="5349" y="7546"/>
                    <a:pt x="5581" y="7546"/>
                  </a:cubicBezTo>
                  <a:cubicBezTo>
                    <a:pt x="5754" y="7546"/>
                    <a:pt x="5946" y="7491"/>
                    <a:pt x="6147" y="7375"/>
                  </a:cubicBezTo>
                  <a:cubicBezTo>
                    <a:pt x="6834" y="6978"/>
                    <a:pt x="7408" y="6003"/>
                    <a:pt x="7549" y="5062"/>
                  </a:cubicBezTo>
                  <a:cubicBezTo>
                    <a:pt x="7556" y="5062"/>
                    <a:pt x="7563" y="5062"/>
                    <a:pt x="7570" y="5062"/>
                  </a:cubicBezTo>
                  <a:cubicBezTo>
                    <a:pt x="7751" y="5062"/>
                    <a:pt x="7952" y="5006"/>
                    <a:pt x="8163" y="4884"/>
                  </a:cubicBezTo>
                  <a:cubicBezTo>
                    <a:pt x="8991" y="4406"/>
                    <a:pt x="9661" y="3124"/>
                    <a:pt x="9661" y="2020"/>
                  </a:cubicBezTo>
                  <a:cubicBezTo>
                    <a:pt x="9662" y="1199"/>
                    <a:pt x="9290" y="707"/>
                    <a:pt x="8758" y="707"/>
                  </a:cubicBezTo>
                  <a:cubicBezTo>
                    <a:pt x="8576" y="707"/>
                    <a:pt x="8374" y="765"/>
                    <a:pt x="8163" y="887"/>
                  </a:cubicBezTo>
                  <a:cubicBezTo>
                    <a:pt x="7996" y="983"/>
                    <a:pt x="7836" y="1114"/>
                    <a:pt x="7685" y="1268"/>
                  </a:cubicBezTo>
                  <a:cubicBezTo>
                    <a:pt x="7699" y="1171"/>
                    <a:pt x="7705" y="1076"/>
                    <a:pt x="7705" y="981"/>
                  </a:cubicBezTo>
                  <a:cubicBezTo>
                    <a:pt x="7705" y="368"/>
                    <a:pt x="7428" y="1"/>
                    <a:pt x="70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0" name="Google Shape;200;p28">
              <a:extLst>
                <a:ext uri="{FF2B5EF4-FFF2-40B4-BE49-F238E27FC236}">
                  <a16:creationId xmlns:a16="http://schemas.microsoft.com/office/drawing/2014/main" id="{12B3CC77-3DAB-66CC-FC69-80E35BF0403E}"/>
                </a:ext>
              </a:extLst>
            </p:cNvPr>
            <p:cNvSpPr/>
            <p:nvPr/>
          </p:nvSpPr>
          <p:spPr>
            <a:xfrm>
              <a:off x="6002217" y="845032"/>
              <a:ext cx="523536" cy="379491"/>
            </a:xfrm>
            <a:custGeom>
              <a:avLst/>
              <a:gdLst/>
              <a:ahLst/>
              <a:cxnLst/>
              <a:rect l="l" t="t" r="r" b="b"/>
              <a:pathLst>
                <a:path w="4209" h="3051" extrusionOk="0">
                  <a:moveTo>
                    <a:pt x="4209" y="1"/>
                  </a:moveTo>
                  <a:lnTo>
                    <a:pt x="1" y="2440"/>
                  </a:lnTo>
                  <a:lnTo>
                    <a:pt x="1" y="3050"/>
                  </a:lnTo>
                  <a:lnTo>
                    <a:pt x="4209" y="611"/>
                  </a:lnTo>
                  <a:lnTo>
                    <a:pt x="42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1" name="Google Shape;201;p28">
              <a:extLst>
                <a:ext uri="{FF2B5EF4-FFF2-40B4-BE49-F238E27FC236}">
                  <a16:creationId xmlns:a16="http://schemas.microsoft.com/office/drawing/2014/main" id="{675EDDC3-FA53-DEE3-2829-BFC6B43B35CA}"/>
                </a:ext>
              </a:extLst>
            </p:cNvPr>
            <p:cNvSpPr/>
            <p:nvPr/>
          </p:nvSpPr>
          <p:spPr>
            <a:xfrm>
              <a:off x="6159437" y="969290"/>
              <a:ext cx="367433" cy="288319"/>
            </a:xfrm>
            <a:custGeom>
              <a:avLst/>
              <a:gdLst/>
              <a:ahLst/>
              <a:cxnLst/>
              <a:rect l="l" t="t" r="r" b="b"/>
              <a:pathLst>
                <a:path w="2954" h="2318" extrusionOk="0">
                  <a:moveTo>
                    <a:pt x="2954" y="1"/>
                  </a:moveTo>
                  <a:lnTo>
                    <a:pt x="0" y="1707"/>
                  </a:lnTo>
                  <a:lnTo>
                    <a:pt x="0" y="2317"/>
                  </a:lnTo>
                  <a:lnTo>
                    <a:pt x="2954" y="611"/>
                  </a:lnTo>
                  <a:lnTo>
                    <a:pt x="29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2" name="Google Shape;202;p28">
              <a:extLst>
                <a:ext uri="{FF2B5EF4-FFF2-40B4-BE49-F238E27FC236}">
                  <a16:creationId xmlns:a16="http://schemas.microsoft.com/office/drawing/2014/main" id="{AD6A5D2A-61D0-1DE9-E977-64F174584E37}"/>
                </a:ext>
              </a:extLst>
            </p:cNvPr>
            <p:cNvSpPr/>
            <p:nvPr/>
          </p:nvSpPr>
          <p:spPr>
            <a:xfrm>
              <a:off x="5776089" y="1286342"/>
              <a:ext cx="28857" cy="68037"/>
            </a:xfrm>
            <a:custGeom>
              <a:avLst/>
              <a:gdLst/>
              <a:ahLst/>
              <a:cxnLst/>
              <a:rect l="l" t="t" r="r" b="b"/>
              <a:pathLst>
                <a:path w="232" h="547" extrusionOk="0">
                  <a:moveTo>
                    <a:pt x="85" y="0"/>
                  </a:moveTo>
                  <a:lnTo>
                    <a:pt x="0" y="50"/>
                  </a:lnTo>
                  <a:lnTo>
                    <a:pt x="0" y="546"/>
                  </a:lnTo>
                  <a:lnTo>
                    <a:pt x="231" y="413"/>
                  </a:lnTo>
                  <a:lnTo>
                    <a:pt x="231" y="319"/>
                  </a:lnTo>
                  <a:lnTo>
                    <a:pt x="85" y="403"/>
                  </a:lnTo>
                  <a:lnTo>
                    <a:pt x="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3" name="Google Shape;203;p28">
              <a:extLst>
                <a:ext uri="{FF2B5EF4-FFF2-40B4-BE49-F238E27FC236}">
                  <a16:creationId xmlns:a16="http://schemas.microsoft.com/office/drawing/2014/main" id="{B501C086-E782-449B-C47F-93ED06E81C57}"/>
                </a:ext>
              </a:extLst>
            </p:cNvPr>
            <p:cNvSpPr/>
            <p:nvPr/>
          </p:nvSpPr>
          <p:spPr>
            <a:xfrm>
              <a:off x="5807931" y="1257858"/>
              <a:ext cx="42167" cy="69779"/>
            </a:xfrm>
            <a:custGeom>
              <a:avLst/>
              <a:gdLst/>
              <a:ahLst/>
              <a:cxnLst/>
              <a:rect l="l" t="t" r="r" b="b"/>
              <a:pathLst>
                <a:path w="339" h="561" extrusionOk="0">
                  <a:moveTo>
                    <a:pt x="199" y="111"/>
                  </a:moveTo>
                  <a:cubicBezTo>
                    <a:pt x="232" y="111"/>
                    <a:pt x="252" y="153"/>
                    <a:pt x="252" y="231"/>
                  </a:cubicBezTo>
                  <a:cubicBezTo>
                    <a:pt x="252" y="330"/>
                    <a:pt x="221" y="413"/>
                    <a:pt x="170" y="442"/>
                  </a:cubicBezTo>
                  <a:cubicBezTo>
                    <a:pt x="160" y="448"/>
                    <a:pt x="150" y="451"/>
                    <a:pt x="141" y="451"/>
                  </a:cubicBezTo>
                  <a:cubicBezTo>
                    <a:pt x="107" y="451"/>
                    <a:pt x="87" y="406"/>
                    <a:pt x="87" y="327"/>
                  </a:cubicBezTo>
                  <a:cubicBezTo>
                    <a:pt x="87" y="228"/>
                    <a:pt x="119" y="149"/>
                    <a:pt x="170" y="120"/>
                  </a:cubicBezTo>
                  <a:cubicBezTo>
                    <a:pt x="181" y="114"/>
                    <a:pt x="190" y="111"/>
                    <a:pt x="199" y="111"/>
                  </a:cubicBezTo>
                  <a:close/>
                  <a:moveTo>
                    <a:pt x="241" y="1"/>
                  </a:moveTo>
                  <a:cubicBezTo>
                    <a:pt x="220" y="1"/>
                    <a:pt x="196" y="8"/>
                    <a:pt x="170" y="23"/>
                  </a:cubicBezTo>
                  <a:cubicBezTo>
                    <a:pt x="70" y="80"/>
                    <a:pt x="1" y="214"/>
                    <a:pt x="1" y="377"/>
                  </a:cubicBezTo>
                  <a:cubicBezTo>
                    <a:pt x="1" y="498"/>
                    <a:pt x="39" y="560"/>
                    <a:pt x="100" y="560"/>
                  </a:cubicBezTo>
                  <a:cubicBezTo>
                    <a:pt x="121" y="560"/>
                    <a:pt x="144" y="553"/>
                    <a:pt x="170" y="539"/>
                  </a:cubicBezTo>
                  <a:cubicBezTo>
                    <a:pt x="270" y="480"/>
                    <a:pt x="339" y="344"/>
                    <a:pt x="339" y="181"/>
                  </a:cubicBezTo>
                  <a:cubicBezTo>
                    <a:pt x="339" y="61"/>
                    <a:pt x="301" y="1"/>
                    <a:pt x="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4" name="Google Shape;204;p28">
              <a:extLst>
                <a:ext uri="{FF2B5EF4-FFF2-40B4-BE49-F238E27FC236}">
                  <a16:creationId xmlns:a16="http://schemas.microsoft.com/office/drawing/2014/main" id="{E49360B6-5AED-73B8-CFB9-AEFE4F8B675A}"/>
                </a:ext>
              </a:extLst>
            </p:cNvPr>
            <p:cNvSpPr/>
            <p:nvPr/>
          </p:nvSpPr>
          <p:spPr>
            <a:xfrm>
              <a:off x="5856441" y="1229250"/>
              <a:ext cx="38186" cy="69903"/>
            </a:xfrm>
            <a:custGeom>
              <a:avLst/>
              <a:gdLst/>
              <a:ahLst/>
              <a:cxnLst/>
              <a:rect l="l" t="t" r="r" b="b"/>
              <a:pathLst>
                <a:path w="307" h="562" extrusionOk="0">
                  <a:moveTo>
                    <a:pt x="249" y="0"/>
                  </a:moveTo>
                  <a:cubicBezTo>
                    <a:pt x="230" y="0"/>
                    <a:pt x="209" y="6"/>
                    <a:pt x="184" y="20"/>
                  </a:cubicBezTo>
                  <a:cubicBezTo>
                    <a:pt x="83" y="77"/>
                    <a:pt x="1" y="221"/>
                    <a:pt x="1" y="386"/>
                  </a:cubicBezTo>
                  <a:cubicBezTo>
                    <a:pt x="1" y="506"/>
                    <a:pt x="42" y="562"/>
                    <a:pt x="103" y="562"/>
                  </a:cubicBezTo>
                  <a:cubicBezTo>
                    <a:pt x="127" y="562"/>
                    <a:pt x="154" y="553"/>
                    <a:pt x="182" y="537"/>
                  </a:cubicBezTo>
                  <a:cubicBezTo>
                    <a:pt x="234" y="506"/>
                    <a:pt x="280" y="451"/>
                    <a:pt x="307" y="404"/>
                  </a:cubicBezTo>
                  <a:lnTo>
                    <a:pt x="307" y="175"/>
                  </a:lnTo>
                  <a:lnTo>
                    <a:pt x="171" y="254"/>
                  </a:lnTo>
                  <a:lnTo>
                    <a:pt x="171" y="345"/>
                  </a:lnTo>
                  <a:lnTo>
                    <a:pt x="231" y="310"/>
                  </a:lnTo>
                  <a:lnTo>
                    <a:pt x="231" y="396"/>
                  </a:lnTo>
                  <a:cubicBezTo>
                    <a:pt x="222" y="411"/>
                    <a:pt x="208" y="425"/>
                    <a:pt x="192" y="433"/>
                  </a:cubicBezTo>
                  <a:cubicBezTo>
                    <a:pt x="174" y="444"/>
                    <a:pt x="158" y="449"/>
                    <a:pt x="144" y="449"/>
                  </a:cubicBezTo>
                  <a:cubicBezTo>
                    <a:pt x="106" y="449"/>
                    <a:pt x="87" y="408"/>
                    <a:pt x="87" y="333"/>
                  </a:cubicBezTo>
                  <a:cubicBezTo>
                    <a:pt x="87" y="233"/>
                    <a:pt x="129" y="148"/>
                    <a:pt x="185" y="116"/>
                  </a:cubicBezTo>
                  <a:cubicBezTo>
                    <a:pt x="201" y="107"/>
                    <a:pt x="213" y="103"/>
                    <a:pt x="223" y="103"/>
                  </a:cubicBezTo>
                  <a:cubicBezTo>
                    <a:pt x="235" y="103"/>
                    <a:pt x="244" y="107"/>
                    <a:pt x="254" y="113"/>
                  </a:cubicBezTo>
                  <a:lnTo>
                    <a:pt x="300" y="18"/>
                  </a:lnTo>
                  <a:cubicBezTo>
                    <a:pt x="287" y="7"/>
                    <a:pt x="270" y="0"/>
                    <a:pt x="2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5" name="Google Shape;205;p28">
              <a:extLst>
                <a:ext uri="{FF2B5EF4-FFF2-40B4-BE49-F238E27FC236}">
                  <a16:creationId xmlns:a16="http://schemas.microsoft.com/office/drawing/2014/main" id="{245F0CA1-A3DB-B303-54CC-7234BE409B3F}"/>
                </a:ext>
              </a:extLst>
            </p:cNvPr>
            <p:cNvSpPr/>
            <p:nvPr/>
          </p:nvSpPr>
          <p:spPr>
            <a:xfrm>
              <a:off x="5903955" y="1212458"/>
              <a:ext cx="10573" cy="68037"/>
            </a:xfrm>
            <a:custGeom>
              <a:avLst/>
              <a:gdLst/>
              <a:ahLst/>
              <a:cxnLst/>
              <a:rect l="l" t="t" r="r" b="b"/>
              <a:pathLst>
                <a:path w="85" h="547" extrusionOk="0">
                  <a:moveTo>
                    <a:pt x="85" y="1"/>
                  </a:moveTo>
                  <a:lnTo>
                    <a:pt x="0" y="49"/>
                  </a:lnTo>
                  <a:lnTo>
                    <a:pt x="0" y="547"/>
                  </a:lnTo>
                  <a:lnTo>
                    <a:pt x="85" y="498"/>
                  </a:lnTo>
                  <a:lnTo>
                    <a:pt x="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6" name="Google Shape;206;p28">
              <a:extLst>
                <a:ext uri="{FF2B5EF4-FFF2-40B4-BE49-F238E27FC236}">
                  <a16:creationId xmlns:a16="http://schemas.microsoft.com/office/drawing/2014/main" id="{5F6F013B-70DF-2458-F4BD-7E71A0C232AB}"/>
                </a:ext>
              </a:extLst>
            </p:cNvPr>
            <p:cNvSpPr/>
            <p:nvPr/>
          </p:nvSpPr>
          <p:spPr>
            <a:xfrm>
              <a:off x="5925224" y="1185343"/>
              <a:ext cx="36445" cy="82839"/>
            </a:xfrm>
            <a:custGeom>
              <a:avLst/>
              <a:gdLst/>
              <a:ahLst/>
              <a:cxnLst/>
              <a:rect l="l" t="t" r="r" b="b"/>
              <a:pathLst>
                <a:path w="293" h="666" extrusionOk="0">
                  <a:moveTo>
                    <a:pt x="292" y="0"/>
                  </a:moveTo>
                  <a:lnTo>
                    <a:pt x="212" y="46"/>
                  </a:lnTo>
                  <a:lnTo>
                    <a:pt x="212" y="222"/>
                  </a:lnTo>
                  <a:cubicBezTo>
                    <a:pt x="212" y="281"/>
                    <a:pt x="219" y="347"/>
                    <a:pt x="223" y="397"/>
                  </a:cubicBezTo>
                  <a:lnTo>
                    <a:pt x="221" y="398"/>
                  </a:lnTo>
                  <a:lnTo>
                    <a:pt x="184" y="310"/>
                  </a:lnTo>
                  <a:lnTo>
                    <a:pt x="87" y="118"/>
                  </a:lnTo>
                  <a:lnTo>
                    <a:pt x="0" y="168"/>
                  </a:lnTo>
                  <a:lnTo>
                    <a:pt x="0" y="666"/>
                  </a:lnTo>
                  <a:lnTo>
                    <a:pt x="82" y="619"/>
                  </a:lnTo>
                  <a:lnTo>
                    <a:pt x="82" y="443"/>
                  </a:lnTo>
                  <a:cubicBezTo>
                    <a:pt x="82" y="384"/>
                    <a:pt x="75" y="322"/>
                    <a:pt x="70" y="269"/>
                  </a:cubicBezTo>
                  <a:lnTo>
                    <a:pt x="73" y="268"/>
                  </a:lnTo>
                  <a:lnTo>
                    <a:pt x="109" y="355"/>
                  </a:lnTo>
                  <a:lnTo>
                    <a:pt x="207" y="547"/>
                  </a:lnTo>
                  <a:lnTo>
                    <a:pt x="292" y="498"/>
                  </a:lnTo>
                  <a:lnTo>
                    <a:pt x="2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7" name="Google Shape;207;p28">
              <a:extLst>
                <a:ext uri="{FF2B5EF4-FFF2-40B4-BE49-F238E27FC236}">
                  <a16:creationId xmlns:a16="http://schemas.microsoft.com/office/drawing/2014/main" id="{1E360FAF-B3DC-F856-8D46-26E19B1A9F80}"/>
                </a:ext>
              </a:extLst>
            </p:cNvPr>
            <p:cNvSpPr/>
            <p:nvPr/>
          </p:nvSpPr>
          <p:spPr>
            <a:xfrm>
              <a:off x="5775965" y="1401644"/>
              <a:ext cx="35201" cy="75251"/>
            </a:xfrm>
            <a:custGeom>
              <a:avLst/>
              <a:gdLst/>
              <a:ahLst/>
              <a:cxnLst/>
              <a:rect l="l" t="t" r="r" b="b"/>
              <a:pathLst>
                <a:path w="283" h="605" extrusionOk="0">
                  <a:moveTo>
                    <a:pt x="173" y="106"/>
                  </a:moveTo>
                  <a:cubicBezTo>
                    <a:pt x="191" y="106"/>
                    <a:pt x="200" y="121"/>
                    <a:pt x="200" y="153"/>
                  </a:cubicBezTo>
                  <a:cubicBezTo>
                    <a:pt x="200" y="205"/>
                    <a:pt x="178" y="245"/>
                    <a:pt x="132" y="272"/>
                  </a:cubicBezTo>
                  <a:lnTo>
                    <a:pt x="86" y="298"/>
                  </a:lnTo>
                  <a:lnTo>
                    <a:pt x="86" y="148"/>
                  </a:lnTo>
                  <a:lnTo>
                    <a:pt x="132" y="121"/>
                  </a:lnTo>
                  <a:cubicBezTo>
                    <a:pt x="148" y="112"/>
                    <a:pt x="162" y="106"/>
                    <a:pt x="173" y="106"/>
                  </a:cubicBezTo>
                  <a:close/>
                  <a:moveTo>
                    <a:pt x="218" y="1"/>
                  </a:moveTo>
                  <a:cubicBezTo>
                    <a:pt x="195" y="1"/>
                    <a:pt x="167" y="11"/>
                    <a:pt x="136" y="29"/>
                  </a:cubicBezTo>
                  <a:lnTo>
                    <a:pt x="1" y="108"/>
                  </a:lnTo>
                  <a:lnTo>
                    <a:pt x="0" y="108"/>
                  </a:lnTo>
                  <a:lnTo>
                    <a:pt x="0" y="604"/>
                  </a:lnTo>
                  <a:lnTo>
                    <a:pt x="86" y="556"/>
                  </a:lnTo>
                  <a:lnTo>
                    <a:pt x="86" y="387"/>
                  </a:lnTo>
                  <a:lnTo>
                    <a:pt x="136" y="358"/>
                  </a:lnTo>
                  <a:cubicBezTo>
                    <a:pt x="215" y="313"/>
                    <a:pt x="283" y="222"/>
                    <a:pt x="283" y="106"/>
                  </a:cubicBezTo>
                  <a:cubicBezTo>
                    <a:pt x="283" y="30"/>
                    <a:pt x="257" y="1"/>
                    <a:pt x="2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8" name="Google Shape;208;p28">
              <a:extLst>
                <a:ext uri="{FF2B5EF4-FFF2-40B4-BE49-F238E27FC236}">
                  <a16:creationId xmlns:a16="http://schemas.microsoft.com/office/drawing/2014/main" id="{B365C0C0-C6D0-38AF-690E-5DA45BDF32F8}"/>
                </a:ext>
              </a:extLst>
            </p:cNvPr>
            <p:cNvSpPr/>
            <p:nvPr/>
          </p:nvSpPr>
          <p:spPr>
            <a:xfrm>
              <a:off x="5809548" y="1380002"/>
              <a:ext cx="41793" cy="77615"/>
            </a:xfrm>
            <a:custGeom>
              <a:avLst/>
              <a:gdLst/>
              <a:ahLst/>
              <a:cxnLst/>
              <a:rect l="l" t="t" r="r" b="b"/>
              <a:pathLst>
                <a:path w="336" h="624" extrusionOk="0">
                  <a:moveTo>
                    <a:pt x="167" y="115"/>
                  </a:moveTo>
                  <a:cubicBezTo>
                    <a:pt x="177" y="161"/>
                    <a:pt x="187" y="214"/>
                    <a:pt x="197" y="258"/>
                  </a:cubicBezTo>
                  <a:lnTo>
                    <a:pt x="206" y="299"/>
                  </a:lnTo>
                  <a:lnTo>
                    <a:pt x="126" y="345"/>
                  </a:lnTo>
                  <a:lnTo>
                    <a:pt x="135" y="293"/>
                  </a:lnTo>
                  <a:cubicBezTo>
                    <a:pt x="146" y="238"/>
                    <a:pt x="156" y="174"/>
                    <a:pt x="165" y="116"/>
                  </a:cubicBezTo>
                  <a:lnTo>
                    <a:pt x="167" y="115"/>
                  </a:lnTo>
                  <a:close/>
                  <a:moveTo>
                    <a:pt x="219" y="0"/>
                  </a:moveTo>
                  <a:lnTo>
                    <a:pt x="117" y="59"/>
                  </a:lnTo>
                  <a:lnTo>
                    <a:pt x="0" y="623"/>
                  </a:lnTo>
                  <a:lnTo>
                    <a:pt x="86" y="574"/>
                  </a:lnTo>
                  <a:lnTo>
                    <a:pt x="110" y="443"/>
                  </a:lnTo>
                  <a:lnTo>
                    <a:pt x="223" y="376"/>
                  </a:lnTo>
                  <a:lnTo>
                    <a:pt x="247" y="481"/>
                  </a:lnTo>
                  <a:lnTo>
                    <a:pt x="336" y="431"/>
                  </a:lnTo>
                  <a:lnTo>
                    <a:pt x="2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09" name="Google Shape;209;p28">
              <a:extLst>
                <a:ext uri="{FF2B5EF4-FFF2-40B4-BE49-F238E27FC236}">
                  <a16:creationId xmlns:a16="http://schemas.microsoft.com/office/drawing/2014/main" id="{6DCFC10E-3AC9-4F58-D59E-F10510C8ADBE}"/>
                </a:ext>
              </a:extLst>
            </p:cNvPr>
            <p:cNvSpPr/>
            <p:nvPr/>
          </p:nvSpPr>
          <p:spPr>
            <a:xfrm>
              <a:off x="5853082" y="1356120"/>
              <a:ext cx="34703" cy="70525"/>
            </a:xfrm>
            <a:custGeom>
              <a:avLst/>
              <a:gdLst/>
              <a:ahLst/>
              <a:cxnLst/>
              <a:rect l="l" t="t" r="r" b="b"/>
              <a:pathLst>
                <a:path w="279" h="567" extrusionOk="0">
                  <a:moveTo>
                    <a:pt x="216" y="1"/>
                  </a:moveTo>
                  <a:cubicBezTo>
                    <a:pt x="194" y="1"/>
                    <a:pt x="171" y="8"/>
                    <a:pt x="148" y="21"/>
                  </a:cubicBezTo>
                  <a:cubicBezTo>
                    <a:pt x="70" y="66"/>
                    <a:pt x="15" y="163"/>
                    <a:pt x="15" y="246"/>
                  </a:cubicBezTo>
                  <a:cubicBezTo>
                    <a:pt x="15" y="317"/>
                    <a:pt x="51" y="339"/>
                    <a:pt x="88" y="339"/>
                  </a:cubicBezTo>
                  <a:cubicBezTo>
                    <a:pt x="89" y="339"/>
                    <a:pt x="90" y="339"/>
                    <a:pt x="91" y="339"/>
                  </a:cubicBezTo>
                  <a:lnTo>
                    <a:pt x="139" y="338"/>
                  </a:lnTo>
                  <a:cubicBezTo>
                    <a:pt x="143" y="338"/>
                    <a:pt x="147" y="338"/>
                    <a:pt x="151" y="338"/>
                  </a:cubicBezTo>
                  <a:cubicBezTo>
                    <a:pt x="176" y="338"/>
                    <a:pt x="192" y="339"/>
                    <a:pt x="192" y="367"/>
                  </a:cubicBezTo>
                  <a:cubicBezTo>
                    <a:pt x="192" y="396"/>
                    <a:pt x="175" y="424"/>
                    <a:pt x="140" y="445"/>
                  </a:cubicBezTo>
                  <a:cubicBezTo>
                    <a:pt x="125" y="454"/>
                    <a:pt x="109" y="458"/>
                    <a:pt x="93" y="458"/>
                  </a:cubicBezTo>
                  <a:cubicBezTo>
                    <a:pt x="77" y="458"/>
                    <a:pt x="62" y="454"/>
                    <a:pt x="49" y="446"/>
                  </a:cubicBezTo>
                  <a:lnTo>
                    <a:pt x="1" y="550"/>
                  </a:lnTo>
                  <a:cubicBezTo>
                    <a:pt x="17" y="561"/>
                    <a:pt x="37" y="567"/>
                    <a:pt x="58" y="567"/>
                  </a:cubicBezTo>
                  <a:cubicBezTo>
                    <a:pt x="84" y="567"/>
                    <a:pt x="112" y="558"/>
                    <a:pt x="139" y="543"/>
                  </a:cubicBezTo>
                  <a:cubicBezTo>
                    <a:pt x="228" y="492"/>
                    <a:pt x="279" y="391"/>
                    <a:pt x="279" y="307"/>
                  </a:cubicBezTo>
                  <a:cubicBezTo>
                    <a:pt x="279" y="239"/>
                    <a:pt x="252" y="215"/>
                    <a:pt x="208" y="215"/>
                  </a:cubicBezTo>
                  <a:cubicBezTo>
                    <a:pt x="207" y="215"/>
                    <a:pt x="206" y="215"/>
                    <a:pt x="205" y="215"/>
                  </a:cubicBezTo>
                  <a:lnTo>
                    <a:pt x="158" y="217"/>
                  </a:lnTo>
                  <a:cubicBezTo>
                    <a:pt x="150" y="217"/>
                    <a:pt x="142" y="218"/>
                    <a:pt x="135" y="218"/>
                  </a:cubicBezTo>
                  <a:cubicBezTo>
                    <a:pt x="115" y="218"/>
                    <a:pt x="101" y="214"/>
                    <a:pt x="101" y="191"/>
                  </a:cubicBezTo>
                  <a:cubicBezTo>
                    <a:pt x="101" y="163"/>
                    <a:pt x="120" y="135"/>
                    <a:pt x="148" y="118"/>
                  </a:cubicBezTo>
                  <a:cubicBezTo>
                    <a:pt x="164" y="109"/>
                    <a:pt x="177" y="105"/>
                    <a:pt x="191" y="105"/>
                  </a:cubicBezTo>
                  <a:cubicBezTo>
                    <a:pt x="203" y="105"/>
                    <a:pt x="214" y="108"/>
                    <a:pt x="226" y="114"/>
                  </a:cubicBezTo>
                  <a:lnTo>
                    <a:pt x="269" y="18"/>
                  </a:lnTo>
                  <a:cubicBezTo>
                    <a:pt x="253" y="6"/>
                    <a:pt x="235" y="1"/>
                    <a:pt x="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0" name="Google Shape;210;p28">
              <a:extLst>
                <a:ext uri="{FF2B5EF4-FFF2-40B4-BE49-F238E27FC236}">
                  <a16:creationId xmlns:a16="http://schemas.microsoft.com/office/drawing/2014/main" id="{C93B9A10-DCD3-D724-E14C-03F9031873A5}"/>
                </a:ext>
              </a:extLst>
            </p:cNvPr>
            <p:cNvSpPr/>
            <p:nvPr/>
          </p:nvSpPr>
          <p:spPr>
            <a:xfrm>
              <a:off x="5891143" y="1334229"/>
              <a:ext cx="34703" cy="70525"/>
            </a:xfrm>
            <a:custGeom>
              <a:avLst/>
              <a:gdLst/>
              <a:ahLst/>
              <a:cxnLst/>
              <a:rect l="l" t="t" r="r" b="b"/>
              <a:pathLst>
                <a:path w="279" h="567" extrusionOk="0">
                  <a:moveTo>
                    <a:pt x="216" y="0"/>
                  </a:moveTo>
                  <a:cubicBezTo>
                    <a:pt x="195" y="0"/>
                    <a:pt x="171" y="7"/>
                    <a:pt x="148" y="20"/>
                  </a:cubicBezTo>
                  <a:cubicBezTo>
                    <a:pt x="71" y="65"/>
                    <a:pt x="15" y="162"/>
                    <a:pt x="15" y="246"/>
                  </a:cubicBezTo>
                  <a:cubicBezTo>
                    <a:pt x="15" y="316"/>
                    <a:pt x="50" y="338"/>
                    <a:pt x="88" y="338"/>
                  </a:cubicBezTo>
                  <a:cubicBezTo>
                    <a:pt x="89" y="338"/>
                    <a:pt x="90" y="338"/>
                    <a:pt x="91" y="338"/>
                  </a:cubicBezTo>
                  <a:lnTo>
                    <a:pt x="139" y="337"/>
                  </a:lnTo>
                  <a:cubicBezTo>
                    <a:pt x="143" y="337"/>
                    <a:pt x="147" y="337"/>
                    <a:pt x="151" y="337"/>
                  </a:cubicBezTo>
                  <a:cubicBezTo>
                    <a:pt x="177" y="337"/>
                    <a:pt x="192" y="339"/>
                    <a:pt x="192" y="366"/>
                  </a:cubicBezTo>
                  <a:cubicBezTo>
                    <a:pt x="192" y="395"/>
                    <a:pt x="175" y="424"/>
                    <a:pt x="140" y="444"/>
                  </a:cubicBezTo>
                  <a:cubicBezTo>
                    <a:pt x="125" y="453"/>
                    <a:pt x="109" y="457"/>
                    <a:pt x="94" y="457"/>
                  </a:cubicBezTo>
                  <a:cubicBezTo>
                    <a:pt x="78" y="457"/>
                    <a:pt x="63" y="453"/>
                    <a:pt x="49" y="445"/>
                  </a:cubicBezTo>
                  <a:lnTo>
                    <a:pt x="1" y="550"/>
                  </a:lnTo>
                  <a:cubicBezTo>
                    <a:pt x="18" y="561"/>
                    <a:pt x="37" y="566"/>
                    <a:pt x="57" y="566"/>
                  </a:cubicBezTo>
                  <a:cubicBezTo>
                    <a:pt x="83" y="566"/>
                    <a:pt x="111" y="558"/>
                    <a:pt x="139" y="542"/>
                  </a:cubicBezTo>
                  <a:cubicBezTo>
                    <a:pt x="227" y="491"/>
                    <a:pt x="279" y="390"/>
                    <a:pt x="279" y="306"/>
                  </a:cubicBezTo>
                  <a:cubicBezTo>
                    <a:pt x="279" y="238"/>
                    <a:pt x="252" y="214"/>
                    <a:pt x="208" y="214"/>
                  </a:cubicBezTo>
                  <a:cubicBezTo>
                    <a:pt x="207" y="214"/>
                    <a:pt x="206" y="214"/>
                    <a:pt x="205" y="214"/>
                  </a:cubicBezTo>
                  <a:lnTo>
                    <a:pt x="157" y="216"/>
                  </a:lnTo>
                  <a:cubicBezTo>
                    <a:pt x="149" y="217"/>
                    <a:pt x="142" y="217"/>
                    <a:pt x="135" y="217"/>
                  </a:cubicBezTo>
                  <a:cubicBezTo>
                    <a:pt x="114" y="217"/>
                    <a:pt x="101" y="213"/>
                    <a:pt x="101" y="190"/>
                  </a:cubicBezTo>
                  <a:cubicBezTo>
                    <a:pt x="101" y="162"/>
                    <a:pt x="119" y="134"/>
                    <a:pt x="148" y="117"/>
                  </a:cubicBezTo>
                  <a:cubicBezTo>
                    <a:pt x="164" y="108"/>
                    <a:pt x="178" y="104"/>
                    <a:pt x="191" y="104"/>
                  </a:cubicBezTo>
                  <a:cubicBezTo>
                    <a:pt x="203" y="104"/>
                    <a:pt x="214" y="107"/>
                    <a:pt x="226" y="113"/>
                  </a:cubicBezTo>
                  <a:lnTo>
                    <a:pt x="268" y="17"/>
                  </a:lnTo>
                  <a:cubicBezTo>
                    <a:pt x="253" y="5"/>
                    <a:pt x="235" y="0"/>
                    <a:pt x="2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1" name="Google Shape;211;p28">
              <a:extLst>
                <a:ext uri="{FF2B5EF4-FFF2-40B4-BE49-F238E27FC236}">
                  <a16:creationId xmlns:a16="http://schemas.microsoft.com/office/drawing/2014/main" id="{D92CAEB9-A2D7-D882-6A49-7EFBBA95363B}"/>
                </a:ext>
              </a:extLst>
            </p:cNvPr>
            <p:cNvSpPr/>
            <p:nvPr/>
          </p:nvSpPr>
          <p:spPr>
            <a:xfrm>
              <a:off x="5928956" y="1294427"/>
              <a:ext cx="56098" cy="89182"/>
            </a:xfrm>
            <a:custGeom>
              <a:avLst/>
              <a:gdLst/>
              <a:ahLst/>
              <a:cxnLst/>
              <a:rect l="l" t="t" r="r" b="b"/>
              <a:pathLst>
                <a:path w="451" h="717" extrusionOk="0">
                  <a:moveTo>
                    <a:pt x="450" y="0"/>
                  </a:moveTo>
                  <a:lnTo>
                    <a:pt x="370" y="46"/>
                  </a:lnTo>
                  <a:lnTo>
                    <a:pt x="344" y="294"/>
                  </a:lnTo>
                  <a:cubicBezTo>
                    <a:pt x="339" y="348"/>
                    <a:pt x="334" y="403"/>
                    <a:pt x="330" y="460"/>
                  </a:cubicBezTo>
                  <a:lnTo>
                    <a:pt x="327" y="461"/>
                  </a:lnTo>
                  <a:cubicBezTo>
                    <a:pt x="320" y="411"/>
                    <a:pt x="313" y="363"/>
                    <a:pt x="305" y="317"/>
                  </a:cubicBezTo>
                  <a:lnTo>
                    <a:pt x="264" y="107"/>
                  </a:lnTo>
                  <a:lnTo>
                    <a:pt x="193" y="149"/>
                  </a:lnTo>
                  <a:lnTo>
                    <a:pt x="153" y="405"/>
                  </a:lnTo>
                  <a:cubicBezTo>
                    <a:pt x="145" y="461"/>
                    <a:pt x="138" y="517"/>
                    <a:pt x="131" y="575"/>
                  </a:cubicBezTo>
                  <a:lnTo>
                    <a:pt x="129" y="576"/>
                  </a:lnTo>
                  <a:cubicBezTo>
                    <a:pt x="124" y="526"/>
                    <a:pt x="119" y="476"/>
                    <a:pt x="113" y="427"/>
                  </a:cubicBezTo>
                  <a:lnTo>
                    <a:pt x="88" y="210"/>
                  </a:lnTo>
                  <a:lnTo>
                    <a:pt x="1" y="259"/>
                  </a:lnTo>
                  <a:lnTo>
                    <a:pt x="71" y="716"/>
                  </a:lnTo>
                  <a:lnTo>
                    <a:pt x="174" y="657"/>
                  </a:lnTo>
                  <a:lnTo>
                    <a:pt x="210" y="410"/>
                  </a:lnTo>
                  <a:cubicBezTo>
                    <a:pt x="216" y="369"/>
                    <a:pt x="220" y="326"/>
                    <a:pt x="225" y="286"/>
                  </a:cubicBezTo>
                  <a:lnTo>
                    <a:pt x="227" y="285"/>
                  </a:lnTo>
                  <a:cubicBezTo>
                    <a:pt x="231" y="320"/>
                    <a:pt x="236" y="357"/>
                    <a:pt x="242" y="392"/>
                  </a:cubicBezTo>
                  <a:lnTo>
                    <a:pt x="279" y="597"/>
                  </a:lnTo>
                  <a:lnTo>
                    <a:pt x="384" y="535"/>
                  </a:lnTo>
                  <a:lnTo>
                    <a:pt x="4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2" name="Google Shape;212;p28">
              <a:extLst>
                <a:ext uri="{FF2B5EF4-FFF2-40B4-BE49-F238E27FC236}">
                  <a16:creationId xmlns:a16="http://schemas.microsoft.com/office/drawing/2014/main" id="{32163F82-0F20-2F88-2681-575EDC92350D}"/>
                </a:ext>
              </a:extLst>
            </p:cNvPr>
            <p:cNvSpPr/>
            <p:nvPr/>
          </p:nvSpPr>
          <p:spPr>
            <a:xfrm>
              <a:off x="5989033" y="1275894"/>
              <a:ext cx="42167" cy="69779"/>
            </a:xfrm>
            <a:custGeom>
              <a:avLst/>
              <a:gdLst/>
              <a:ahLst/>
              <a:cxnLst/>
              <a:rect l="l" t="t" r="r" b="b"/>
              <a:pathLst>
                <a:path w="339" h="561" extrusionOk="0">
                  <a:moveTo>
                    <a:pt x="200" y="111"/>
                  </a:moveTo>
                  <a:cubicBezTo>
                    <a:pt x="233" y="111"/>
                    <a:pt x="253" y="152"/>
                    <a:pt x="253" y="230"/>
                  </a:cubicBezTo>
                  <a:cubicBezTo>
                    <a:pt x="253" y="331"/>
                    <a:pt x="220" y="413"/>
                    <a:pt x="170" y="442"/>
                  </a:cubicBezTo>
                  <a:cubicBezTo>
                    <a:pt x="160" y="448"/>
                    <a:pt x="150" y="450"/>
                    <a:pt x="142" y="450"/>
                  </a:cubicBezTo>
                  <a:cubicBezTo>
                    <a:pt x="107" y="450"/>
                    <a:pt x="86" y="406"/>
                    <a:pt x="86" y="326"/>
                  </a:cubicBezTo>
                  <a:cubicBezTo>
                    <a:pt x="86" y="227"/>
                    <a:pt x="119" y="148"/>
                    <a:pt x="170" y="120"/>
                  </a:cubicBezTo>
                  <a:cubicBezTo>
                    <a:pt x="181" y="114"/>
                    <a:pt x="191" y="111"/>
                    <a:pt x="200" y="111"/>
                  </a:cubicBezTo>
                  <a:close/>
                  <a:moveTo>
                    <a:pt x="242" y="0"/>
                  </a:moveTo>
                  <a:cubicBezTo>
                    <a:pt x="220" y="0"/>
                    <a:pt x="196" y="8"/>
                    <a:pt x="170" y="23"/>
                  </a:cubicBezTo>
                  <a:cubicBezTo>
                    <a:pt x="70" y="81"/>
                    <a:pt x="1" y="214"/>
                    <a:pt x="1" y="376"/>
                  </a:cubicBezTo>
                  <a:cubicBezTo>
                    <a:pt x="1" y="498"/>
                    <a:pt x="39" y="561"/>
                    <a:pt x="101" y="561"/>
                  </a:cubicBezTo>
                  <a:cubicBezTo>
                    <a:pt x="121" y="561"/>
                    <a:pt x="145" y="553"/>
                    <a:pt x="170" y="539"/>
                  </a:cubicBezTo>
                  <a:cubicBezTo>
                    <a:pt x="271" y="480"/>
                    <a:pt x="339" y="343"/>
                    <a:pt x="339" y="181"/>
                  </a:cubicBezTo>
                  <a:cubicBezTo>
                    <a:pt x="339" y="61"/>
                    <a:pt x="302" y="0"/>
                    <a:pt x="2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3" name="Google Shape;213;p28">
              <a:extLst>
                <a:ext uri="{FF2B5EF4-FFF2-40B4-BE49-F238E27FC236}">
                  <a16:creationId xmlns:a16="http://schemas.microsoft.com/office/drawing/2014/main" id="{2CD22D09-66AA-A0D9-8CC8-79348D7C51B3}"/>
                </a:ext>
              </a:extLst>
            </p:cNvPr>
            <p:cNvSpPr/>
            <p:nvPr/>
          </p:nvSpPr>
          <p:spPr>
            <a:xfrm>
              <a:off x="6039781" y="1249400"/>
              <a:ext cx="36942" cy="75251"/>
            </a:xfrm>
            <a:custGeom>
              <a:avLst/>
              <a:gdLst/>
              <a:ahLst/>
              <a:cxnLst/>
              <a:rect l="l" t="t" r="r" b="b"/>
              <a:pathLst>
                <a:path w="297" h="605" extrusionOk="0">
                  <a:moveTo>
                    <a:pt x="172" y="107"/>
                  </a:moveTo>
                  <a:cubicBezTo>
                    <a:pt x="188" y="107"/>
                    <a:pt x="196" y="120"/>
                    <a:pt x="196" y="150"/>
                  </a:cubicBezTo>
                  <a:cubicBezTo>
                    <a:pt x="196" y="198"/>
                    <a:pt x="173" y="237"/>
                    <a:pt x="129" y="262"/>
                  </a:cubicBezTo>
                  <a:lnTo>
                    <a:pt x="85" y="287"/>
                  </a:lnTo>
                  <a:lnTo>
                    <a:pt x="85" y="147"/>
                  </a:lnTo>
                  <a:lnTo>
                    <a:pt x="129" y="122"/>
                  </a:lnTo>
                  <a:cubicBezTo>
                    <a:pt x="146" y="113"/>
                    <a:pt x="161" y="107"/>
                    <a:pt x="172" y="107"/>
                  </a:cubicBezTo>
                  <a:close/>
                  <a:moveTo>
                    <a:pt x="217" y="1"/>
                  </a:moveTo>
                  <a:cubicBezTo>
                    <a:pt x="193" y="1"/>
                    <a:pt x="165" y="12"/>
                    <a:pt x="135" y="29"/>
                  </a:cubicBezTo>
                  <a:lnTo>
                    <a:pt x="1" y="107"/>
                  </a:lnTo>
                  <a:lnTo>
                    <a:pt x="1" y="604"/>
                  </a:lnTo>
                  <a:lnTo>
                    <a:pt x="85" y="556"/>
                  </a:lnTo>
                  <a:lnTo>
                    <a:pt x="85" y="376"/>
                  </a:lnTo>
                  <a:lnTo>
                    <a:pt x="131" y="350"/>
                  </a:lnTo>
                  <a:lnTo>
                    <a:pt x="202" y="488"/>
                  </a:lnTo>
                  <a:lnTo>
                    <a:pt x="297" y="433"/>
                  </a:lnTo>
                  <a:lnTo>
                    <a:pt x="212" y="282"/>
                  </a:lnTo>
                  <a:cubicBezTo>
                    <a:pt x="252" y="236"/>
                    <a:pt x="279" y="174"/>
                    <a:pt x="279" y="101"/>
                  </a:cubicBezTo>
                  <a:cubicBezTo>
                    <a:pt x="279" y="28"/>
                    <a:pt x="254" y="1"/>
                    <a:pt x="2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4" name="Google Shape;214;p28">
              <a:extLst>
                <a:ext uri="{FF2B5EF4-FFF2-40B4-BE49-F238E27FC236}">
                  <a16:creationId xmlns:a16="http://schemas.microsoft.com/office/drawing/2014/main" id="{185D447A-659A-4C01-F38D-91A590640502}"/>
                </a:ext>
              </a:extLst>
            </p:cNvPr>
            <p:cNvSpPr/>
            <p:nvPr/>
          </p:nvSpPr>
          <p:spPr>
            <a:xfrm>
              <a:off x="6083688" y="1225892"/>
              <a:ext cx="36320" cy="73510"/>
            </a:xfrm>
            <a:custGeom>
              <a:avLst/>
              <a:gdLst/>
              <a:ahLst/>
              <a:cxnLst/>
              <a:rect l="l" t="t" r="r" b="b"/>
              <a:pathLst>
                <a:path w="292" h="591" extrusionOk="0">
                  <a:moveTo>
                    <a:pt x="153" y="108"/>
                  </a:moveTo>
                  <a:cubicBezTo>
                    <a:pt x="186" y="108"/>
                    <a:pt x="206" y="139"/>
                    <a:pt x="206" y="220"/>
                  </a:cubicBezTo>
                  <a:cubicBezTo>
                    <a:pt x="206" y="340"/>
                    <a:pt x="163" y="405"/>
                    <a:pt x="100" y="442"/>
                  </a:cubicBezTo>
                  <a:lnTo>
                    <a:pt x="84" y="451"/>
                  </a:lnTo>
                  <a:lnTo>
                    <a:pt x="84" y="135"/>
                  </a:lnTo>
                  <a:lnTo>
                    <a:pt x="100" y="126"/>
                  </a:lnTo>
                  <a:cubicBezTo>
                    <a:pt x="120" y="114"/>
                    <a:pt x="138" y="108"/>
                    <a:pt x="153" y="108"/>
                  </a:cubicBezTo>
                  <a:close/>
                  <a:moveTo>
                    <a:pt x="199" y="1"/>
                  </a:moveTo>
                  <a:cubicBezTo>
                    <a:pt x="172" y="1"/>
                    <a:pt x="140" y="12"/>
                    <a:pt x="105" y="32"/>
                  </a:cubicBezTo>
                  <a:lnTo>
                    <a:pt x="0" y="93"/>
                  </a:lnTo>
                  <a:lnTo>
                    <a:pt x="0" y="591"/>
                  </a:lnTo>
                  <a:lnTo>
                    <a:pt x="110" y="527"/>
                  </a:lnTo>
                  <a:cubicBezTo>
                    <a:pt x="218" y="463"/>
                    <a:pt x="292" y="342"/>
                    <a:pt x="292" y="171"/>
                  </a:cubicBezTo>
                  <a:cubicBezTo>
                    <a:pt x="292" y="53"/>
                    <a:pt x="257" y="1"/>
                    <a:pt x="1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5" name="Google Shape;215;p28">
              <a:extLst>
                <a:ext uri="{FF2B5EF4-FFF2-40B4-BE49-F238E27FC236}">
                  <a16:creationId xmlns:a16="http://schemas.microsoft.com/office/drawing/2014/main" id="{C21B25AE-0F1C-389B-7747-041EE71734EC}"/>
                </a:ext>
              </a:extLst>
            </p:cNvPr>
            <p:cNvSpPr/>
            <p:nvPr/>
          </p:nvSpPr>
          <p:spPr>
            <a:xfrm>
              <a:off x="5834425" y="979738"/>
              <a:ext cx="94781" cy="190056"/>
            </a:xfrm>
            <a:custGeom>
              <a:avLst/>
              <a:gdLst/>
              <a:ahLst/>
              <a:cxnLst/>
              <a:rect l="l" t="t" r="r" b="b"/>
              <a:pathLst>
                <a:path w="762" h="1528" extrusionOk="0">
                  <a:moveTo>
                    <a:pt x="762" y="0"/>
                  </a:moveTo>
                  <a:lnTo>
                    <a:pt x="567" y="113"/>
                  </a:lnTo>
                  <a:lnTo>
                    <a:pt x="434" y="678"/>
                  </a:lnTo>
                  <a:lnTo>
                    <a:pt x="386" y="896"/>
                  </a:lnTo>
                  <a:lnTo>
                    <a:pt x="380" y="899"/>
                  </a:lnTo>
                  <a:lnTo>
                    <a:pt x="332" y="737"/>
                  </a:lnTo>
                  <a:lnTo>
                    <a:pt x="196" y="327"/>
                  </a:lnTo>
                  <a:lnTo>
                    <a:pt x="1" y="439"/>
                  </a:lnTo>
                  <a:lnTo>
                    <a:pt x="1" y="1527"/>
                  </a:lnTo>
                  <a:lnTo>
                    <a:pt x="171" y="1429"/>
                  </a:lnTo>
                  <a:lnTo>
                    <a:pt x="171" y="1030"/>
                  </a:lnTo>
                  <a:cubicBezTo>
                    <a:pt x="171" y="923"/>
                    <a:pt x="155" y="774"/>
                    <a:pt x="147" y="673"/>
                  </a:cubicBezTo>
                  <a:lnTo>
                    <a:pt x="152" y="670"/>
                  </a:lnTo>
                  <a:lnTo>
                    <a:pt x="217" y="885"/>
                  </a:lnTo>
                  <a:lnTo>
                    <a:pt x="342" y="1235"/>
                  </a:lnTo>
                  <a:lnTo>
                    <a:pt x="415" y="1193"/>
                  </a:lnTo>
                  <a:lnTo>
                    <a:pt x="541" y="697"/>
                  </a:lnTo>
                  <a:lnTo>
                    <a:pt x="608" y="408"/>
                  </a:lnTo>
                  <a:lnTo>
                    <a:pt x="613" y="404"/>
                  </a:lnTo>
                  <a:lnTo>
                    <a:pt x="613" y="404"/>
                  </a:lnTo>
                  <a:cubicBezTo>
                    <a:pt x="604" y="515"/>
                    <a:pt x="590" y="681"/>
                    <a:pt x="590" y="788"/>
                  </a:cubicBezTo>
                  <a:lnTo>
                    <a:pt x="590" y="1187"/>
                  </a:lnTo>
                  <a:lnTo>
                    <a:pt x="762" y="1088"/>
                  </a:lnTo>
                  <a:lnTo>
                    <a:pt x="76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6" name="Google Shape;216;p28">
              <a:extLst>
                <a:ext uri="{FF2B5EF4-FFF2-40B4-BE49-F238E27FC236}">
                  <a16:creationId xmlns:a16="http://schemas.microsoft.com/office/drawing/2014/main" id="{058E2034-69F7-F8C8-297F-9642058F7892}"/>
                </a:ext>
              </a:extLst>
            </p:cNvPr>
            <p:cNvSpPr/>
            <p:nvPr/>
          </p:nvSpPr>
          <p:spPr>
            <a:xfrm>
              <a:off x="5939777" y="925010"/>
              <a:ext cx="84084" cy="166299"/>
            </a:xfrm>
            <a:custGeom>
              <a:avLst/>
              <a:gdLst/>
              <a:ahLst/>
              <a:cxnLst/>
              <a:rect l="l" t="t" r="r" b="b"/>
              <a:pathLst>
                <a:path w="676" h="1337" extrusionOk="0">
                  <a:moveTo>
                    <a:pt x="675" y="1"/>
                  </a:moveTo>
                  <a:lnTo>
                    <a:pt x="482" y="112"/>
                  </a:lnTo>
                  <a:lnTo>
                    <a:pt x="410" y="404"/>
                  </a:lnTo>
                  <a:cubicBezTo>
                    <a:pt x="388" y="499"/>
                    <a:pt x="364" y="588"/>
                    <a:pt x="342" y="684"/>
                  </a:cubicBezTo>
                  <a:lnTo>
                    <a:pt x="336" y="687"/>
                  </a:lnTo>
                  <a:cubicBezTo>
                    <a:pt x="312" y="617"/>
                    <a:pt x="291" y="555"/>
                    <a:pt x="270" y="485"/>
                  </a:cubicBezTo>
                  <a:lnTo>
                    <a:pt x="196" y="277"/>
                  </a:lnTo>
                  <a:lnTo>
                    <a:pt x="1" y="391"/>
                  </a:lnTo>
                  <a:lnTo>
                    <a:pt x="245" y="950"/>
                  </a:lnTo>
                  <a:lnTo>
                    <a:pt x="245" y="1336"/>
                  </a:lnTo>
                  <a:lnTo>
                    <a:pt x="428" y="1231"/>
                  </a:lnTo>
                  <a:lnTo>
                    <a:pt x="428" y="843"/>
                  </a:lnTo>
                  <a:lnTo>
                    <a:pt x="6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7" name="Google Shape;217;p28">
              <a:extLst>
                <a:ext uri="{FF2B5EF4-FFF2-40B4-BE49-F238E27FC236}">
                  <a16:creationId xmlns:a16="http://schemas.microsoft.com/office/drawing/2014/main" id="{A82C1955-E0F3-12D9-463E-43BEBFABD3EB}"/>
                </a:ext>
              </a:extLst>
            </p:cNvPr>
            <p:cNvSpPr/>
            <p:nvPr/>
          </p:nvSpPr>
          <p:spPr>
            <a:xfrm>
              <a:off x="6066647" y="875133"/>
              <a:ext cx="79731" cy="160578"/>
            </a:xfrm>
            <a:custGeom>
              <a:avLst/>
              <a:gdLst/>
              <a:ahLst/>
              <a:cxnLst/>
              <a:rect l="l" t="t" r="r" b="b"/>
              <a:pathLst>
                <a:path w="641" h="1291" extrusionOk="0">
                  <a:moveTo>
                    <a:pt x="336" y="234"/>
                  </a:moveTo>
                  <a:cubicBezTo>
                    <a:pt x="408" y="234"/>
                    <a:pt x="452" y="303"/>
                    <a:pt x="452" y="481"/>
                  </a:cubicBezTo>
                  <a:cubicBezTo>
                    <a:pt x="452" y="741"/>
                    <a:pt x="358" y="885"/>
                    <a:pt x="220" y="965"/>
                  </a:cubicBezTo>
                  <a:lnTo>
                    <a:pt x="185" y="985"/>
                  </a:lnTo>
                  <a:lnTo>
                    <a:pt x="185" y="294"/>
                  </a:lnTo>
                  <a:lnTo>
                    <a:pt x="220" y="274"/>
                  </a:lnTo>
                  <a:cubicBezTo>
                    <a:pt x="264" y="249"/>
                    <a:pt x="303" y="234"/>
                    <a:pt x="336" y="234"/>
                  </a:cubicBezTo>
                  <a:close/>
                  <a:moveTo>
                    <a:pt x="437" y="1"/>
                  </a:moveTo>
                  <a:cubicBezTo>
                    <a:pt x="379" y="1"/>
                    <a:pt x="309" y="24"/>
                    <a:pt x="230" y="70"/>
                  </a:cubicBezTo>
                  <a:lnTo>
                    <a:pt x="1" y="203"/>
                  </a:lnTo>
                  <a:lnTo>
                    <a:pt x="1" y="1290"/>
                  </a:lnTo>
                  <a:lnTo>
                    <a:pt x="242" y="1151"/>
                  </a:lnTo>
                  <a:cubicBezTo>
                    <a:pt x="480" y="1013"/>
                    <a:pt x="640" y="745"/>
                    <a:pt x="640" y="372"/>
                  </a:cubicBezTo>
                  <a:cubicBezTo>
                    <a:pt x="640" y="115"/>
                    <a:pt x="565" y="1"/>
                    <a:pt x="4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8" name="Google Shape;218;p28">
              <a:extLst>
                <a:ext uri="{FF2B5EF4-FFF2-40B4-BE49-F238E27FC236}">
                  <a16:creationId xmlns:a16="http://schemas.microsoft.com/office/drawing/2014/main" id="{F7B2D7F9-0CAB-0BAD-3C75-4A0A575BA7AE}"/>
                </a:ext>
              </a:extLst>
            </p:cNvPr>
            <p:cNvSpPr/>
            <p:nvPr/>
          </p:nvSpPr>
          <p:spPr>
            <a:xfrm>
              <a:off x="6150854" y="817543"/>
              <a:ext cx="91174" cy="169533"/>
            </a:xfrm>
            <a:custGeom>
              <a:avLst/>
              <a:gdLst/>
              <a:ahLst/>
              <a:cxnLst/>
              <a:rect l="l" t="t" r="r" b="b"/>
              <a:pathLst>
                <a:path w="733" h="1363" extrusionOk="0">
                  <a:moveTo>
                    <a:pt x="364" y="251"/>
                  </a:moveTo>
                  <a:cubicBezTo>
                    <a:pt x="387" y="353"/>
                    <a:pt x="408" y="469"/>
                    <a:pt x="431" y="564"/>
                  </a:cubicBezTo>
                  <a:lnTo>
                    <a:pt x="450" y="652"/>
                  </a:lnTo>
                  <a:lnTo>
                    <a:pt x="275" y="753"/>
                  </a:lnTo>
                  <a:lnTo>
                    <a:pt x="296" y="642"/>
                  </a:lnTo>
                  <a:cubicBezTo>
                    <a:pt x="318" y="520"/>
                    <a:pt x="339" y="381"/>
                    <a:pt x="359" y="255"/>
                  </a:cubicBezTo>
                  <a:lnTo>
                    <a:pt x="364" y="251"/>
                  </a:lnTo>
                  <a:close/>
                  <a:moveTo>
                    <a:pt x="477" y="0"/>
                  </a:moveTo>
                  <a:lnTo>
                    <a:pt x="256" y="126"/>
                  </a:lnTo>
                  <a:lnTo>
                    <a:pt x="1" y="1363"/>
                  </a:lnTo>
                  <a:lnTo>
                    <a:pt x="187" y="1255"/>
                  </a:lnTo>
                  <a:lnTo>
                    <a:pt x="238" y="966"/>
                  </a:lnTo>
                  <a:lnTo>
                    <a:pt x="488" y="822"/>
                  </a:lnTo>
                  <a:lnTo>
                    <a:pt x="538" y="1052"/>
                  </a:lnTo>
                  <a:lnTo>
                    <a:pt x="732" y="939"/>
                  </a:lnTo>
                  <a:lnTo>
                    <a:pt x="4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19" name="Google Shape;219;p28">
              <a:extLst>
                <a:ext uri="{FF2B5EF4-FFF2-40B4-BE49-F238E27FC236}">
                  <a16:creationId xmlns:a16="http://schemas.microsoft.com/office/drawing/2014/main" id="{8C194244-28AF-8695-31B7-B81B03C585A3}"/>
                </a:ext>
              </a:extLst>
            </p:cNvPr>
            <p:cNvSpPr/>
            <p:nvPr/>
          </p:nvSpPr>
          <p:spPr>
            <a:xfrm>
              <a:off x="6238295" y="755725"/>
              <a:ext cx="78611" cy="164682"/>
            </a:xfrm>
            <a:custGeom>
              <a:avLst/>
              <a:gdLst/>
              <a:ahLst/>
              <a:cxnLst/>
              <a:rect l="l" t="t" r="r" b="b"/>
              <a:pathLst>
                <a:path w="632" h="1324" extrusionOk="0">
                  <a:moveTo>
                    <a:pt x="632" y="1"/>
                  </a:moveTo>
                  <a:lnTo>
                    <a:pt x="0" y="366"/>
                  </a:lnTo>
                  <a:lnTo>
                    <a:pt x="0" y="573"/>
                  </a:lnTo>
                  <a:lnTo>
                    <a:pt x="224" y="444"/>
                  </a:lnTo>
                  <a:lnTo>
                    <a:pt x="224" y="1324"/>
                  </a:lnTo>
                  <a:lnTo>
                    <a:pt x="409" y="1218"/>
                  </a:lnTo>
                  <a:lnTo>
                    <a:pt x="409" y="337"/>
                  </a:lnTo>
                  <a:lnTo>
                    <a:pt x="632" y="208"/>
                  </a:lnTo>
                  <a:lnTo>
                    <a:pt x="6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0" name="Google Shape;220;p28">
              <a:extLst>
                <a:ext uri="{FF2B5EF4-FFF2-40B4-BE49-F238E27FC236}">
                  <a16:creationId xmlns:a16="http://schemas.microsoft.com/office/drawing/2014/main" id="{266A81B0-2A3C-95CB-65C4-68C682B85DE0}"/>
                </a:ext>
              </a:extLst>
            </p:cNvPr>
            <p:cNvSpPr/>
            <p:nvPr/>
          </p:nvSpPr>
          <p:spPr>
            <a:xfrm>
              <a:off x="6313423" y="723510"/>
              <a:ext cx="91299" cy="169658"/>
            </a:xfrm>
            <a:custGeom>
              <a:avLst/>
              <a:gdLst/>
              <a:ahLst/>
              <a:cxnLst/>
              <a:rect l="l" t="t" r="r" b="b"/>
              <a:pathLst>
                <a:path w="734" h="1364" extrusionOk="0">
                  <a:moveTo>
                    <a:pt x="365" y="253"/>
                  </a:moveTo>
                  <a:cubicBezTo>
                    <a:pt x="387" y="353"/>
                    <a:pt x="408" y="469"/>
                    <a:pt x="431" y="565"/>
                  </a:cubicBezTo>
                  <a:lnTo>
                    <a:pt x="451" y="653"/>
                  </a:lnTo>
                  <a:lnTo>
                    <a:pt x="277" y="754"/>
                  </a:lnTo>
                  <a:lnTo>
                    <a:pt x="296" y="642"/>
                  </a:lnTo>
                  <a:cubicBezTo>
                    <a:pt x="318" y="521"/>
                    <a:pt x="341" y="381"/>
                    <a:pt x="360" y="255"/>
                  </a:cubicBezTo>
                  <a:lnTo>
                    <a:pt x="365" y="253"/>
                  </a:lnTo>
                  <a:close/>
                  <a:moveTo>
                    <a:pt x="477" y="1"/>
                  </a:moveTo>
                  <a:lnTo>
                    <a:pt x="258" y="128"/>
                  </a:lnTo>
                  <a:lnTo>
                    <a:pt x="1" y="1363"/>
                  </a:lnTo>
                  <a:lnTo>
                    <a:pt x="189" y="1255"/>
                  </a:lnTo>
                  <a:lnTo>
                    <a:pt x="238" y="968"/>
                  </a:lnTo>
                  <a:lnTo>
                    <a:pt x="488" y="824"/>
                  </a:lnTo>
                  <a:lnTo>
                    <a:pt x="538" y="1053"/>
                  </a:lnTo>
                  <a:lnTo>
                    <a:pt x="734" y="941"/>
                  </a:lnTo>
                  <a:lnTo>
                    <a:pt x="4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1" name="Google Shape;221;p28">
              <a:extLst>
                <a:ext uri="{FF2B5EF4-FFF2-40B4-BE49-F238E27FC236}">
                  <a16:creationId xmlns:a16="http://schemas.microsoft.com/office/drawing/2014/main" id="{6673A845-49EC-E405-219A-F6A987B56CB9}"/>
                </a:ext>
              </a:extLst>
            </p:cNvPr>
            <p:cNvSpPr/>
            <p:nvPr/>
          </p:nvSpPr>
          <p:spPr>
            <a:xfrm>
              <a:off x="6222748" y="821275"/>
              <a:ext cx="551647" cy="846796"/>
            </a:xfrm>
            <a:custGeom>
              <a:avLst/>
              <a:gdLst/>
              <a:ahLst/>
              <a:cxnLst/>
              <a:rect l="l" t="t" r="r" b="b"/>
              <a:pathLst>
                <a:path w="4435" h="6808" extrusionOk="0">
                  <a:moveTo>
                    <a:pt x="3480" y="1"/>
                  </a:moveTo>
                  <a:lnTo>
                    <a:pt x="2205" y="736"/>
                  </a:lnTo>
                  <a:lnTo>
                    <a:pt x="931" y="1471"/>
                  </a:lnTo>
                  <a:lnTo>
                    <a:pt x="62" y="3439"/>
                  </a:lnTo>
                  <a:cubicBezTo>
                    <a:pt x="62" y="3439"/>
                    <a:pt x="0" y="5532"/>
                    <a:pt x="1333" y="6446"/>
                  </a:cubicBezTo>
                  <a:cubicBezTo>
                    <a:pt x="1576" y="6612"/>
                    <a:pt x="1863" y="6739"/>
                    <a:pt x="2205" y="6808"/>
                  </a:cubicBezTo>
                  <a:cubicBezTo>
                    <a:pt x="4435" y="3785"/>
                    <a:pt x="4348" y="966"/>
                    <a:pt x="4348" y="966"/>
                  </a:cubicBezTo>
                  <a:lnTo>
                    <a:pt x="34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2" name="Google Shape;222;p28">
              <a:extLst>
                <a:ext uri="{FF2B5EF4-FFF2-40B4-BE49-F238E27FC236}">
                  <a16:creationId xmlns:a16="http://schemas.microsoft.com/office/drawing/2014/main" id="{A0958F4D-1F3E-D9BD-D113-A75E448E2D9C}"/>
                </a:ext>
              </a:extLst>
            </p:cNvPr>
            <p:cNvSpPr/>
            <p:nvPr/>
          </p:nvSpPr>
          <p:spPr>
            <a:xfrm>
              <a:off x="6383201" y="1585358"/>
              <a:ext cx="62566" cy="71893"/>
            </a:xfrm>
            <a:custGeom>
              <a:avLst/>
              <a:gdLst/>
              <a:ahLst/>
              <a:cxnLst/>
              <a:rect l="l" t="t" r="r" b="b"/>
              <a:pathLst>
                <a:path w="503" h="578" extrusionOk="0">
                  <a:moveTo>
                    <a:pt x="503" y="0"/>
                  </a:moveTo>
                  <a:lnTo>
                    <a:pt x="1" y="273"/>
                  </a:lnTo>
                  <a:lnTo>
                    <a:pt x="476" y="578"/>
                  </a:lnTo>
                  <a:lnTo>
                    <a:pt x="503" y="0"/>
                  </a:lnTo>
                  <a:close/>
                </a:path>
              </a:pathLst>
            </a:custGeom>
            <a:solidFill>
              <a:srgbClr val="8989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3" name="Google Shape;223;p28">
              <a:extLst>
                <a:ext uri="{FF2B5EF4-FFF2-40B4-BE49-F238E27FC236}">
                  <a16:creationId xmlns:a16="http://schemas.microsoft.com/office/drawing/2014/main" id="{83765DBF-C1C5-7707-4C6E-08E813D62FE7}"/>
                </a:ext>
              </a:extLst>
            </p:cNvPr>
            <p:cNvSpPr/>
            <p:nvPr/>
          </p:nvSpPr>
          <p:spPr>
            <a:xfrm>
              <a:off x="6260062" y="846898"/>
              <a:ext cx="554633" cy="846796"/>
            </a:xfrm>
            <a:custGeom>
              <a:avLst/>
              <a:gdLst/>
              <a:ahLst/>
              <a:cxnLst/>
              <a:rect l="l" t="t" r="r" b="b"/>
              <a:pathLst>
                <a:path w="4459" h="6808" extrusionOk="0">
                  <a:moveTo>
                    <a:pt x="3504" y="1"/>
                  </a:moveTo>
                  <a:lnTo>
                    <a:pt x="2229" y="736"/>
                  </a:lnTo>
                  <a:lnTo>
                    <a:pt x="956" y="1471"/>
                  </a:lnTo>
                  <a:lnTo>
                    <a:pt x="88" y="3440"/>
                  </a:lnTo>
                  <a:cubicBezTo>
                    <a:pt x="88" y="3440"/>
                    <a:pt x="1" y="6359"/>
                    <a:pt x="2229" y="6808"/>
                  </a:cubicBezTo>
                  <a:cubicBezTo>
                    <a:pt x="4459" y="3785"/>
                    <a:pt x="4372" y="966"/>
                    <a:pt x="4372" y="966"/>
                  </a:cubicBezTo>
                  <a:lnTo>
                    <a:pt x="35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4" name="Google Shape;224;p28">
              <a:extLst>
                <a:ext uri="{FF2B5EF4-FFF2-40B4-BE49-F238E27FC236}">
                  <a16:creationId xmlns:a16="http://schemas.microsoft.com/office/drawing/2014/main" id="{2DDF3DDA-B75E-809C-0014-C85FCB9E8059}"/>
                </a:ext>
              </a:extLst>
            </p:cNvPr>
            <p:cNvSpPr/>
            <p:nvPr/>
          </p:nvSpPr>
          <p:spPr>
            <a:xfrm>
              <a:off x="6382331" y="1034716"/>
              <a:ext cx="21892" cy="31593"/>
            </a:xfrm>
            <a:custGeom>
              <a:avLst/>
              <a:gdLst/>
              <a:ahLst/>
              <a:cxnLst/>
              <a:rect l="l" t="t" r="r" b="b"/>
              <a:pathLst>
                <a:path w="176" h="254" extrusionOk="0">
                  <a:moveTo>
                    <a:pt x="123" y="0"/>
                  </a:moveTo>
                  <a:cubicBezTo>
                    <a:pt x="112" y="0"/>
                    <a:pt x="100" y="3"/>
                    <a:pt x="88" y="11"/>
                  </a:cubicBezTo>
                  <a:cubicBezTo>
                    <a:pt x="40" y="38"/>
                    <a:pt x="1" y="113"/>
                    <a:pt x="1" y="177"/>
                  </a:cubicBezTo>
                  <a:cubicBezTo>
                    <a:pt x="1" y="225"/>
                    <a:pt x="23" y="253"/>
                    <a:pt x="53" y="253"/>
                  </a:cubicBezTo>
                  <a:cubicBezTo>
                    <a:pt x="64" y="253"/>
                    <a:pt x="75" y="250"/>
                    <a:pt x="88" y="243"/>
                  </a:cubicBezTo>
                  <a:cubicBezTo>
                    <a:pt x="136" y="216"/>
                    <a:pt x="175" y="140"/>
                    <a:pt x="175" y="76"/>
                  </a:cubicBezTo>
                  <a:cubicBezTo>
                    <a:pt x="175" y="28"/>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5" name="Google Shape;225;p28">
              <a:extLst>
                <a:ext uri="{FF2B5EF4-FFF2-40B4-BE49-F238E27FC236}">
                  <a16:creationId xmlns:a16="http://schemas.microsoft.com/office/drawing/2014/main" id="{A87D8478-6758-DA1F-1BEB-D0F73ED85E25}"/>
                </a:ext>
              </a:extLst>
            </p:cNvPr>
            <p:cNvSpPr/>
            <p:nvPr/>
          </p:nvSpPr>
          <p:spPr>
            <a:xfrm>
              <a:off x="6387555" y="1040686"/>
              <a:ext cx="16419" cy="23757"/>
            </a:xfrm>
            <a:custGeom>
              <a:avLst/>
              <a:gdLst/>
              <a:ahLst/>
              <a:cxnLst/>
              <a:rect l="l" t="t" r="r" b="b"/>
              <a:pathLst>
                <a:path w="132" h="191" extrusionOk="0">
                  <a:moveTo>
                    <a:pt x="92" y="1"/>
                  </a:moveTo>
                  <a:cubicBezTo>
                    <a:pt x="84" y="1"/>
                    <a:pt x="75" y="3"/>
                    <a:pt x="66" y="9"/>
                  </a:cubicBezTo>
                  <a:cubicBezTo>
                    <a:pt x="30" y="29"/>
                    <a:pt x="1" y="85"/>
                    <a:pt x="1" y="134"/>
                  </a:cubicBezTo>
                  <a:cubicBezTo>
                    <a:pt x="1" y="169"/>
                    <a:pt x="17" y="191"/>
                    <a:pt x="40" y="191"/>
                  </a:cubicBezTo>
                  <a:cubicBezTo>
                    <a:pt x="48" y="191"/>
                    <a:pt x="57" y="189"/>
                    <a:pt x="66" y="183"/>
                  </a:cubicBezTo>
                  <a:cubicBezTo>
                    <a:pt x="102" y="162"/>
                    <a:pt x="131" y="106"/>
                    <a:pt x="131" y="58"/>
                  </a:cubicBezTo>
                  <a:cubicBezTo>
                    <a:pt x="131"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6" name="Google Shape;226;p28">
              <a:extLst>
                <a:ext uri="{FF2B5EF4-FFF2-40B4-BE49-F238E27FC236}">
                  <a16:creationId xmlns:a16="http://schemas.microsoft.com/office/drawing/2014/main" id="{DF6BB73F-1A91-021C-C09A-82A6B90CA787}"/>
                </a:ext>
              </a:extLst>
            </p:cNvPr>
            <p:cNvSpPr/>
            <p:nvPr/>
          </p:nvSpPr>
          <p:spPr>
            <a:xfrm>
              <a:off x="6293895" y="1373161"/>
              <a:ext cx="21767" cy="31718"/>
            </a:xfrm>
            <a:custGeom>
              <a:avLst/>
              <a:gdLst/>
              <a:ahLst/>
              <a:cxnLst/>
              <a:rect l="l" t="t" r="r" b="b"/>
              <a:pathLst>
                <a:path w="175" h="255" extrusionOk="0">
                  <a:moveTo>
                    <a:pt x="122" y="1"/>
                  </a:moveTo>
                  <a:cubicBezTo>
                    <a:pt x="111" y="1"/>
                    <a:pt x="99" y="4"/>
                    <a:pt x="87" y="11"/>
                  </a:cubicBezTo>
                  <a:cubicBezTo>
                    <a:pt x="40" y="40"/>
                    <a:pt x="0" y="114"/>
                    <a:pt x="0" y="178"/>
                  </a:cubicBezTo>
                  <a:cubicBezTo>
                    <a:pt x="0" y="226"/>
                    <a:pt x="22" y="255"/>
                    <a:pt x="53" y="255"/>
                  </a:cubicBezTo>
                  <a:cubicBezTo>
                    <a:pt x="64" y="255"/>
                    <a:pt x="75" y="251"/>
                    <a:pt x="87" y="245"/>
                  </a:cubicBezTo>
                  <a:cubicBezTo>
                    <a:pt x="135" y="216"/>
                    <a:pt x="175" y="142"/>
                    <a:pt x="175" y="78"/>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7" name="Google Shape;227;p28">
              <a:extLst>
                <a:ext uri="{FF2B5EF4-FFF2-40B4-BE49-F238E27FC236}">
                  <a16:creationId xmlns:a16="http://schemas.microsoft.com/office/drawing/2014/main" id="{2936C7C9-F316-CDD6-0D04-478896E87395}"/>
                </a:ext>
              </a:extLst>
            </p:cNvPr>
            <p:cNvSpPr/>
            <p:nvPr/>
          </p:nvSpPr>
          <p:spPr>
            <a:xfrm>
              <a:off x="6298994" y="1379256"/>
              <a:ext cx="16419" cy="23757"/>
            </a:xfrm>
            <a:custGeom>
              <a:avLst/>
              <a:gdLst/>
              <a:ahLst/>
              <a:cxnLst/>
              <a:rect l="l" t="t" r="r" b="b"/>
              <a:pathLst>
                <a:path w="132" h="191" extrusionOk="0">
                  <a:moveTo>
                    <a:pt x="92" y="0"/>
                  </a:moveTo>
                  <a:cubicBezTo>
                    <a:pt x="84" y="0"/>
                    <a:pt x="75" y="3"/>
                    <a:pt x="66" y="9"/>
                  </a:cubicBezTo>
                  <a:cubicBezTo>
                    <a:pt x="30" y="29"/>
                    <a:pt x="1" y="85"/>
                    <a:pt x="1" y="134"/>
                  </a:cubicBezTo>
                  <a:cubicBezTo>
                    <a:pt x="1" y="170"/>
                    <a:pt x="17" y="191"/>
                    <a:pt x="40" y="191"/>
                  </a:cubicBezTo>
                  <a:cubicBezTo>
                    <a:pt x="48" y="191"/>
                    <a:pt x="57" y="188"/>
                    <a:pt x="66" y="183"/>
                  </a:cubicBezTo>
                  <a:cubicBezTo>
                    <a:pt x="102" y="162"/>
                    <a:pt x="131" y="107"/>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8" name="Google Shape;228;p28">
              <a:extLst>
                <a:ext uri="{FF2B5EF4-FFF2-40B4-BE49-F238E27FC236}">
                  <a16:creationId xmlns:a16="http://schemas.microsoft.com/office/drawing/2014/main" id="{A859BB55-1C2E-D027-C6C6-4C84D5EE86BE}"/>
                </a:ext>
              </a:extLst>
            </p:cNvPr>
            <p:cNvSpPr/>
            <p:nvPr/>
          </p:nvSpPr>
          <p:spPr>
            <a:xfrm>
              <a:off x="6762195" y="1102007"/>
              <a:ext cx="21892" cy="31718"/>
            </a:xfrm>
            <a:custGeom>
              <a:avLst/>
              <a:gdLst/>
              <a:ahLst/>
              <a:cxnLst/>
              <a:rect l="l" t="t" r="r" b="b"/>
              <a:pathLst>
                <a:path w="176" h="255" extrusionOk="0">
                  <a:moveTo>
                    <a:pt x="123" y="1"/>
                  </a:moveTo>
                  <a:cubicBezTo>
                    <a:pt x="112" y="1"/>
                    <a:pt x="100" y="4"/>
                    <a:pt x="87" y="11"/>
                  </a:cubicBezTo>
                  <a:cubicBezTo>
                    <a:pt x="40" y="40"/>
                    <a:pt x="1" y="114"/>
                    <a:pt x="1" y="178"/>
                  </a:cubicBezTo>
                  <a:cubicBezTo>
                    <a:pt x="1" y="226"/>
                    <a:pt x="23" y="255"/>
                    <a:pt x="54" y="255"/>
                  </a:cubicBezTo>
                  <a:cubicBezTo>
                    <a:pt x="64" y="255"/>
                    <a:pt x="76" y="251"/>
                    <a:pt x="87" y="244"/>
                  </a:cubicBezTo>
                  <a:cubicBezTo>
                    <a:pt x="136"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29" name="Google Shape;229;p28">
              <a:extLst>
                <a:ext uri="{FF2B5EF4-FFF2-40B4-BE49-F238E27FC236}">
                  <a16:creationId xmlns:a16="http://schemas.microsoft.com/office/drawing/2014/main" id="{F3625223-AC5E-5877-87B8-371D840B2CE4}"/>
                </a:ext>
              </a:extLst>
            </p:cNvPr>
            <p:cNvSpPr/>
            <p:nvPr/>
          </p:nvSpPr>
          <p:spPr>
            <a:xfrm>
              <a:off x="6767419" y="1108101"/>
              <a:ext cx="16419" cy="23757"/>
            </a:xfrm>
            <a:custGeom>
              <a:avLst/>
              <a:gdLst/>
              <a:ahLst/>
              <a:cxnLst/>
              <a:rect l="l" t="t" r="r" b="b"/>
              <a:pathLst>
                <a:path w="132" h="191" extrusionOk="0">
                  <a:moveTo>
                    <a:pt x="92" y="0"/>
                  </a:moveTo>
                  <a:cubicBezTo>
                    <a:pt x="84" y="0"/>
                    <a:pt x="75" y="3"/>
                    <a:pt x="66" y="9"/>
                  </a:cubicBezTo>
                  <a:cubicBezTo>
                    <a:pt x="30" y="29"/>
                    <a:pt x="0" y="85"/>
                    <a:pt x="0" y="134"/>
                  </a:cubicBezTo>
                  <a:cubicBezTo>
                    <a:pt x="0" y="170"/>
                    <a:pt x="17" y="191"/>
                    <a:pt x="40" y="191"/>
                  </a:cubicBezTo>
                  <a:cubicBezTo>
                    <a:pt x="48" y="191"/>
                    <a:pt x="57" y="188"/>
                    <a:pt x="66" y="183"/>
                  </a:cubicBezTo>
                  <a:cubicBezTo>
                    <a:pt x="102" y="162"/>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0" name="Google Shape;230;p28">
              <a:extLst>
                <a:ext uri="{FF2B5EF4-FFF2-40B4-BE49-F238E27FC236}">
                  <a16:creationId xmlns:a16="http://schemas.microsoft.com/office/drawing/2014/main" id="{32550D47-9571-D4B1-3ED8-AC0FC2A2C861}"/>
                </a:ext>
              </a:extLst>
            </p:cNvPr>
            <p:cNvSpPr/>
            <p:nvPr/>
          </p:nvSpPr>
          <p:spPr>
            <a:xfrm>
              <a:off x="6728612" y="1247286"/>
              <a:ext cx="21892" cy="31593"/>
            </a:xfrm>
            <a:custGeom>
              <a:avLst/>
              <a:gdLst/>
              <a:ahLst/>
              <a:cxnLst/>
              <a:rect l="l" t="t" r="r" b="b"/>
              <a:pathLst>
                <a:path w="176" h="254" extrusionOk="0">
                  <a:moveTo>
                    <a:pt x="122" y="0"/>
                  </a:moveTo>
                  <a:cubicBezTo>
                    <a:pt x="112" y="0"/>
                    <a:pt x="100" y="4"/>
                    <a:pt x="87" y="11"/>
                  </a:cubicBezTo>
                  <a:cubicBezTo>
                    <a:pt x="40" y="38"/>
                    <a:pt x="0" y="114"/>
                    <a:pt x="0" y="178"/>
                  </a:cubicBezTo>
                  <a:cubicBezTo>
                    <a:pt x="0" y="225"/>
                    <a:pt x="22" y="254"/>
                    <a:pt x="53" y="254"/>
                  </a:cubicBezTo>
                  <a:cubicBezTo>
                    <a:pt x="63" y="254"/>
                    <a:pt x="75" y="250"/>
                    <a:pt x="87" y="243"/>
                  </a:cubicBezTo>
                  <a:cubicBezTo>
                    <a:pt x="136" y="216"/>
                    <a:pt x="175" y="141"/>
                    <a:pt x="175" y="76"/>
                  </a:cubicBezTo>
                  <a:cubicBezTo>
                    <a:pt x="175" y="29"/>
                    <a:pt x="153" y="0"/>
                    <a:pt x="1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1" name="Google Shape;231;p28">
              <a:extLst>
                <a:ext uri="{FF2B5EF4-FFF2-40B4-BE49-F238E27FC236}">
                  <a16:creationId xmlns:a16="http://schemas.microsoft.com/office/drawing/2014/main" id="{E76E0D5F-1CEB-AE01-3C05-CA0141760810}"/>
                </a:ext>
              </a:extLst>
            </p:cNvPr>
            <p:cNvSpPr/>
            <p:nvPr/>
          </p:nvSpPr>
          <p:spPr>
            <a:xfrm>
              <a:off x="6733836" y="1253380"/>
              <a:ext cx="16294" cy="23757"/>
            </a:xfrm>
            <a:custGeom>
              <a:avLst/>
              <a:gdLst/>
              <a:ahLst/>
              <a:cxnLst/>
              <a:rect l="l" t="t" r="r" b="b"/>
              <a:pathLst>
                <a:path w="131" h="191" extrusionOk="0">
                  <a:moveTo>
                    <a:pt x="92" y="0"/>
                  </a:moveTo>
                  <a:cubicBezTo>
                    <a:pt x="84" y="0"/>
                    <a:pt x="75" y="3"/>
                    <a:pt x="65" y="8"/>
                  </a:cubicBezTo>
                  <a:cubicBezTo>
                    <a:pt x="29" y="29"/>
                    <a:pt x="0" y="85"/>
                    <a:pt x="0" y="133"/>
                  </a:cubicBezTo>
                  <a:cubicBezTo>
                    <a:pt x="0" y="169"/>
                    <a:pt x="16" y="190"/>
                    <a:pt x="40" y="190"/>
                  </a:cubicBezTo>
                  <a:cubicBezTo>
                    <a:pt x="48" y="190"/>
                    <a:pt x="56" y="188"/>
                    <a:pt x="65" y="183"/>
                  </a:cubicBezTo>
                  <a:cubicBezTo>
                    <a:pt x="101" y="161"/>
                    <a:pt x="131" y="105"/>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2" name="Google Shape;232;p28">
              <a:extLst>
                <a:ext uri="{FF2B5EF4-FFF2-40B4-BE49-F238E27FC236}">
                  <a16:creationId xmlns:a16="http://schemas.microsoft.com/office/drawing/2014/main" id="{8A0F31B6-5EE9-C434-8575-3EB18522FB64}"/>
                </a:ext>
              </a:extLst>
            </p:cNvPr>
            <p:cNvSpPr/>
            <p:nvPr/>
          </p:nvSpPr>
          <p:spPr>
            <a:xfrm>
              <a:off x="6327602" y="1480503"/>
              <a:ext cx="21892" cy="31593"/>
            </a:xfrm>
            <a:custGeom>
              <a:avLst/>
              <a:gdLst/>
              <a:ahLst/>
              <a:cxnLst/>
              <a:rect l="l" t="t" r="r" b="b"/>
              <a:pathLst>
                <a:path w="176" h="254" extrusionOk="0">
                  <a:moveTo>
                    <a:pt x="123" y="0"/>
                  </a:moveTo>
                  <a:cubicBezTo>
                    <a:pt x="113" y="0"/>
                    <a:pt x="101" y="4"/>
                    <a:pt x="88" y="11"/>
                  </a:cubicBezTo>
                  <a:cubicBezTo>
                    <a:pt x="40" y="39"/>
                    <a:pt x="1" y="113"/>
                    <a:pt x="1" y="178"/>
                  </a:cubicBezTo>
                  <a:cubicBezTo>
                    <a:pt x="1" y="225"/>
                    <a:pt x="22" y="254"/>
                    <a:pt x="53" y="254"/>
                  </a:cubicBezTo>
                  <a:cubicBezTo>
                    <a:pt x="64" y="254"/>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3" name="Google Shape;233;p28">
              <a:extLst>
                <a:ext uri="{FF2B5EF4-FFF2-40B4-BE49-F238E27FC236}">
                  <a16:creationId xmlns:a16="http://schemas.microsoft.com/office/drawing/2014/main" id="{6053BA0B-9BBC-A8D1-1D30-72067ACE9821}"/>
                </a:ext>
              </a:extLst>
            </p:cNvPr>
            <p:cNvSpPr/>
            <p:nvPr/>
          </p:nvSpPr>
          <p:spPr>
            <a:xfrm>
              <a:off x="6332826" y="1486598"/>
              <a:ext cx="16419" cy="23757"/>
            </a:xfrm>
            <a:custGeom>
              <a:avLst/>
              <a:gdLst/>
              <a:ahLst/>
              <a:cxnLst/>
              <a:rect l="l" t="t" r="r" b="b"/>
              <a:pathLst>
                <a:path w="132" h="191" extrusionOk="0">
                  <a:moveTo>
                    <a:pt x="92" y="0"/>
                  </a:moveTo>
                  <a:cubicBezTo>
                    <a:pt x="84" y="0"/>
                    <a:pt x="75" y="3"/>
                    <a:pt x="66" y="8"/>
                  </a:cubicBezTo>
                  <a:cubicBezTo>
                    <a:pt x="30" y="28"/>
                    <a:pt x="0" y="85"/>
                    <a:pt x="0" y="133"/>
                  </a:cubicBezTo>
                  <a:cubicBezTo>
                    <a:pt x="0" y="169"/>
                    <a:pt x="17" y="190"/>
                    <a:pt x="40" y="190"/>
                  </a:cubicBezTo>
                  <a:cubicBezTo>
                    <a:pt x="48" y="190"/>
                    <a:pt x="56" y="188"/>
                    <a:pt x="66" y="183"/>
                  </a:cubicBezTo>
                  <a:cubicBezTo>
                    <a:pt x="103" y="161"/>
                    <a:pt x="132" y="106"/>
                    <a:pt x="132" y="58"/>
                  </a:cubicBezTo>
                  <a:cubicBezTo>
                    <a:pt x="132" y="22"/>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4" name="Google Shape;234;p28">
              <a:extLst>
                <a:ext uri="{FF2B5EF4-FFF2-40B4-BE49-F238E27FC236}">
                  <a16:creationId xmlns:a16="http://schemas.microsoft.com/office/drawing/2014/main" id="{6ACED156-1004-E213-1B0B-55F87037B67C}"/>
                </a:ext>
              </a:extLst>
            </p:cNvPr>
            <p:cNvSpPr/>
            <p:nvPr/>
          </p:nvSpPr>
          <p:spPr>
            <a:xfrm>
              <a:off x="6395640" y="1578517"/>
              <a:ext cx="21892" cy="31718"/>
            </a:xfrm>
            <a:custGeom>
              <a:avLst/>
              <a:gdLst/>
              <a:ahLst/>
              <a:cxnLst/>
              <a:rect l="l" t="t" r="r" b="b"/>
              <a:pathLst>
                <a:path w="176" h="255" extrusionOk="0">
                  <a:moveTo>
                    <a:pt x="123" y="1"/>
                  </a:moveTo>
                  <a:cubicBezTo>
                    <a:pt x="113" y="1"/>
                    <a:pt x="101" y="4"/>
                    <a:pt x="89" y="11"/>
                  </a:cubicBezTo>
                  <a:cubicBezTo>
                    <a:pt x="40" y="39"/>
                    <a:pt x="1" y="114"/>
                    <a:pt x="1" y="178"/>
                  </a:cubicBezTo>
                  <a:cubicBezTo>
                    <a:pt x="1" y="226"/>
                    <a:pt x="23" y="254"/>
                    <a:pt x="54" y="254"/>
                  </a:cubicBezTo>
                  <a:cubicBezTo>
                    <a:pt x="65" y="254"/>
                    <a:pt x="76" y="251"/>
                    <a:pt x="89" y="244"/>
                  </a:cubicBezTo>
                  <a:cubicBezTo>
                    <a:pt x="136" y="216"/>
                    <a:pt x="175" y="142"/>
                    <a:pt x="175" y="78"/>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5" name="Google Shape;235;p28">
              <a:extLst>
                <a:ext uri="{FF2B5EF4-FFF2-40B4-BE49-F238E27FC236}">
                  <a16:creationId xmlns:a16="http://schemas.microsoft.com/office/drawing/2014/main" id="{8A13C533-8F37-237F-E19D-3B1E4D4395B6}"/>
                </a:ext>
              </a:extLst>
            </p:cNvPr>
            <p:cNvSpPr/>
            <p:nvPr/>
          </p:nvSpPr>
          <p:spPr>
            <a:xfrm>
              <a:off x="6400864" y="1584611"/>
              <a:ext cx="16419" cy="23757"/>
            </a:xfrm>
            <a:custGeom>
              <a:avLst/>
              <a:gdLst/>
              <a:ahLst/>
              <a:cxnLst/>
              <a:rect l="l" t="t" r="r" b="b"/>
              <a:pathLst>
                <a:path w="132" h="191" extrusionOk="0">
                  <a:moveTo>
                    <a:pt x="92" y="0"/>
                  </a:moveTo>
                  <a:cubicBezTo>
                    <a:pt x="84" y="0"/>
                    <a:pt x="75" y="3"/>
                    <a:pt x="66" y="8"/>
                  </a:cubicBezTo>
                  <a:cubicBezTo>
                    <a:pt x="30" y="29"/>
                    <a:pt x="1" y="85"/>
                    <a:pt x="1" y="133"/>
                  </a:cubicBezTo>
                  <a:cubicBezTo>
                    <a:pt x="1" y="169"/>
                    <a:pt x="17" y="191"/>
                    <a:pt x="40" y="191"/>
                  </a:cubicBezTo>
                  <a:cubicBezTo>
                    <a:pt x="48" y="191"/>
                    <a:pt x="57" y="188"/>
                    <a:pt x="66" y="183"/>
                  </a:cubicBezTo>
                  <a:cubicBezTo>
                    <a:pt x="102" y="162"/>
                    <a:pt x="131" y="106"/>
                    <a:pt x="131" y="58"/>
                  </a:cubicBezTo>
                  <a:cubicBezTo>
                    <a:pt x="131" y="22"/>
                    <a:pt x="115"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6" name="Google Shape;236;p28">
              <a:extLst>
                <a:ext uri="{FF2B5EF4-FFF2-40B4-BE49-F238E27FC236}">
                  <a16:creationId xmlns:a16="http://schemas.microsoft.com/office/drawing/2014/main" id="{17EA2E0A-F9CB-A2E4-9DD8-4E9016BDC90C}"/>
                </a:ext>
              </a:extLst>
            </p:cNvPr>
            <p:cNvSpPr/>
            <p:nvPr/>
          </p:nvSpPr>
          <p:spPr>
            <a:xfrm>
              <a:off x="6658460" y="1427516"/>
              <a:ext cx="21767" cy="31718"/>
            </a:xfrm>
            <a:custGeom>
              <a:avLst/>
              <a:gdLst/>
              <a:ahLst/>
              <a:cxnLst/>
              <a:rect l="l" t="t" r="r" b="b"/>
              <a:pathLst>
                <a:path w="175" h="255" extrusionOk="0">
                  <a:moveTo>
                    <a:pt x="122" y="1"/>
                  </a:moveTo>
                  <a:cubicBezTo>
                    <a:pt x="111" y="1"/>
                    <a:pt x="100" y="4"/>
                    <a:pt x="87" y="11"/>
                  </a:cubicBezTo>
                  <a:cubicBezTo>
                    <a:pt x="40" y="38"/>
                    <a:pt x="0" y="113"/>
                    <a:pt x="0" y="178"/>
                  </a:cubicBezTo>
                  <a:cubicBezTo>
                    <a:pt x="0" y="226"/>
                    <a:pt x="22" y="254"/>
                    <a:pt x="53" y="254"/>
                  </a:cubicBezTo>
                  <a:cubicBezTo>
                    <a:pt x="63" y="254"/>
                    <a:pt x="75" y="251"/>
                    <a:pt x="87" y="243"/>
                  </a:cubicBezTo>
                  <a:cubicBezTo>
                    <a:pt x="135"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7" name="Google Shape;237;p28">
              <a:extLst>
                <a:ext uri="{FF2B5EF4-FFF2-40B4-BE49-F238E27FC236}">
                  <a16:creationId xmlns:a16="http://schemas.microsoft.com/office/drawing/2014/main" id="{81030466-FE5D-13B9-3161-43CBC9DC52F2}"/>
                </a:ext>
              </a:extLst>
            </p:cNvPr>
            <p:cNvSpPr/>
            <p:nvPr/>
          </p:nvSpPr>
          <p:spPr>
            <a:xfrm>
              <a:off x="6663560" y="1433486"/>
              <a:ext cx="16419" cy="23881"/>
            </a:xfrm>
            <a:custGeom>
              <a:avLst/>
              <a:gdLst/>
              <a:ahLst/>
              <a:cxnLst/>
              <a:rect l="l" t="t" r="r" b="b"/>
              <a:pathLst>
                <a:path w="132" h="192" extrusionOk="0">
                  <a:moveTo>
                    <a:pt x="92" y="1"/>
                  </a:moveTo>
                  <a:cubicBezTo>
                    <a:pt x="84" y="1"/>
                    <a:pt x="75" y="3"/>
                    <a:pt x="66" y="8"/>
                  </a:cubicBezTo>
                  <a:cubicBezTo>
                    <a:pt x="30" y="30"/>
                    <a:pt x="1" y="86"/>
                    <a:pt x="1" y="135"/>
                  </a:cubicBezTo>
                  <a:cubicBezTo>
                    <a:pt x="1" y="170"/>
                    <a:pt x="17" y="191"/>
                    <a:pt x="40" y="191"/>
                  </a:cubicBezTo>
                  <a:cubicBezTo>
                    <a:pt x="48" y="191"/>
                    <a:pt x="57" y="188"/>
                    <a:pt x="66" y="183"/>
                  </a:cubicBezTo>
                  <a:cubicBezTo>
                    <a:pt x="102" y="163"/>
                    <a:pt x="132" y="106"/>
                    <a:pt x="132" y="58"/>
                  </a:cubicBezTo>
                  <a:cubicBezTo>
                    <a:pt x="132" y="22"/>
                    <a:pt x="115"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8" name="Google Shape;238;p28">
              <a:extLst>
                <a:ext uri="{FF2B5EF4-FFF2-40B4-BE49-F238E27FC236}">
                  <a16:creationId xmlns:a16="http://schemas.microsoft.com/office/drawing/2014/main" id="{AF12206A-7A34-C115-3E33-C5112DCB5A42}"/>
                </a:ext>
              </a:extLst>
            </p:cNvPr>
            <p:cNvSpPr/>
            <p:nvPr/>
          </p:nvSpPr>
          <p:spPr>
            <a:xfrm>
              <a:off x="6526490" y="1644813"/>
              <a:ext cx="21892" cy="31718"/>
            </a:xfrm>
            <a:custGeom>
              <a:avLst/>
              <a:gdLst/>
              <a:ahLst/>
              <a:cxnLst/>
              <a:rect l="l" t="t" r="r" b="b"/>
              <a:pathLst>
                <a:path w="176" h="255" extrusionOk="0">
                  <a:moveTo>
                    <a:pt x="122" y="1"/>
                  </a:moveTo>
                  <a:cubicBezTo>
                    <a:pt x="112" y="1"/>
                    <a:pt x="100" y="4"/>
                    <a:pt x="88" y="11"/>
                  </a:cubicBezTo>
                  <a:cubicBezTo>
                    <a:pt x="40" y="39"/>
                    <a:pt x="1" y="113"/>
                    <a:pt x="1" y="178"/>
                  </a:cubicBezTo>
                  <a:cubicBezTo>
                    <a:pt x="1" y="226"/>
                    <a:pt x="22" y="255"/>
                    <a:pt x="53" y="255"/>
                  </a:cubicBezTo>
                  <a:cubicBezTo>
                    <a:pt x="64" y="255"/>
                    <a:pt x="76"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39" name="Google Shape;239;p28">
              <a:extLst>
                <a:ext uri="{FF2B5EF4-FFF2-40B4-BE49-F238E27FC236}">
                  <a16:creationId xmlns:a16="http://schemas.microsoft.com/office/drawing/2014/main" id="{FDFC5DF1-C39F-2FE1-C38C-19D91663F8B8}"/>
                </a:ext>
              </a:extLst>
            </p:cNvPr>
            <p:cNvSpPr/>
            <p:nvPr/>
          </p:nvSpPr>
          <p:spPr>
            <a:xfrm>
              <a:off x="6531714" y="1650907"/>
              <a:ext cx="16294" cy="23757"/>
            </a:xfrm>
            <a:custGeom>
              <a:avLst/>
              <a:gdLst/>
              <a:ahLst/>
              <a:cxnLst/>
              <a:rect l="l" t="t" r="r" b="b"/>
              <a:pathLst>
                <a:path w="131" h="191" extrusionOk="0">
                  <a:moveTo>
                    <a:pt x="91" y="0"/>
                  </a:moveTo>
                  <a:cubicBezTo>
                    <a:pt x="83" y="0"/>
                    <a:pt x="75" y="3"/>
                    <a:pt x="66" y="8"/>
                  </a:cubicBezTo>
                  <a:cubicBezTo>
                    <a:pt x="30" y="29"/>
                    <a:pt x="0" y="86"/>
                    <a:pt x="0" y="133"/>
                  </a:cubicBezTo>
                  <a:cubicBezTo>
                    <a:pt x="0" y="169"/>
                    <a:pt x="16" y="191"/>
                    <a:pt x="39" y="191"/>
                  </a:cubicBezTo>
                  <a:cubicBezTo>
                    <a:pt x="47" y="191"/>
                    <a:pt x="56" y="188"/>
                    <a:pt x="66" y="183"/>
                  </a:cubicBezTo>
                  <a:cubicBezTo>
                    <a:pt x="102" y="162"/>
                    <a:pt x="131" y="106"/>
                    <a:pt x="131" y="58"/>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0" name="Google Shape;240;p28">
              <a:extLst>
                <a:ext uri="{FF2B5EF4-FFF2-40B4-BE49-F238E27FC236}">
                  <a16:creationId xmlns:a16="http://schemas.microsoft.com/office/drawing/2014/main" id="{AF21F9D1-94AA-8613-2E77-98CC79E7744C}"/>
                </a:ext>
              </a:extLst>
            </p:cNvPr>
            <p:cNvSpPr/>
            <p:nvPr/>
          </p:nvSpPr>
          <p:spPr>
            <a:xfrm>
              <a:off x="6728612" y="917920"/>
              <a:ext cx="21892" cy="31718"/>
            </a:xfrm>
            <a:custGeom>
              <a:avLst/>
              <a:gdLst/>
              <a:ahLst/>
              <a:cxnLst/>
              <a:rect l="l" t="t" r="r" b="b"/>
              <a:pathLst>
                <a:path w="176" h="255" extrusionOk="0">
                  <a:moveTo>
                    <a:pt x="122" y="1"/>
                  </a:moveTo>
                  <a:cubicBezTo>
                    <a:pt x="111" y="1"/>
                    <a:pt x="99" y="4"/>
                    <a:pt x="87" y="11"/>
                  </a:cubicBezTo>
                  <a:cubicBezTo>
                    <a:pt x="40" y="39"/>
                    <a:pt x="0" y="113"/>
                    <a:pt x="0" y="177"/>
                  </a:cubicBezTo>
                  <a:cubicBezTo>
                    <a:pt x="0" y="226"/>
                    <a:pt x="22" y="254"/>
                    <a:pt x="53" y="254"/>
                  </a:cubicBezTo>
                  <a:cubicBezTo>
                    <a:pt x="63" y="254"/>
                    <a:pt x="75" y="251"/>
                    <a:pt x="87"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1" name="Google Shape;241;p28">
              <a:extLst>
                <a:ext uri="{FF2B5EF4-FFF2-40B4-BE49-F238E27FC236}">
                  <a16:creationId xmlns:a16="http://schemas.microsoft.com/office/drawing/2014/main" id="{06C14253-FD0D-2EB0-6CF3-5178715D4560}"/>
                </a:ext>
              </a:extLst>
            </p:cNvPr>
            <p:cNvSpPr/>
            <p:nvPr/>
          </p:nvSpPr>
          <p:spPr>
            <a:xfrm>
              <a:off x="6733836" y="924015"/>
              <a:ext cx="16294" cy="23757"/>
            </a:xfrm>
            <a:custGeom>
              <a:avLst/>
              <a:gdLst/>
              <a:ahLst/>
              <a:cxnLst/>
              <a:rect l="l" t="t" r="r" b="b"/>
              <a:pathLst>
                <a:path w="131" h="191" extrusionOk="0">
                  <a:moveTo>
                    <a:pt x="91" y="0"/>
                  </a:moveTo>
                  <a:cubicBezTo>
                    <a:pt x="83" y="0"/>
                    <a:pt x="75" y="3"/>
                    <a:pt x="65" y="8"/>
                  </a:cubicBezTo>
                  <a:cubicBezTo>
                    <a:pt x="29" y="29"/>
                    <a:pt x="0" y="85"/>
                    <a:pt x="0" y="133"/>
                  </a:cubicBezTo>
                  <a:cubicBezTo>
                    <a:pt x="0" y="169"/>
                    <a:pt x="16" y="190"/>
                    <a:pt x="39" y="190"/>
                  </a:cubicBezTo>
                  <a:cubicBezTo>
                    <a:pt x="47" y="190"/>
                    <a:pt x="56" y="188"/>
                    <a:pt x="65" y="182"/>
                  </a:cubicBezTo>
                  <a:cubicBezTo>
                    <a:pt x="101" y="162"/>
                    <a:pt x="131" y="106"/>
                    <a:pt x="131" y="57"/>
                  </a:cubicBezTo>
                  <a:cubicBezTo>
                    <a:pt x="131" y="21"/>
                    <a:pt x="115" y="0"/>
                    <a:pt x="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2" name="Google Shape;242;p28">
              <a:extLst>
                <a:ext uri="{FF2B5EF4-FFF2-40B4-BE49-F238E27FC236}">
                  <a16:creationId xmlns:a16="http://schemas.microsoft.com/office/drawing/2014/main" id="{9AC59BD6-F887-6DEF-1181-2949C76A331E}"/>
                </a:ext>
              </a:extLst>
            </p:cNvPr>
            <p:cNvSpPr/>
            <p:nvPr/>
          </p:nvSpPr>
          <p:spPr>
            <a:xfrm>
              <a:off x="6773017" y="986579"/>
              <a:ext cx="21767" cy="31718"/>
            </a:xfrm>
            <a:custGeom>
              <a:avLst/>
              <a:gdLst/>
              <a:ahLst/>
              <a:cxnLst/>
              <a:rect l="l" t="t" r="r" b="b"/>
              <a:pathLst>
                <a:path w="175" h="255" extrusionOk="0">
                  <a:moveTo>
                    <a:pt x="123" y="1"/>
                  </a:moveTo>
                  <a:cubicBezTo>
                    <a:pt x="113" y="1"/>
                    <a:pt x="101" y="4"/>
                    <a:pt x="88" y="12"/>
                  </a:cubicBezTo>
                  <a:cubicBezTo>
                    <a:pt x="40" y="39"/>
                    <a:pt x="0" y="114"/>
                    <a:pt x="0" y="178"/>
                  </a:cubicBezTo>
                  <a:cubicBezTo>
                    <a:pt x="0" y="226"/>
                    <a:pt x="22" y="254"/>
                    <a:pt x="53" y="254"/>
                  </a:cubicBezTo>
                  <a:cubicBezTo>
                    <a:pt x="64" y="254"/>
                    <a:pt x="76" y="251"/>
                    <a:pt x="88" y="243"/>
                  </a:cubicBezTo>
                  <a:cubicBezTo>
                    <a:pt x="137" y="216"/>
                    <a:pt x="175" y="141"/>
                    <a:pt x="175" y="77"/>
                  </a:cubicBezTo>
                  <a:cubicBezTo>
                    <a:pt x="175" y="29"/>
                    <a:pt x="154" y="1"/>
                    <a:pt x="1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3" name="Google Shape;243;p28">
              <a:extLst>
                <a:ext uri="{FF2B5EF4-FFF2-40B4-BE49-F238E27FC236}">
                  <a16:creationId xmlns:a16="http://schemas.microsoft.com/office/drawing/2014/main" id="{477A0FD7-5F1D-0D46-DECE-F8E534372777}"/>
                </a:ext>
              </a:extLst>
            </p:cNvPr>
            <p:cNvSpPr/>
            <p:nvPr/>
          </p:nvSpPr>
          <p:spPr>
            <a:xfrm>
              <a:off x="6778241" y="992674"/>
              <a:ext cx="16419" cy="23757"/>
            </a:xfrm>
            <a:custGeom>
              <a:avLst/>
              <a:gdLst/>
              <a:ahLst/>
              <a:cxnLst/>
              <a:rect l="l" t="t" r="r" b="b"/>
              <a:pathLst>
                <a:path w="132" h="191" extrusionOk="0">
                  <a:moveTo>
                    <a:pt x="93" y="1"/>
                  </a:moveTo>
                  <a:cubicBezTo>
                    <a:pt x="85" y="1"/>
                    <a:pt x="76" y="3"/>
                    <a:pt x="67" y="9"/>
                  </a:cubicBezTo>
                  <a:cubicBezTo>
                    <a:pt x="29" y="29"/>
                    <a:pt x="0" y="85"/>
                    <a:pt x="0" y="134"/>
                  </a:cubicBezTo>
                  <a:cubicBezTo>
                    <a:pt x="0" y="169"/>
                    <a:pt x="17" y="191"/>
                    <a:pt x="40" y="191"/>
                  </a:cubicBezTo>
                  <a:cubicBezTo>
                    <a:pt x="48" y="191"/>
                    <a:pt x="57" y="188"/>
                    <a:pt x="67" y="183"/>
                  </a:cubicBezTo>
                  <a:cubicBezTo>
                    <a:pt x="103" y="162"/>
                    <a:pt x="132" y="106"/>
                    <a:pt x="132" y="58"/>
                  </a:cubicBezTo>
                  <a:cubicBezTo>
                    <a:pt x="132" y="22"/>
                    <a:pt x="116" y="1"/>
                    <a:pt x="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4" name="Google Shape;244;p28">
              <a:extLst>
                <a:ext uri="{FF2B5EF4-FFF2-40B4-BE49-F238E27FC236}">
                  <a16:creationId xmlns:a16="http://schemas.microsoft.com/office/drawing/2014/main" id="{899F734D-5646-427D-6A1B-9B5281CEDA8A}"/>
                </a:ext>
              </a:extLst>
            </p:cNvPr>
            <p:cNvSpPr/>
            <p:nvPr/>
          </p:nvSpPr>
          <p:spPr>
            <a:xfrm>
              <a:off x="6327602" y="1148899"/>
              <a:ext cx="21892" cy="31718"/>
            </a:xfrm>
            <a:custGeom>
              <a:avLst/>
              <a:gdLst/>
              <a:ahLst/>
              <a:cxnLst/>
              <a:rect l="l" t="t" r="r" b="b"/>
              <a:pathLst>
                <a:path w="176" h="255" extrusionOk="0">
                  <a:moveTo>
                    <a:pt x="123" y="0"/>
                  </a:moveTo>
                  <a:cubicBezTo>
                    <a:pt x="112" y="0"/>
                    <a:pt x="101" y="4"/>
                    <a:pt x="88" y="10"/>
                  </a:cubicBezTo>
                  <a:cubicBezTo>
                    <a:pt x="40" y="39"/>
                    <a:pt x="1" y="113"/>
                    <a:pt x="1" y="177"/>
                  </a:cubicBezTo>
                  <a:cubicBezTo>
                    <a:pt x="1" y="225"/>
                    <a:pt x="23" y="254"/>
                    <a:pt x="54" y="254"/>
                  </a:cubicBezTo>
                  <a:cubicBezTo>
                    <a:pt x="64" y="254"/>
                    <a:pt x="76" y="251"/>
                    <a:pt x="88" y="244"/>
                  </a:cubicBezTo>
                  <a:cubicBezTo>
                    <a:pt x="137" y="215"/>
                    <a:pt x="175" y="141"/>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5" name="Google Shape;245;p28">
              <a:extLst>
                <a:ext uri="{FF2B5EF4-FFF2-40B4-BE49-F238E27FC236}">
                  <a16:creationId xmlns:a16="http://schemas.microsoft.com/office/drawing/2014/main" id="{FAA5D378-DF51-634D-FA53-8686FA1F02F3}"/>
                </a:ext>
              </a:extLst>
            </p:cNvPr>
            <p:cNvSpPr/>
            <p:nvPr/>
          </p:nvSpPr>
          <p:spPr>
            <a:xfrm>
              <a:off x="6332826" y="1154994"/>
              <a:ext cx="16419" cy="23757"/>
            </a:xfrm>
            <a:custGeom>
              <a:avLst/>
              <a:gdLst/>
              <a:ahLst/>
              <a:cxnLst/>
              <a:rect l="l" t="t" r="r" b="b"/>
              <a:pathLst>
                <a:path w="132" h="191" extrusionOk="0">
                  <a:moveTo>
                    <a:pt x="92" y="0"/>
                  </a:moveTo>
                  <a:cubicBezTo>
                    <a:pt x="84" y="0"/>
                    <a:pt x="75" y="2"/>
                    <a:pt x="66" y="8"/>
                  </a:cubicBezTo>
                  <a:cubicBezTo>
                    <a:pt x="30" y="29"/>
                    <a:pt x="0" y="84"/>
                    <a:pt x="0" y="133"/>
                  </a:cubicBezTo>
                  <a:cubicBezTo>
                    <a:pt x="0" y="169"/>
                    <a:pt x="16" y="190"/>
                    <a:pt x="39" y="190"/>
                  </a:cubicBezTo>
                  <a:cubicBezTo>
                    <a:pt x="47" y="190"/>
                    <a:pt x="56" y="188"/>
                    <a:pt x="66" y="182"/>
                  </a:cubicBezTo>
                  <a:cubicBezTo>
                    <a:pt x="103" y="162"/>
                    <a:pt x="132" y="106"/>
                    <a:pt x="132" y="57"/>
                  </a:cubicBezTo>
                  <a:cubicBezTo>
                    <a:pt x="132" y="21"/>
                    <a:pt x="116" y="0"/>
                    <a:pt x="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6" name="Google Shape;246;p28">
              <a:extLst>
                <a:ext uri="{FF2B5EF4-FFF2-40B4-BE49-F238E27FC236}">
                  <a16:creationId xmlns:a16="http://schemas.microsoft.com/office/drawing/2014/main" id="{A2F7C48E-4071-2EC3-5EA4-A917CAC9FD08}"/>
                </a:ext>
              </a:extLst>
            </p:cNvPr>
            <p:cNvSpPr/>
            <p:nvPr/>
          </p:nvSpPr>
          <p:spPr>
            <a:xfrm>
              <a:off x="6280710" y="1274774"/>
              <a:ext cx="21767" cy="31593"/>
            </a:xfrm>
            <a:custGeom>
              <a:avLst/>
              <a:gdLst/>
              <a:ahLst/>
              <a:cxnLst/>
              <a:rect l="l" t="t" r="r" b="b"/>
              <a:pathLst>
                <a:path w="175" h="254" extrusionOk="0">
                  <a:moveTo>
                    <a:pt x="123" y="0"/>
                  </a:moveTo>
                  <a:cubicBezTo>
                    <a:pt x="113" y="0"/>
                    <a:pt x="101" y="4"/>
                    <a:pt x="88" y="11"/>
                  </a:cubicBezTo>
                  <a:cubicBezTo>
                    <a:pt x="40" y="38"/>
                    <a:pt x="0" y="113"/>
                    <a:pt x="0" y="177"/>
                  </a:cubicBezTo>
                  <a:cubicBezTo>
                    <a:pt x="0" y="225"/>
                    <a:pt x="22" y="253"/>
                    <a:pt x="53" y="253"/>
                  </a:cubicBezTo>
                  <a:cubicBezTo>
                    <a:pt x="64" y="253"/>
                    <a:pt x="76" y="250"/>
                    <a:pt x="88" y="243"/>
                  </a:cubicBezTo>
                  <a:cubicBezTo>
                    <a:pt x="137" y="216"/>
                    <a:pt x="175" y="140"/>
                    <a:pt x="175" y="76"/>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7" name="Google Shape;247;p28">
              <a:extLst>
                <a:ext uri="{FF2B5EF4-FFF2-40B4-BE49-F238E27FC236}">
                  <a16:creationId xmlns:a16="http://schemas.microsoft.com/office/drawing/2014/main" id="{1CB58D03-5532-F44C-9D05-45CE5C90410E}"/>
                </a:ext>
              </a:extLst>
            </p:cNvPr>
            <p:cNvSpPr/>
            <p:nvPr/>
          </p:nvSpPr>
          <p:spPr>
            <a:xfrm>
              <a:off x="6285934" y="1280744"/>
              <a:ext cx="16419" cy="23757"/>
            </a:xfrm>
            <a:custGeom>
              <a:avLst/>
              <a:gdLst/>
              <a:ahLst/>
              <a:cxnLst/>
              <a:rect l="l" t="t" r="r" b="b"/>
              <a:pathLst>
                <a:path w="132" h="191" extrusionOk="0">
                  <a:moveTo>
                    <a:pt x="92" y="1"/>
                  </a:moveTo>
                  <a:cubicBezTo>
                    <a:pt x="84" y="1"/>
                    <a:pt x="75" y="3"/>
                    <a:pt x="65" y="9"/>
                  </a:cubicBezTo>
                  <a:cubicBezTo>
                    <a:pt x="29" y="29"/>
                    <a:pt x="0" y="86"/>
                    <a:pt x="0" y="134"/>
                  </a:cubicBezTo>
                  <a:cubicBezTo>
                    <a:pt x="0" y="169"/>
                    <a:pt x="16" y="191"/>
                    <a:pt x="39" y="191"/>
                  </a:cubicBezTo>
                  <a:cubicBezTo>
                    <a:pt x="47" y="191"/>
                    <a:pt x="56" y="188"/>
                    <a:pt x="65" y="182"/>
                  </a:cubicBezTo>
                  <a:cubicBezTo>
                    <a:pt x="102" y="162"/>
                    <a:pt x="132" y="106"/>
                    <a:pt x="132" y="57"/>
                  </a:cubicBezTo>
                  <a:cubicBezTo>
                    <a:pt x="132" y="22"/>
                    <a:pt x="116" y="1"/>
                    <a:pt x="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8" name="Google Shape;248;p28">
              <a:extLst>
                <a:ext uri="{FF2B5EF4-FFF2-40B4-BE49-F238E27FC236}">
                  <a16:creationId xmlns:a16="http://schemas.microsoft.com/office/drawing/2014/main" id="{096B1F9A-BD2C-3B9D-BA34-779F3AC8960E}"/>
                </a:ext>
              </a:extLst>
            </p:cNvPr>
            <p:cNvSpPr/>
            <p:nvPr/>
          </p:nvSpPr>
          <p:spPr>
            <a:xfrm>
              <a:off x="6483454" y="978246"/>
              <a:ext cx="21892" cy="31718"/>
            </a:xfrm>
            <a:custGeom>
              <a:avLst/>
              <a:gdLst/>
              <a:ahLst/>
              <a:cxnLst/>
              <a:rect l="l" t="t" r="r" b="b"/>
              <a:pathLst>
                <a:path w="176" h="255" extrusionOk="0">
                  <a:moveTo>
                    <a:pt x="123" y="0"/>
                  </a:moveTo>
                  <a:cubicBezTo>
                    <a:pt x="113" y="0"/>
                    <a:pt x="101" y="4"/>
                    <a:pt x="89" y="11"/>
                  </a:cubicBezTo>
                  <a:cubicBezTo>
                    <a:pt x="40" y="39"/>
                    <a:pt x="1" y="113"/>
                    <a:pt x="1" y="178"/>
                  </a:cubicBezTo>
                  <a:cubicBezTo>
                    <a:pt x="1" y="226"/>
                    <a:pt x="23" y="254"/>
                    <a:pt x="54" y="254"/>
                  </a:cubicBezTo>
                  <a:cubicBezTo>
                    <a:pt x="65" y="254"/>
                    <a:pt x="77" y="251"/>
                    <a:pt x="89" y="244"/>
                  </a:cubicBezTo>
                  <a:cubicBezTo>
                    <a:pt x="137" y="216"/>
                    <a:pt x="175" y="142"/>
                    <a:pt x="175" y="77"/>
                  </a:cubicBezTo>
                  <a:cubicBezTo>
                    <a:pt x="175" y="29"/>
                    <a:pt x="154"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49" name="Google Shape;249;p28">
              <a:extLst>
                <a:ext uri="{FF2B5EF4-FFF2-40B4-BE49-F238E27FC236}">
                  <a16:creationId xmlns:a16="http://schemas.microsoft.com/office/drawing/2014/main" id="{05D11645-BF5D-CD6C-04EC-BE33D39DB323}"/>
                </a:ext>
              </a:extLst>
            </p:cNvPr>
            <p:cNvSpPr/>
            <p:nvPr/>
          </p:nvSpPr>
          <p:spPr>
            <a:xfrm>
              <a:off x="6488678" y="984341"/>
              <a:ext cx="16543" cy="23757"/>
            </a:xfrm>
            <a:custGeom>
              <a:avLst/>
              <a:gdLst/>
              <a:ahLst/>
              <a:cxnLst/>
              <a:rect l="l" t="t" r="r" b="b"/>
              <a:pathLst>
                <a:path w="133" h="191" extrusionOk="0">
                  <a:moveTo>
                    <a:pt x="93" y="0"/>
                  </a:moveTo>
                  <a:cubicBezTo>
                    <a:pt x="84" y="0"/>
                    <a:pt x="75" y="3"/>
                    <a:pt x="66" y="8"/>
                  </a:cubicBezTo>
                  <a:cubicBezTo>
                    <a:pt x="30" y="28"/>
                    <a:pt x="1" y="85"/>
                    <a:pt x="1" y="133"/>
                  </a:cubicBezTo>
                  <a:cubicBezTo>
                    <a:pt x="1" y="169"/>
                    <a:pt x="17" y="190"/>
                    <a:pt x="40" y="190"/>
                  </a:cubicBezTo>
                  <a:cubicBezTo>
                    <a:pt x="48" y="190"/>
                    <a:pt x="57" y="188"/>
                    <a:pt x="66" y="183"/>
                  </a:cubicBezTo>
                  <a:cubicBezTo>
                    <a:pt x="103" y="161"/>
                    <a:pt x="132" y="106"/>
                    <a:pt x="132" y="58"/>
                  </a:cubicBezTo>
                  <a:cubicBezTo>
                    <a:pt x="132" y="22"/>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0" name="Google Shape;250;p28">
              <a:extLst>
                <a:ext uri="{FF2B5EF4-FFF2-40B4-BE49-F238E27FC236}">
                  <a16:creationId xmlns:a16="http://schemas.microsoft.com/office/drawing/2014/main" id="{F61B4766-310E-554E-4D58-C22DEAF8E2CC}"/>
                </a:ext>
              </a:extLst>
            </p:cNvPr>
            <p:cNvSpPr/>
            <p:nvPr/>
          </p:nvSpPr>
          <p:spPr>
            <a:xfrm>
              <a:off x="6674132" y="868540"/>
              <a:ext cx="21767" cy="31593"/>
            </a:xfrm>
            <a:custGeom>
              <a:avLst/>
              <a:gdLst/>
              <a:ahLst/>
              <a:cxnLst/>
              <a:rect l="l" t="t" r="r" b="b"/>
              <a:pathLst>
                <a:path w="175" h="254" extrusionOk="0">
                  <a:moveTo>
                    <a:pt x="122" y="1"/>
                  </a:moveTo>
                  <a:cubicBezTo>
                    <a:pt x="112" y="1"/>
                    <a:pt x="100" y="4"/>
                    <a:pt x="87" y="11"/>
                  </a:cubicBezTo>
                  <a:cubicBezTo>
                    <a:pt x="40" y="38"/>
                    <a:pt x="0" y="113"/>
                    <a:pt x="0" y="178"/>
                  </a:cubicBezTo>
                  <a:cubicBezTo>
                    <a:pt x="0" y="226"/>
                    <a:pt x="22" y="254"/>
                    <a:pt x="53" y="254"/>
                  </a:cubicBezTo>
                  <a:cubicBezTo>
                    <a:pt x="63" y="254"/>
                    <a:pt x="75" y="250"/>
                    <a:pt x="87" y="243"/>
                  </a:cubicBezTo>
                  <a:cubicBezTo>
                    <a:pt x="136" y="215"/>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1" name="Google Shape;251;p28">
              <a:extLst>
                <a:ext uri="{FF2B5EF4-FFF2-40B4-BE49-F238E27FC236}">
                  <a16:creationId xmlns:a16="http://schemas.microsoft.com/office/drawing/2014/main" id="{73ED26E2-6F38-237A-EC34-EAE51F9D5CAA}"/>
                </a:ext>
              </a:extLst>
            </p:cNvPr>
            <p:cNvSpPr/>
            <p:nvPr/>
          </p:nvSpPr>
          <p:spPr>
            <a:xfrm>
              <a:off x="6679356" y="874511"/>
              <a:ext cx="16294" cy="23757"/>
            </a:xfrm>
            <a:custGeom>
              <a:avLst/>
              <a:gdLst/>
              <a:ahLst/>
              <a:cxnLst/>
              <a:rect l="l" t="t" r="r" b="b"/>
              <a:pathLst>
                <a:path w="131" h="191" extrusionOk="0">
                  <a:moveTo>
                    <a:pt x="91" y="1"/>
                  </a:moveTo>
                  <a:cubicBezTo>
                    <a:pt x="83" y="1"/>
                    <a:pt x="74" y="3"/>
                    <a:pt x="65" y="8"/>
                  </a:cubicBezTo>
                  <a:cubicBezTo>
                    <a:pt x="29" y="30"/>
                    <a:pt x="0" y="85"/>
                    <a:pt x="0" y="133"/>
                  </a:cubicBezTo>
                  <a:cubicBezTo>
                    <a:pt x="0" y="169"/>
                    <a:pt x="16" y="191"/>
                    <a:pt x="39" y="191"/>
                  </a:cubicBezTo>
                  <a:cubicBezTo>
                    <a:pt x="47" y="191"/>
                    <a:pt x="56" y="188"/>
                    <a:pt x="65" y="183"/>
                  </a:cubicBezTo>
                  <a:cubicBezTo>
                    <a:pt x="101" y="163"/>
                    <a:pt x="131" y="106"/>
                    <a:pt x="131" y="58"/>
                  </a:cubicBezTo>
                  <a:cubicBezTo>
                    <a:pt x="131" y="22"/>
                    <a:pt x="114"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2" name="Google Shape;252;p28">
              <a:extLst>
                <a:ext uri="{FF2B5EF4-FFF2-40B4-BE49-F238E27FC236}">
                  <a16:creationId xmlns:a16="http://schemas.microsoft.com/office/drawing/2014/main" id="{3B495131-4B94-3918-2488-F38C03CA99B4}"/>
                </a:ext>
              </a:extLst>
            </p:cNvPr>
            <p:cNvSpPr/>
            <p:nvPr/>
          </p:nvSpPr>
          <p:spPr>
            <a:xfrm>
              <a:off x="6590423" y="915806"/>
              <a:ext cx="21767" cy="31718"/>
            </a:xfrm>
            <a:custGeom>
              <a:avLst/>
              <a:gdLst/>
              <a:ahLst/>
              <a:cxnLst/>
              <a:rect l="l" t="t" r="r" b="b"/>
              <a:pathLst>
                <a:path w="175" h="255" extrusionOk="0">
                  <a:moveTo>
                    <a:pt x="122" y="1"/>
                  </a:moveTo>
                  <a:cubicBezTo>
                    <a:pt x="112" y="1"/>
                    <a:pt x="100" y="4"/>
                    <a:pt x="88" y="11"/>
                  </a:cubicBezTo>
                  <a:cubicBezTo>
                    <a:pt x="39" y="39"/>
                    <a:pt x="0" y="113"/>
                    <a:pt x="0" y="177"/>
                  </a:cubicBezTo>
                  <a:cubicBezTo>
                    <a:pt x="0" y="226"/>
                    <a:pt x="22" y="255"/>
                    <a:pt x="53" y="255"/>
                  </a:cubicBezTo>
                  <a:cubicBezTo>
                    <a:pt x="64" y="255"/>
                    <a:pt x="75" y="251"/>
                    <a:pt x="88" y="244"/>
                  </a:cubicBezTo>
                  <a:cubicBezTo>
                    <a:pt x="136" y="216"/>
                    <a:pt x="175" y="141"/>
                    <a:pt x="175" y="77"/>
                  </a:cubicBezTo>
                  <a:cubicBezTo>
                    <a:pt x="175" y="29"/>
                    <a:pt x="153" y="1"/>
                    <a:pt x="1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3" name="Google Shape;253;p28">
              <a:extLst>
                <a:ext uri="{FF2B5EF4-FFF2-40B4-BE49-F238E27FC236}">
                  <a16:creationId xmlns:a16="http://schemas.microsoft.com/office/drawing/2014/main" id="{28187161-2EEE-23C3-5231-CE251659CECB}"/>
                </a:ext>
              </a:extLst>
            </p:cNvPr>
            <p:cNvSpPr/>
            <p:nvPr/>
          </p:nvSpPr>
          <p:spPr>
            <a:xfrm>
              <a:off x="6595523" y="921900"/>
              <a:ext cx="16543" cy="23757"/>
            </a:xfrm>
            <a:custGeom>
              <a:avLst/>
              <a:gdLst/>
              <a:ahLst/>
              <a:cxnLst/>
              <a:rect l="l" t="t" r="r" b="b"/>
              <a:pathLst>
                <a:path w="133" h="191" extrusionOk="0">
                  <a:moveTo>
                    <a:pt x="93" y="0"/>
                  </a:moveTo>
                  <a:cubicBezTo>
                    <a:pt x="85" y="0"/>
                    <a:pt x="76" y="3"/>
                    <a:pt x="67" y="8"/>
                  </a:cubicBezTo>
                  <a:cubicBezTo>
                    <a:pt x="30" y="29"/>
                    <a:pt x="1" y="86"/>
                    <a:pt x="1" y="133"/>
                  </a:cubicBezTo>
                  <a:cubicBezTo>
                    <a:pt x="1" y="169"/>
                    <a:pt x="17" y="191"/>
                    <a:pt x="40" y="191"/>
                  </a:cubicBezTo>
                  <a:cubicBezTo>
                    <a:pt x="49" y="191"/>
                    <a:pt x="58" y="188"/>
                    <a:pt x="67" y="182"/>
                  </a:cubicBezTo>
                  <a:cubicBezTo>
                    <a:pt x="103" y="162"/>
                    <a:pt x="132" y="106"/>
                    <a:pt x="132" y="57"/>
                  </a:cubicBezTo>
                  <a:cubicBezTo>
                    <a:pt x="132" y="21"/>
                    <a:pt x="116" y="0"/>
                    <a:pt x="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4" name="Google Shape;254;p28">
              <a:extLst>
                <a:ext uri="{FF2B5EF4-FFF2-40B4-BE49-F238E27FC236}">
                  <a16:creationId xmlns:a16="http://schemas.microsoft.com/office/drawing/2014/main" id="{67E93C37-2845-B1F6-5361-DA4C7A28A43A}"/>
                </a:ext>
              </a:extLst>
            </p:cNvPr>
            <p:cNvSpPr/>
            <p:nvPr/>
          </p:nvSpPr>
          <p:spPr>
            <a:xfrm>
              <a:off x="6387555" y="992799"/>
              <a:ext cx="378752" cy="641441"/>
            </a:xfrm>
            <a:custGeom>
              <a:avLst/>
              <a:gdLst/>
              <a:ahLst/>
              <a:cxnLst/>
              <a:rect l="l" t="t" r="r" b="b"/>
              <a:pathLst>
                <a:path w="3045" h="5157" extrusionOk="0">
                  <a:moveTo>
                    <a:pt x="2954" y="1"/>
                  </a:moveTo>
                  <a:cubicBezTo>
                    <a:pt x="2959" y="82"/>
                    <a:pt x="2970" y="546"/>
                    <a:pt x="2827" y="1268"/>
                  </a:cubicBezTo>
                  <a:cubicBezTo>
                    <a:pt x="2818" y="1315"/>
                    <a:pt x="2808" y="1363"/>
                    <a:pt x="2797" y="1413"/>
                  </a:cubicBezTo>
                  <a:cubicBezTo>
                    <a:pt x="2773" y="1527"/>
                    <a:pt x="2744" y="1646"/>
                    <a:pt x="2711" y="1770"/>
                  </a:cubicBezTo>
                  <a:cubicBezTo>
                    <a:pt x="2678" y="1898"/>
                    <a:pt x="2640" y="2030"/>
                    <a:pt x="2596" y="2169"/>
                  </a:cubicBezTo>
                  <a:cubicBezTo>
                    <a:pt x="2536" y="2361"/>
                    <a:pt x="2465" y="2564"/>
                    <a:pt x="2384" y="2776"/>
                  </a:cubicBezTo>
                  <a:cubicBezTo>
                    <a:pt x="2205" y="3235"/>
                    <a:pt x="1973" y="3733"/>
                    <a:pt x="1667" y="4260"/>
                  </a:cubicBezTo>
                  <a:cubicBezTo>
                    <a:pt x="1513" y="4525"/>
                    <a:pt x="1339" y="4799"/>
                    <a:pt x="1145" y="5078"/>
                  </a:cubicBezTo>
                  <a:cubicBezTo>
                    <a:pt x="1030" y="5046"/>
                    <a:pt x="922" y="5005"/>
                    <a:pt x="820" y="4960"/>
                  </a:cubicBezTo>
                  <a:cubicBezTo>
                    <a:pt x="471" y="4806"/>
                    <a:pt x="205" y="4583"/>
                    <a:pt x="1" y="4329"/>
                  </a:cubicBezTo>
                  <a:lnTo>
                    <a:pt x="1" y="4329"/>
                  </a:lnTo>
                  <a:cubicBezTo>
                    <a:pt x="212" y="4616"/>
                    <a:pt x="496" y="4868"/>
                    <a:pt x="880" y="5038"/>
                  </a:cubicBezTo>
                  <a:cubicBezTo>
                    <a:pt x="981" y="5083"/>
                    <a:pt x="1089" y="5123"/>
                    <a:pt x="1204" y="5156"/>
                  </a:cubicBezTo>
                  <a:cubicBezTo>
                    <a:pt x="1399" y="4877"/>
                    <a:pt x="1573" y="4603"/>
                    <a:pt x="1727" y="4336"/>
                  </a:cubicBezTo>
                  <a:cubicBezTo>
                    <a:pt x="2033" y="3810"/>
                    <a:pt x="2265" y="3313"/>
                    <a:pt x="2444" y="2853"/>
                  </a:cubicBezTo>
                  <a:cubicBezTo>
                    <a:pt x="2525" y="2642"/>
                    <a:pt x="2596" y="2439"/>
                    <a:pt x="2656" y="2246"/>
                  </a:cubicBezTo>
                  <a:cubicBezTo>
                    <a:pt x="2700" y="2108"/>
                    <a:pt x="2737" y="1975"/>
                    <a:pt x="2771" y="1848"/>
                  </a:cubicBezTo>
                  <a:cubicBezTo>
                    <a:pt x="2803" y="1724"/>
                    <a:pt x="2833" y="1604"/>
                    <a:pt x="2857" y="1491"/>
                  </a:cubicBezTo>
                  <a:cubicBezTo>
                    <a:pt x="2867" y="1441"/>
                    <a:pt x="2878" y="1393"/>
                    <a:pt x="2887" y="1345"/>
                  </a:cubicBezTo>
                  <a:cubicBezTo>
                    <a:pt x="3044" y="550"/>
                    <a:pt x="3014" y="65"/>
                    <a:pt x="3014" y="65"/>
                  </a:cubicBezTo>
                  <a:lnTo>
                    <a:pt x="29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5" name="Google Shape;255;p28">
              <a:extLst>
                <a:ext uri="{FF2B5EF4-FFF2-40B4-BE49-F238E27FC236}">
                  <a16:creationId xmlns:a16="http://schemas.microsoft.com/office/drawing/2014/main" id="{37DE01ED-42BE-9F0C-B7CB-BE748ECC02E4}"/>
                </a:ext>
              </a:extLst>
            </p:cNvPr>
            <p:cNvSpPr/>
            <p:nvPr/>
          </p:nvSpPr>
          <p:spPr>
            <a:xfrm>
              <a:off x="6338548" y="821275"/>
              <a:ext cx="357358" cy="208714"/>
            </a:xfrm>
            <a:custGeom>
              <a:avLst/>
              <a:gdLst/>
              <a:ahLst/>
              <a:cxnLst/>
              <a:rect l="l" t="t" r="r" b="b"/>
              <a:pathLst>
                <a:path w="2873" h="1678" extrusionOk="0">
                  <a:moveTo>
                    <a:pt x="2549" y="1"/>
                  </a:moveTo>
                  <a:lnTo>
                    <a:pt x="0" y="1471"/>
                  </a:lnTo>
                  <a:lnTo>
                    <a:pt x="325" y="1677"/>
                  </a:lnTo>
                  <a:lnTo>
                    <a:pt x="2873" y="207"/>
                  </a:lnTo>
                  <a:lnTo>
                    <a:pt x="2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6" name="Google Shape;256;p28">
              <a:extLst>
                <a:ext uri="{FF2B5EF4-FFF2-40B4-BE49-F238E27FC236}">
                  <a16:creationId xmlns:a16="http://schemas.microsoft.com/office/drawing/2014/main" id="{29AAC017-A6DD-0C65-ECB7-416BB2D0D636}"/>
                </a:ext>
              </a:extLst>
            </p:cNvPr>
            <p:cNvSpPr/>
            <p:nvPr/>
          </p:nvSpPr>
          <p:spPr>
            <a:xfrm>
              <a:off x="6230459" y="1004242"/>
              <a:ext cx="148516" cy="270532"/>
            </a:xfrm>
            <a:custGeom>
              <a:avLst/>
              <a:gdLst/>
              <a:ahLst/>
              <a:cxnLst/>
              <a:rect l="l" t="t" r="r" b="b"/>
              <a:pathLst>
                <a:path w="1194" h="2175" extrusionOk="0">
                  <a:moveTo>
                    <a:pt x="869" y="0"/>
                  </a:moveTo>
                  <a:lnTo>
                    <a:pt x="0" y="1968"/>
                  </a:lnTo>
                  <a:lnTo>
                    <a:pt x="326" y="2175"/>
                  </a:lnTo>
                  <a:lnTo>
                    <a:pt x="1194" y="206"/>
                  </a:lnTo>
                  <a:lnTo>
                    <a:pt x="8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7" name="Google Shape;257;p28">
              <a:extLst>
                <a:ext uri="{FF2B5EF4-FFF2-40B4-BE49-F238E27FC236}">
                  <a16:creationId xmlns:a16="http://schemas.microsoft.com/office/drawing/2014/main" id="{364AED09-C4D1-892F-C424-E95513F051EC}"/>
                </a:ext>
              </a:extLst>
            </p:cNvPr>
            <p:cNvSpPr/>
            <p:nvPr/>
          </p:nvSpPr>
          <p:spPr>
            <a:xfrm>
              <a:off x="6312054" y="1079991"/>
              <a:ext cx="398281" cy="379242"/>
            </a:xfrm>
            <a:custGeom>
              <a:avLst/>
              <a:gdLst/>
              <a:ahLst/>
              <a:cxnLst/>
              <a:rect l="l" t="t" r="r" b="b"/>
              <a:pathLst>
                <a:path w="3202" h="3049" extrusionOk="0">
                  <a:moveTo>
                    <a:pt x="653" y="0"/>
                  </a:moveTo>
                  <a:lnTo>
                    <a:pt x="213" y="983"/>
                  </a:lnTo>
                  <a:lnTo>
                    <a:pt x="3" y="1453"/>
                  </a:lnTo>
                  <a:cubicBezTo>
                    <a:pt x="3" y="1453"/>
                    <a:pt x="1" y="1498"/>
                    <a:pt x="1" y="1576"/>
                  </a:cubicBezTo>
                  <a:lnTo>
                    <a:pt x="2551" y="3049"/>
                  </a:lnTo>
                  <a:cubicBezTo>
                    <a:pt x="2725" y="2708"/>
                    <a:pt x="2872" y="2382"/>
                    <a:pt x="2991" y="2075"/>
                  </a:cubicBezTo>
                  <a:cubicBezTo>
                    <a:pt x="3072" y="1865"/>
                    <a:pt x="3142" y="1664"/>
                    <a:pt x="3202" y="1472"/>
                  </a:cubicBezTo>
                  <a:lnTo>
                    <a:pt x="6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8" name="Google Shape;258;p28">
              <a:extLst>
                <a:ext uri="{FF2B5EF4-FFF2-40B4-BE49-F238E27FC236}">
                  <a16:creationId xmlns:a16="http://schemas.microsoft.com/office/drawing/2014/main" id="{4749770C-B3F8-7680-3E5B-912EB686B64A}"/>
                </a:ext>
              </a:extLst>
            </p:cNvPr>
            <p:cNvSpPr/>
            <p:nvPr/>
          </p:nvSpPr>
          <p:spPr>
            <a:xfrm>
              <a:off x="6312054" y="1275894"/>
              <a:ext cx="317431" cy="275632"/>
            </a:xfrm>
            <a:custGeom>
              <a:avLst/>
              <a:gdLst/>
              <a:ahLst/>
              <a:cxnLst/>
              <a:rect l="l" t="t" r="r" b="b"/>
              <a:pathLst>
                <a:path w="2552" h="2216" extrusionOk="0">
                  <a:moveTo>
                    <a:pt x="1" y="1"/>
                  </a:moveTo>
                  <a:cubicBezTo>
                    <a:pt x="2" y="190"/>
                    <a:pt x="19" y="577"/>
                    <a:pt x="130" y="1012"/>
                  </a:cubicBezTo>
                  <a:cubicBezTo>
                    <a:pt x="135" y="1030"/>
                    <a:pt x="140" y="1048"/>
                    <a:pt x="145" y="1066"/>
                  </a:cubicBezTo>
                  <a:lnTo>
                    <a:pt x="2136" y="2216"/>
                  </a:lnTo>
                  <a:cubicBezTo>
                    <a:pt x="2183" y="2138"/>
                    <a:pt x="2230" y="2060"/>
                    <a:pt x="2274" y="1984"/>
                  </a:cubicBezTo>
                  <a:cubicBezTo>
                    <a:pt x="2375" y="1810"/>
                    <a:pt x="2466" y="1640"/>
                    <a:pt x="2551" y="1472"/>
                  </a:cubicBez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59" name="Google Shape;259;p28">
              <a:extLst>
                <a:ext uri="{FF2B5EF4-FFF2-40B4-BE49-F238E27FC236}">
                  <a16:creationId xmlns:a16="http://schemas.microsoft.com/office/drawing/2014/main" id="{8EE4E673-3BD1-E6DC-1959-9A72B51B9F0E}"/>
                </a:ext>
              </a:extLst>
            </p:cNvPr>
            <p:cNvSpPr/>
            <p:nvPr/>
          </p:nvSpPr>
          <p:spPr>
            <a:xfrm>
              <a:off x="6393152" y="1012202"/>
              <a:ext cx="346412" cy="251004"/>
            </a:xfrm>
            <a:custGeom>
              <a:avLst/>
              <a:gdLst/>
              <a:ahLst/>
              <a:cxnLst/>
              <a:rect l="l" t="t" r="r" b="b"/>
              <a:pathLst>
                <a:path w="2785" h="2018" extrusionOk="0">
                  <a:moveTo>
                    <a:pt x="881" y="0"/>
                  </a:moveTo>
                  <a:lnTo>
                    <a:pt x="236" y="374"/>
                  </a:lnTo>
                  <a:lnTo>
                    <a:pt x="23" y="497"/>
                  </a:lnTo>
                  <a:lnTo>
                    <a:pt x="1" y="545"/>
                  </a:lnTo>
                  <a:lnTo>
                    <a:pt x="2550" y="2017"/>
                  </a:lnTo>
                  <a:cubicBezTo>
                    <a:pt x="2550" y="2016"/>
                    <a:pt x="2551" y="2014"/>
                    <a:pt x="2551" y="2013"/>
                  </a:cubicBezTo>
                  <a:cubicBezTo>
                    <a:pt x="2594" y="1875"/>
                    <a:pt x="2632" y="1742"/>
                    <a:pt x="2666" y="1615"/>
                  </a:cubicBezTo>
                  <a:cubicBezTo>
                    <a:pt x="2699" y="1490"/>
                    <a:pt x="2727" y="1371"/>
                    <a:pt x="2752" y="1257"/>
                  </a:cubicBezTo>
                  <a:cubicBezTo>
                    <a:pt x="2762" y="1209"/>
                    <a:pt x="2773" y="1159"/>
                    <a:pt x="2782" y="1113"/>
                  </a:cubicBezTo>
                  <a:cubicBezTo>
                    <a:pt x="2783" y="1108"/>
                    <a:pt x="2783" y="1104"/>
                    <a:pt x="2784" y="1099"/>
                  </a:cubicBezTo>
                  <a:lnTo>
                    <a:pt x="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0" name="Google Shape;260;p28">
              <a:extLst>
                <a:ext uri="{FF2B5EF4-FFF2-40B4-BE49-F238E27FC236}">
                  <a16:creationId xmlns:a16="http://schemas.microsoft.com/office/drawing/2014/main" id="{D55EB626-DEE5-26B1-8AB6-76104CD244BC}"/>
                </a:ext>
              </a:extLst>
            </p:cNvPr>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1" name="Google Shape;261;p28">
              <a:extLst>
                <a:ext uri="{FF2B5EF4-FFF2-40B4-BE49-F238E27FC236}">
                  <a16:creationId xmlns:a16="http://schemas.microsoft.com/office/drawing/2014/main" id="{4E76908D-D872-AF2B-D8A6-F2D73D588606}"/>
                </a:ext>
              </a:extLst>
            </p:cNvPr>
            <p:cNvSpPr/>
            <p:nvPr/>
          </p:nvSpPr>
          <p:spPr>
            <a:xfrm>
              <a:off x="6502857" y="910582"/>
              <a:ext cx="254119" cy="238441"/>
            </a:xfrm>
            <a:custGeom>
              <a:avLst/>
              <a:gdLst/>
              <a:ahLst/>
              <a:cxnLst/>
              <a:rect l="l" t="t" r="r" b="b"/>
              <a:pathLst>
                <a:path w="2043" h="1917" extrusionOk="0">
                  <a:moveTo>
                    <a:pt x="1415" y="1"/>
                  </a:moveTo>
                  <a:lnTo>
                    <a:pt x="1167" y="144"/>
                  </a:lnTo>
                  <a:lnTo>
                    <a:pt x="986" y="249"/>
                  </a:lnTo>
                  <a:lnTo>
                    <a:pt x="767" y="375"/>
                  </a:lnTo>
                  <a:lnTo>
                    <a:pt x="403" y="584"/>
                  </a:lnTo>
                  <a:lnTo>
                    <a:pt x="278" y="657"/>
                  </a:lnTo>
                  <a:lnTo>
                    <a:pt x="0" y="817"/>
                  </a:lnTo>
                  <a:lnTo>
                    <a:pt x="1902" y="1916"/>
                  </a:lnTo>
                  <a:cubicBezTo>
                    <a:pt x="2043" y="1202"/>
                    <a:pt x="2031" y="742"/>
                    <a:pt x="2027" y="662"/>
                  </a:cubicBezTo>
                  <a:lnTo>
                    <a:pt x="141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2" name="Google Shape;262;p28">
              <a:extLst>
                <a:ext uri="{FF2B5EF4-FFF2-40B4-BE49-F238E27FC236}">
                  <a16:creationId xmlns:a16="http://schemas.microsoft.com/office/drawing/2014/main" id="{479C3310-7C18-283F-0ADC-C5046F3DBB0F}"/>
                </a:ext>
              </a:extLst>
            </p:cNvPr>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rgbClr val="D10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3" name="Google Shape;263;p28">
              <a:extLst>
                <a:ext uri="{FF2B5EF4-FFF2-40B4-BE49-F238E27FC236}">
                  <a16:creationId xmlns:a16="http://schemas.microsoft.com/office/drawing/2014/main" id="{34E0B83B-D2C1-A04D-F6EC-C055FF6F0A53}"/>
                </a:ext>
              </a:extLst>
            </p:cNvPr>
            <p:cNvSpPr/>
            <p:nvPr/>
          </p:nvSpPr>
          <p:spPr>
            <a:xfrm>
              <a:off x="6329965" y="1408237"/>
              <a:ext cx="247775" cy="216301"/>
            </a:xfrm>
            <a:custGeom>
              <a:avLst/>
              <a:gdLst/>
              <a:ahLst/>
              <a:cxnLst/>
              <a:rect l="l" t="t" r="r" b="b"/>
              <a:pathLst>
                <a:path w="1992" h="1739" extrusionOk="0">
                  <a:moveTo>
                    <a:pt x="1" y="1"/>
                  </a:moveTo>
                  <a:lnTo>
                    <a:pt x="1" y="1"/>
                  </a:lnTo>
                  <a:cubicBezTo>
                    <a:pt x="90" y="328"/>
                    <a:pt x="233" y="679"/>
                    <a:pt x="464" y="989"/>
                  </a:cubicBezTo>
                  <a:cubicBezTo>
                    <a:pt x="668" y="1243"/>
                    <a:pt x="934" y="1466"/>
                    <a:pt x="1283" y="1620"/>
                  </a:cubicBezTo>
                  <a:cubicBezTo>
                    <a:pt x="1385" y="1665"/>
                    <a:pt x="1493" y="1706"/>
                    <a:pt x="1608" y="1738"/>
                  </a:cubicBezTo>
                  <a:cubicBezTo>
                    <a:pt x="1746" y="1540"/>
                    <a:pt x="1873" y="1344"/>
                    <a:pt x="1992" y="11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4" name="Google Shape;264;p28">
              <a:extLst>
                <a:ext uri="{FF2B5EF4-FFF2-40B4-BE49-F238E27FC236}">
                  <a16:creationId xmlns:a16="http://schemas.microsoft.com/office/drawing/2014/main" id="{55F182CA-D936-90F8-58A4-F83A43E86F86}"/>
                </a:ext>
              </a:extLst>
            </p:cNvPr>
            <p:cNvSpPr/>
            <p:nvPr/>
          </p:nvSpPr>
          <p:spPr>
            <a:xfrm>
              <a:off x="6734831" y="1532495"/>
              <a:ext cx="715836" cy="1299673"/>
            </a:xfrm>
            <a:custGeom>
              <a:avLst/>
              <a:gdLst/>
              <a:ahLst/>
              <a:cxnLst/>
              <a:rect l="l" t="t" r="r" b="b"/>
              <a:pathLst>
                <a:path w="5755" h="10449" extrusionOk="0">
                  <a:moveTo>
                    <a:pt x="5001" y="1"/>
                  </a:moveTo>
                  <a:lnTo>
                    <a:pt x="5001" y="1"/>
                  </a:lnTo>
                  <a:cubicBezTo>
                    <a:pt x="5001" y="1"/>
                    <a:pt x="4128" y="12"/>
                    <a:pt x="3528" y="1224"/>
                  </a:cubicBezTo>
                  <a:cubicBezTo>
                    <a:pt x="2929" y="2434"/>
                    <a:pt x="2600" y="3353"/>
                    <a:pt x="2600" y="3353"/>
                  </a:cubicBezTo>
                  <a:cubicBezTo>
                    <a:pt x="2600" y="3353"/>
                    <a:pt x="1530" y="5729"/>
                    <a:pt x="1366" y="6273"/>
                  </a:cubicBezTo>
                  <a:cubicBezTo>
                    <a:pt x="1288" y="6533"/>
                    <a:pt x="1115" y="6891"/>
                    <a:pt x="917" y="7326"/>
                  </a:cubicBezTo>
                  <a:cubicBezTo>
                    <a:pt x="546" y="8138"/>
                    <a:pt x="89" y="9219"/>
                    <a:pt x="0" y="10446"/>
                  </a:cubicBezTo>
                  <a:cubicBezTo>
                    <a:pt x="11" y="10448"/>
                    <a:pt x="23" y="10448"/>
                    <a:pt x="35" y="10448"/>
                  </a:cubicBezTo>
                  <a:cubicBezTo>
                    <a:pt x="620" y="10448"/>
                    <a:pt x="2286" y="8532"/>
                    <a:pt x="2936" y="7819"/>
                  </a:cubicBezTo>
                  <a:cubicBezTo>
                    <a:pt x="3657" y="7026"/>
                    <a:pt x="3963" y="6727"/>
                    <a:pt x="4984" y="4050"/>
                  </a:cubicBezTo>
                  <a:cubicBezTo>
                    <a:pt x="5754" y="2033"/>
                    <a:pt x="5455" y="237"/>
                    <a:pt x="5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5" name="Google Shape;265;p28">
              <a:extLst>
                <a:ext uri="{FF2B5EF4-FFF2-40B4-BE49-F238E27FC236}">
                  <a16:creationId xmlns:a16="http://schemas.microsoft.com/office/drawing/2014/main" id="{A0F90F79-BD49-0CE0-8CAE-EDF786387E77}"/>
                </a:ext>
              </a:extLst>
            </p:cNvPr>
            <p:cNvSpPr/>
            <p:nvPr/>
          </p:nvSpPr>
          <p:spPr>
            <a:xfrm>
              <a:off x="7171166" y="1553391"/>
              <a:ext cx="822558" cy="1399179"/>
            </a:xfrm>
            <a:custGeom>
              <a:avLst/>
              <a:gdLst/>
              <a:ahLst/>
              <a:cxnLst/>
              <a:rect l="l" t="t" r="r" b="b"/>
              <a:pathLst>
                <a:path w="6613" h="11249" extrusionOk="0">
                  <a:moveTo>
                    <a:pt x="2501" y="0"/>
                  </a:moveTo>
                  <a:cubicBezTo>
                    <a:pt x="2154" y="0"/>
                    <a:pt x="1795" y="54"/>
                    <a:pt x="1459" y="197"/>
                  </a:cubicBezTo>
                  <a:cubicBezTo>
                    <a:pt x="1459" y="197"/>
                    <a:pt x="799" y="847"/>
                    <a:pt x="303" y="2854"/>
                  </a:cubicBezTo>
                  <a:cubicBezTo>
                    <a:pt x="1" y="4074"/>
                    <a:pt x="219" y="9954"/>
                    <a:pt x="219" y="9954"/>
                  </a:cubicBezTo>
                  <a:cubicBezTo>
                    <a:pt x="219" y="9954"/>
                    <a:pt x="1375" y="11248"/>
                    <a:pt x="3482" y="11248"/>
                  </a:cubicBezTo>
                  <a:cubicBezTo>
                    <a:pt x="3531" y="11248"/>
                    <a:pt x="3580" y="11248"/>
                    <a:pt x="3630" y="11246"/>
                  </a:cubicBezTo>
                  <a:cubicBezTo>
                    <a:pt x="5165" y="11201"/>
                    <a:pt x="5895" y="10815"/>
                    <a:pt x="6154" y="10224"/>
                  </a:cubicBezTo>
                  <a:cubicBezTo>
                    <a:pt x="5904" y="8132"/>
                    <a:pt x="6613" y="3496"/>
                    <a:pt x="6485" y="2705"/>
                  </a:cubicBezTo>
                  <a:cubicBezTo>
                    <a:pt x="6355" y="1915"/>
                    <a:pt x="4415" y="445"/>
                    <a:pt x="4415" y="445"/>
                  </a:cubicBezTo>
                  <a:cubicBezTo>
                    <a:pt x="4415" y="445"/>
                    <a:pt x="3505" y="0"/>
                    <a:pt x="25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6" name="Google Shape;266;p28">
              <a:extLst>
                <a:ext uri="{FF2B5EF4-FFF2-40B4-BE49-F238E27FC236}">
                  <a16:creationId xmlns:a16="http://schemas.microsoft.com/office/drawing/2014/main" id="{17913AB4-0F30-D8D6-EA12-418CE976C29C}"/>
                </a:ext>
              </a:extLst>
            </p:cNvPr>
            <p:cNvSpPr/>
            <p:nvPr/>
          </p:nvSpPr>
          <p:spPr>
            <a:xfrm>
              <a:off x="7132607" y="1318308"/>
              <a:ext cx="557494" cy="592683"/>
            </a:xfrm>
            <a:custGeom>
              <a:avLst/>
              <a:gdLst/>
              <a:ahLst/>
              <a:cxnLst/>
              <a:rect l="l" t="t" r="r" b="b"/>
              <a:pathLst>
                <a:path w="4482" h="4765" extrusionOk="0">
                  <a:moveTo>
                    <a:pt x="1603" y="1"/>
                  </a:moveTo>
                  <a:cubicBezTo>
                    <a:pt x="1075" y="1"/>
                    <a:pt x="514" y="122"/>
                    <a:pt x="271" y="580"/>
                  </a:cubicBezTo>
                  <a:cubicBezTo>
                    <a:pt x="271" y="580"/>
                    <a:pt x="0" y="1961"/>
                    <a:pt x="818" y="2876"/>
                  </a:cubicBezTo>
                  <a:cubicBezTo>
                    <a:pt x="1635" y="3789"/>
                    <a:pt x="2591" y="4764"/>
                    <a:pt x="2591" y="4764"/>
                  </a:cubicBezTo>
                  <a:cubicBezTo>
                    <a:pt x="2591" y="4764"/>
                    <a:pt x="3744" y="4349"/>
                    <a:pt x="4112" y="3393"/>
                  </a:cubicBezTo>
                  <a:cubicBezTo>
                    <a:pt x="4482" y="2437"/>
                    <a:pt x="2857" y="174"/>
                    <a:pt x="2748" y="151"/>
                  </a:cubicBezTo>
                  <a:cubicBezTo>
                    <a:pt x="2691" y="138"/>
                    <a:pt x="2167" y="1"/>
                    <a:pt x="1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7" name="Google Shape;267;p28">
              <a:extLst>
                <a:ext uri="{FF2B5EF4-FFF2-40B4-BE49-F238E27FC236}">
                  <a16:creationId xmlns:a16="http://schemas.microsoft.com/office/drawing/2014/main" id="{624FDE2D-B321-AE24-4EE0-069809FB7349}"/>
                </a:ext>
              </a:extLst>
            </p:cNvPr>
            <p:cNvSpPr/>
            <p:nvPr/>
          </p:nvSpPr>
          <p:spPr>
            <a:xfrm>
              <a:off x="7404383" y="1658992"/>
              <a:ext cx="229739" cy="251999"/>
            </a:xfrm>
            <a:custGeom>
              <a:avLst/>
              <a:gdLst/>
              <a:ahLst/>
              <a:cxnLst/>
              <a:rect l="l" t="t" r="r" b="b"/>
              <a:pathLst>
                <a:path w="1847" h="2026" extrusionOk="0">
                  <a:moveTo>
                    <a:pt x="1153" y="0"/>
                  </a:moveTo>
                  <a:cubicBezTo>
                    <a:pt x="1153" y="0"/>
                    <a:pt x="525" y="371"/>
                    <a:pt x="252" y="771"/>
                  </a:cubicBezTo>
                  <a:cubicBezTo>
                    <a:pt x="1" y="1138"/>
                    <a:pt x="406" y="2025"/>
                    <a:pt x="406" y="2025"/>
                  </a:cubicBezTo>
                  <a:cubicBezTo>
                    <a:pt x="1301" y="1899"/>
                    <a:pt x="1717" y="1145"/>
                    <a:pt x="1792" y="1145"/>
                  </a:cubicBezTo>
                  <a:cubicBezTo>
                    <a:pt x="1793" y="1145"/>
                    <a:pt x="1795" y="1145"/>
                    <a:pt x="1796" y="1146"/>
                  </a:cubicBezTo>
                  <a:cubicBezTo>
                    <a:pt x="1796" y="1146"/>
                    <a:pt x="1797" y="1146"/>
                    <a:pt x="1797" y="1146"/>
                  </a:cubicBezTo>
                  <a:cubicBezTo>
                    <a:pt x="1846" y="1146"/>
                    <a:pt x="1153" y="0"/>
                    <a:pt x="11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8" name="Google Shape;268;p28">
              <a:extLst>
                <a:ext uri="{FF2B5EF4-FFF2-40B4-BE49-F238E27FC236}">
                  <a16:creationId xmlns:a16="http://schemas.microsoft.com/office/drawing/2014/main" id="{42A028A7-4C56-F699-FAB7-9A757B7F7DD6}"/>
                </a:ext>
              </a:extLst>
            </p:cNvPr>
            <p:cNvSpPr/>
            <p:nvPr/>
          </p:nvSpPr>
          <p:spPr>
            <a:xfrm>
              <a:off x="7461102" y="1417192"/>
              <a:ext cx="288946" cy="400512"/>
            </a:xfrm>
            <a:custGeom>
              <a:avLst/>
              <a:gdLst/>
              <a:ahLst/>
              <a:cxnLst/>
              <a:rect l="l" t="t" r="r" b="b"/>
              <a:pathLst>
                <a:path w="2323" h="3220" extrusionOk="0">
                  <a:moveTo>
                    <a:pt x="1899" y="1"/>
                  </a:moveTo>
                  <a:lnTo>
                    <a:pt x="212" y="1303"/>
                  </a:lnTo>
                  <a:lnTo>
                    <a:pt x="1" y="2796"/>
                  </a:lnTo>
                  <a:cubicBezTo>
                    <a:pt x="1" y="2796"/>
                    <a:pt x="401" y="3220"/>
                    <a:pt x="894" y="3220"/>
                  </a:cubicBezTo>
                  <a:cubicBezTo>
                    <a:pt x="1089" y="3220"/>
                    <a:pt x="1299" y="3153"/>
                    <a:pt x="1504" y="2967"/>
                  </a:cubicBezTo>
                  <a:cubicBezTo>
                    <a:pt x="2226" y="2310"/>
                    <a:pt x="2323" y="2015"/>
                    <a:pt x="2323" y="2015"/>
                  </a:cubicBezTo>
                  <a:lnTo>
                    <a:pt x="189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69" name="Google Shape;269;p28">
              <a:extLst>
                <a:ext uri="{FF2B5EF4-FFF2-40B4-BE49-F238E27FC236}">
                  <a16:creationId xmlns:a16="http://schemas.microsoft.com/office/drawing/2014/main" id="{49C59DB1-AE4B-F87B-A747-35911AE18196}"/>
                </a:ext>
              </a:extLst>
            </p:cNvPr>
            <p:cNvSpPr/>
            <p:nvPr/>
          </p:nvSpPr>
          <p:spPr>
            <a:xfrm>
              <a:off x="7215197" y="1104743"/>
              <a:ext cx="508735" cy="571289"/>
            </a:xfrm>
            <a:custGeom>
              <a:avLst/>
              <a:gdLst/>
              <a:ahLst/>
              <a:cxnLst/>
              <a:rect l="l" t="t" r="r" b="b"/>
              <a:pathLst>
                <a:path w="4090" h="4593" extrusionOk="0">
                  <a:moveTo>
                    <a:pt x="2119" y="1"/>
                  </a:moveTo>
                  <a:cubicBezTo>
                    <a:pt x="1483" y="1"/>
                    <a:pt x="793" y="328"/>
                    <a:pt x="483" y="1292"/>
                  </a:cubicBezTo>
                  <a:cubicBezTo>
                    <a:pt x="1" y="2797"/>
                    <a:pt x="1248" y="4592"/>
                    <a:pt x="2053" y="4592"/>
                  </a:cubicBezTo>
                  <a:cubicBezTo>
                    <a:pt x="2125" y="4592"/>
                    <a:pt x="2194" y="4578"/>
                    <a:pt x="2257" y="4548"/>
                  </a:cubicBezTo>
                  <a:cubicBezTo>
                    <a:pt x="2689" y="4343"/>
                    <a:pt x="3590" y="3631"/>
                    <a:pt x="3824" y="2770"/>
                  </a:cubicBezTo>
                  <a:cubicBezTo>
                    <a:pt x="4089" y="1799"/>
                    <a:pt x="3634" y="663"/>
                    <a:pt x="3133" y="304"/>
                  </a:cubicBezTo>
                  <a:cubicBezTo>
                    <a:pt x="2886" y="126"/>
                    <a:pt x="2513" y="1"/>
                    <a:pt x="211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0" name="Google Shape;270;p28">
              <a:extLst>
                <a:ext uri="{FF2B5EF4-FFF2-40B4-BE49-F238E27FC236}">
                  <a16:creationId xmlns:a16="http://schemas.microsoft.com/office/drawing/2014/main" id="{FBBEEDDC-89C9-193E-67BD-E404589F4DD4}"/>
                </a:ext>
              </a:extLst>
            </p:cNvPr>
            <p:cNvSpPr/>
            <p:nvPr/>
          </p:nvSpPr>
          <p:spPr>
            <a:xfrm>
              <a:off x="7228506" y="1046034"/>
              <a:ext cx="539831" cy="403248"/>
            </a:xfrm>
            <a:custGeom>
              <a:avLst/>
              <a:gdLst/>
              <a:ahLst/>
              <a:cxnLst/>
              <a:rect l="l" t="t" r="r" b="b"/>
              <a:pathLst>
                <a:path w="4340" h="3242" extrusionOk="0">
                  <a:moveTo>
                    <a:pt x="2144" y="1"/>
                  </a:moveTo>
                  <a:cubicBezTo>
                    <a:pt x="2083" y="1"/>
                    <a:pt x="2020" y="4"/>
                    <a:pt x="1957" y="12"/>
                  </a:cubicBezTo>
                  <a:cubicBezTo>
                    <a:pt x="824" y="151"/>
                    <a:pt x="183" y="922"/>
                    <a:pt x="61" y="1576"/>
                  </a:cubicBezTo>
                  <a:cubicBezTo>
                    <a:pt x="0" y="1905"/>
                    <a:pt x="140" y="2167"/>
                    <a:pt x="262" y="2283"/>
                  </a:cubicBezTo>
                  <a:cubicBezTo>
                    <a:pt x="478" y="2492"/>
                    <a:pt x="772" y="2717"/>
                    <a:pt x="1287" y="2717"/>
                  </a:cubicBezTo>
                  <a:cubicBezTo>
                    <a:pt x="1411" y="2717"/>
                    <a:pt x="1548" y="2704"/>
                    <a:pt x="1700" y="2674"/>
                  </a:cubicBezTo>
                  <a:cubicBezTo>
                    <a:pt x="2338" y="2549"/>
                    <a:pt x="2790" y="2236"/>
                    <a:pt x="2790" y="2236"/>
                  </a:cubicBezTo>
                  <a:lnTo>
                    <a:pt x="2946" y="3092"/>
                  </a:lnTo>
                  <a:cubicBezTo>
                    <a:pt x="2946" y="3092"/>
                    <a:pt x="3073" y="3065"/>
                    <a:pt x="3169" y="3003"/>
                  </a:cubicBezTo>
                  <a:cubicBezTo>
                    <a:pt x="3172" y="2740"/>
                    <a:pt x="3242" y="2615"/>
                    <a:pt x="3361" y="2615"/>
                  </a:cubicBezTo>
                  <a:cubicBezTo>
                    <a:pt x="3397" y="2615"/>
                    <a:pt x="3436" y="2626"/>
                    <a:pt x="3480" y="2648"/>
                  </a:cubicBezTo>
                  <a:cubicBezTo>
                    <a:pt x="3695" y="2757"/>
                    <a:pt x="3717" y="3242"/>
                    <a:pt x="3717" y="3242"/>
                  </a:cubicBezTo>
                  <a:cubicBezTo>
                    <a:pt x="3717" y="3242"/>
                    <a:pt x="4339" y="2605"/>
                    <a:pt x="4095" y="1643"/>
                  </a:cubicBezTo>
                  <a:cubicBezTo>
                    <a:pt x="3951" y="1076"/>
                    <a:pt x="3185" y="1"/>
                    <a:pt x="2144"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1" name="Google Shape;271;p28">
              <a:extLst>
                <a:ext uri="{FF2B5EF4-FFF2-40B4-BE49-F238E27FC236}">
                  <a16:creationId xmlns:a16="http://schemas.microsoft.com/office/drawing/2014/main" id="{097BB519-5AE7-8C8B-5D96-FA435A450C2B}"/>
                </a:ext>
              </a:extLst>
            </p:cNvPr>
            <p:cNvSpPr/>
            <p:nvPr/>
          </p:nvSpPr>
          <p:spPr>
            <a:xfrm>
              <a:off x="7166315" y="1034591"/>
              <a:ext cx="621801" cy="876399"/>
            </a:xfrm>
            <a:custGeom>
              <a:avLst/>
              <a:gdLst/>
              <a:ahLst/>
              <a:cxnLst/>
              <a:rect l="l" t="t" r="r" b="b"/>
              <a:pathLst>
                <a:path w="4999" h="7046" extrusionOk="0">
                  <a:moveTo>
                    <a:pt x="2676" y="0"/>
                  </a:moveTo>
                  <a:cubicBezTo>
                    <a:pt x="1880" y="0"/>
                    <a:pt x="1002" y="517"/>
                    <a:pt x="750" y="817"/>
                  </a:cubicBezTo>
                  <a:cubicBezTo>
                    <a:pt x="0" y="1713"/>
                    <a:pt x="0" y="2861"/>
                    <a:pt x="0" y="2861"/>
                  </a:cubicBezTo>
                  <a:cubicBezTo>
                    <a:pt x="0" y="2861"/>
                    <a:pt x="146" y="2822"/>
                    <a:pt x="399" y="2822"/>
                  </a:cubicBezTo>
                  <a:cubicBezTo>
                    <a:pt x="733" y="2822"/>
                    <a:pt x="1253" y="2889"/>
                    <a:pt x="1878" y="3202"/>
                  </a:cubicBezTo>
                  <a:cubicBezTo>
                    <a:pt x="2904" y="3714"/>
                    <a:pt x="3382" y="5352"/>
                    <a:pt x="3301" y="5818"/>
                  </a:cubicBezTo>
                  <a:cubicBezTo>
                    <a:pt x="3138" y="6747"/>
                    <a:pt x="2320" y="7045"/>
                    <a:pt x="2320" y="7045"/>
                  </a:cubicBezTo>
                  <a:cubicBezTo>
                    <a:pt x="2320" y="7045"/>
                    <a:pt x="3422" y="6980"/>
                    <a:pt x="3991" y="6653"/>
                  </a:cubicBezTo>
                  <a:cubicBezTo>
                    <a:pt x="4560" y="6327"/>
                    <a:pt x="4916" y="5558"/>
                    <a:pt x="4916" y="4686"/>
                  </a:cubicBezTo>
                  <a:cubicBezTo>
                    <a:pt x="4916" y="4094"/>
                    <a:pt x="4999" y="3762"/>
                    <a:pt x="4916" y="2315"/>
                  </a:cubicBezTo>
                  <a:cubicBezTo>
                    <a:pt x="4872" y="1562"/>
                    <a:pt x="4094" y="435"/>
                    <a:pt x="3207" y="93"/>
                  </a:cubicBezTo>
                  <a:cubicBezTo>
                    <a:pt x="3041" y="28"/>
                    <a:pt x="2861" y="0"/>
                    <a:pt x="26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2" name="Google Shape;272;p28">
              <a:extLst>
                <a:ext uri="{FF2B5EF4-FFF2-40B4-BE49-F238E27FC236}">
                  <a16:creationId xmlns:a16="http://schemas.microsoft.com/office/drawing/2014/main" id="{6C5A0687-9E4E-3F88-26B7-45E4284E9E8F}"/>
                </a:ext>
              </a:extLst>
            </p:cNvPr>
            <p:cNvSpPr/>
            <p:nvPr/>
          </p:nvSpPr>
          <p:spPr>
            <a:xfrm>
              <a:off x="5429808" y="2223192"/>
              <a:ext cx="2729504" cy="1574931"/>
            </a:xfrm>
            <a:custGeom>
              <a:avLst/>
              <a:gdLst/>
              <a:ahLst/>
              <a:cxnLst/>
              <a:rect l="l" t="t" r="r" b="b"/>
              <a:pathLst>
                <a:path w="21944" h="12662" extrusionOk="0">
                  <a:moveTo>
                    <a:pt x="8982" y="0"/>
                  </a:moveTo>
                  <a:lnTo>
                    <a:pt x="1" y="5192"/>
                  </a:lnTo>
                  <a:lnTo>
                    <a:pt x="12958" y="12662"/>
                  </a:lnTo>
                  <a:lnTo>
                    <a:pt x="21944" y="7478"/>
                  </a:lnTo>
                  <a:lnTo>
                    <a:pt x="89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3" name="Google Shape;273;p28">
              <a:extLst>
                <a:ext uri="{FF2B5EF4-FFF2-40B4-BE49-F238E27FC236}">
                  <a16:creationId xmlns:a16="http://schemas.microsoft.com/office/drawing/2014/main" id="{E4855C32-EC07-7822-57D3-1F92613AB022}"/>
                </a:ext>
              </a:extLst>
            </p:cNvPr>
            <p:cNvSpPr/>
            <p:nvPr/>
          </p:nvSpPr>
          <p:spPr>
            <a:xfrm>
              <a:off x="5429808" y="2868987"/>
              <a:ext cx="1611905" cy="993816"/>
            </a:xfrm>
            <a:custGeom>
              <a:avLst/>
              <a:gdLst/>
              <a:ahLst/>
              <a:cxnLst/>
              <a:rect l="l" t="t" r="r" b="b"/>
              <a:pathLst>
                <a:path w="12959" h="7990" extrusionOk="0">
                  <a:moveTo>
                    <a:pt x="1" y="0"/>
                  </a:moveTo>
                  <a:lnTo>
                    <a:pt x="1" y="520"/>
                  </a:lnTo>
                  <a:lnTo>
                    <a:pt x="12958" y="7990"/>
                  </a:lnTo>
                  <a:lnTo>
                    <a:pt x="12958" y="7470"/>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4" name="Google Shape;274;p28">
              <a:extLst>
                <a:ext uri="{FF2B5EF4-FFF2-40B4-BE49-F238E27FC236}">
                  <a16:creationId xmlns:a16="http://schemas.microsoft.com/office/drawing/2014/main" id="{04D6EF8D-654D-BBE4-AE40-CDFB528D2466}"/>
                </a:ext>
              </a:extLst>
            </p:cNvPr>
            <p:cNvSpPr/>
            <p:nvPr/>
          </p:nvSpPr>
          <p:spPr>
            <a:xfrm>
              <a:off x="7041559" y="3153326"/>
              <a:ext cx="1117724" cy="709478"/>
            </a:xfrm>
            <a:custGeom>
              <a:avLst/>
              <a:gdLst/>
              <a:ahLst/>
              <a:cxnLst/>
              <a:rect l="l" t="t" r="r" b="b"/>
              <a:pathLst>
                <a:path w="8986" h="5704" extrusionOk="0">
                  <a:moveTo>
                    <a:pt x="8986" y="0"/>
                  </a:moveTo>
                  <a:lnTo>
                    <a:pt x="0" y="5184"/>
                  </a:lnTo>
                  <a:lnTo>
                    <a:pt x="0" y="5704"/>
                  </a:lnTo>
                  <a:lnTo>
                    <a:pt x="8986" y="521"/>
                  </a:lnTo>
                  <a:lnTo>
                    <a:pt x="8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5" name="Google Shape;275;p28">
              <a:extLst>
                <a:ext uri="{FF2B5EF4-FFF2-40B4-BE49-F238E27FC236}">
                  <a16:creationId xmlns:a16="http://schemas.microsoft.com/office/drawing/2014/main" id="{42D40134-F709-F5CF-2F0A-E777A8DD08DD}"/>
                </a:ext>
              </a:extLst>
            </p:cNvPr>
            <p:cNvSpPr/>
            <p:nvPr/>
          </p:nvSpPr>
          <p:spPr>
            <a:xfrm>
              <a:off x="6676744" y="2597086"/>
              <a:ext cx="718572" cy="413821"/>
            </a:xfrm>
            <a:custGeom>
              <a:avLst/>
              <a:gdLst/>
              <a:ahLst/>
              <a:cxnLst/>
              <a:rect l="l" t="t" r="r" b="b"/>
              <a:pathLst>
                <a:path w="5777" h="3327" extrusionOk="0">
                  <a:moveTo>
                    <a:pt x="1556" y="1"/>
                  </a:moveTo>
                  <a:lnTo>
                    <a:pt x="1" y="905"/>
                  </a:lnTo>
                  <a:lnTo>
                    <a:pt x="4228" y="3326"/>
                  </a:lnTo>
                  <a:lnTo>
                    <a:pt x="5776" y="2422"/>
                  </a:lnTo>
                  <a:lnTo>
                    <a:pt x="155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6" name="Google Shape;276;p28">
              <a:extLst>
                <a:ext uri="{FF2B5EF4-FFF2-40B4-BE49-F238E27FC236}">
                  <a16:creationId xmlns:a16="http://schemas.microsoft.com/office/drawing/2014/main" id="{97CA7208-6F54-59D5-81CB-5396837D342D}"/>
                </a:ext>
              </a:extLst>
            </p:cNvPr>
            <p:cNvSpPr/>
            <p:nvPr/>
          </p:nvSpPr>
          <p:spPr>
            <a:xfrm>
              <a:off x="7202634" y="2898217"/>
              <a:ext cx="192797" cy="140055"/>
            </a:xfrm>
            <a:custGeom>
              <a:avLst/>
              <a:gdLst/>
              <a:ahLst/>
              <a:cxnLst/>
              <a:rect l="l" t="t" r="r" b="b"/>
              <a:pathLst>
                <a:path w="1550" h="1126" extrusionOk="0">
                  <a:moveTo>
                    <a:pt x="1548" y="1"/>
                  </a:moveTo>
                  <a:lnTo>
                    <a:pt x="0" y="905"/>
                  </a:lnTo>
                  <a:lnTo>
                    <a:pt x="1" y="1126"/>
                  </a:lnTo>
                  <a:lnTo>
                    <a:pt x="1549" y="219"/>
                  </a:lnTo>
                  <a:lnTo>
                    <a:pt x="15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7" name="Google Shape;277;p28">
              <a:extLst>
                <a:ext uri="{FF2B5EF4-FFF2-40B4-BE49-F238E27FC236}">
                  <a16:creationId xmlns:a16="http://schemas.microsoft.com/office/drawing/2014/main" id="{47980B03-55BB-C9C3-3E6E-52260F6C21F1}"/>
                </a:ext>
              </a:extLst>
            </p:cNvPr>
            <p:cNvSpPr/>
            <p:nvPr/>
          </p:nvSpPr>
          <p:spPr>
            <a:xfrm>
              <a:off x="6676744" y="2709528"/>
              <a:ext cx="526149" cy="328743"/>
            </a:xfrm>
            <a:custGeom>
              <a:avLst/>
              <a:gdLst/>
              <a:ahLst/>
              <a:cxnLst/>
              <a:rect l="l" t="t" r="r" b="b"/>
              <a:pathLst>
                <a:path w="4230" h="2643" extrusionOk="0">
                  <a:moveTo>
                    <a:pt x="1" y="1"/>
                  </a:moveTo>
                  <a:lnTo>
                    <a:pt x="1" y="208"/>
                  </a:lnTo>
                  <a:lnTo>
                    <a:pt x="4229" y="2643"/>
                  </a:lnTo>
                  <a:lnTo>
                    <a:pt x="4228" y="2422"/>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8" name="Google Shape;278;p28">
              <a:extLst>
                <a:ext uri="{FF2B5EF4-FFF2-40B4-BE49-F238E27FC236}">
                  <a16:creationId xmlns:a16="http://schemas.microsoft.com/office/drawing/2014/main" id="{1238BC94-30D5-4493-254E-AD04E4A7BF7D}"/>
                </a:ext>
              </a:extLst>
            </p:cNvPr>
            <p:cNvSpPr/>
            <p:nvPr/>
          </p:nvSpPr>
          <p:spPr>
            <a:xfrm>
              <a:off x="7124647" y="2853812"/>
              <a:ext cx="202872" cy="118039"/>
            </a:xfrm>
            <a:custGeom>
              <a:avLst/>
              <a:gdLst/>
              <a:ahLst/>
              <a:cxnLst/>
              <a:rect l="l" t="t" r="r" b="b"/>
              <a:pathLst>
                <a:path w="1631" h="949" extrusionOk="0">
                  <a:moveTo>
                    <a:pt x="1550" y="1"/>
                  </a:moveTo>
                  <a:lnTo>
                    <a:pt x="1" y="904"/>
                  </a:lnTo>
                  <a:lnTo>
                    <a:pt x="80" y="949"/>
                  </a:lnTo>
                  <a:lnTo>
                    <a:pt x="1630" y="45"/>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79" name="Google Shape;279;p28">
              <a:extLst>
                <a:ext uri="{FF2B5EF4-FFF2-40B4-BE49-F238E27FC236}">
                  <a16:creationId xmlns:a16="http://schemas.microsoft.com/office/drawing/2014/main" id="{AF039C61-E3ED-0372-6C5F-C94D5D2F5887}"/>
                </a:ext>
              </a:extLst>
            </p:cNvPr>
            <p:cNvSpPr/>
            <p:nvPr/>
          </p:nvSpPr>
          <p:spPr>
            <a:xfrm>
              <a:off x="7048151" y="2809905"/>
              <a:ext cx="202872" cy="118163"/>
            </a:xfrm>
            <a:custGeom>
              <a:avLst/>
              <a:gdLst/>
              <a:ahLst/>
              <a:cxnLst/>
              <a:rect l="l" t="t" r="r" b="b"/>
              <a:pathLst>
                <a:path w="1631" h="950" extrusionOk="0">
                  <a:moveTo>
                    <a:pt x="1549" y="0"/>
                  </a:moveTo>
                  <a:lnTo>
                    <a:pt x="0" y="904"/>
                  </a:lnTo>
                  <a:lnTo>
                    <a:pt x="79" y="950"/>
                  </a:lnTo>
                  <a:lnTo>
                    <a:pt x="1631" y="45"/>
                  </a:lnTo>
                  <a:lnTo>
                    <a:pt x="15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0" name="Google Shape;280;p28">
              <a:extLst>
                <a:ext uri="{FF2B5EF4-FFF2-40B4-BE49-F238E27FC236}">
                  <a16:creationId xmlns:a16="http://schemas.microsoft.com/office/drawing/2014/main" id="{3B14245B-E399-BB48-C004-A4A34E81EE04}"/>
                </a:ext>
              </a:extLst>
            </p:cNvPr>
            <p:cNvSpPr/>
            <p:nvPr/>
          </p:nvSpPr>
          <p:spPr>
            <a:xfrm>
              <a:off x="6971656" y="276599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1" name="Google Shape;281;p28">
              <a:extLst>
                <a:ext uri="{FF2B5EF4-FFF2-40B4-BE49-F238E27FC236}">
                  <a16:creationId xmlns:a16="http://schemas.microsoft.com/office/drawing/2014/main" id="{FF5C552F-BDEB-206A-FC6D-69DCA938E785}"/>
                </a:ext>
              </a:extLst>
            </p:cNvPr>
            <p:cNvSpPr/>
            <p:nvPr/>
          </p:nvSpPr>
          <p:spPr>
            <a:xfrm>
              <a:off x="6895658" y="2722340"/>
              <a:ext cx="202996" cy="118039"/>
            </a:xfrm>
            <a:custGeom>
              <a:avLst/>
              <a:gdLst/>
              <a:ahLst/>
              <a:cxnLst/>
              <a:rect l="l" t="t" r="r" b="b"/>
              <a:pathLst>
                <a:path w="1632" h="949" extrusionOk="0">
                  <a:moveTo>
                    <a:pt x="1551" y="0"/>
                  </a:moveTo>
                  <a:lnTo>
                    <a:pt x="1" y="904"/>
                  </a:lnTo>
                  <a:lnTo>
                    <a:pt x="81" y="949"/>
                  </a:lnTo>
                  <a:lnTo>
                    <a:pt x="1631" y="44"/>
                  </a:lnTo>
                  <a:lnTo>
                    <a:pt x="155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2" name="Google Shape;282;p28">
              <a:extLst>
                <a:ext uri="{FF2B5EF4-FFF2-40B4-BE49-F238E27FC236}">
                  <a16:creationId xmlns:a16="http://schemas.microsoft.com/office/drawing/2014/main" id="{53B2425A-6F95-F8BC-26DE-65C5F51AD7DF}"/>
                </a:ext>
              </a:extLst>
            </p:cNvPr>
            <p:cNvSpPr/>
            <p:nvPr/>
          </p:nvSpPr>
          <p:spPr>
            <a:xfrm>
              <a:off x="6832098" y="2613132"/>
              <a:ext cx="535726" cy="306976"/>
            </a:xfrm>
            <a:custGeom>
              <a:avLst/>
              <a:gdLst/>
              <a:ahLst/>
              <a:cxnLst/>
              <a:rect l="l" t="t" r="r" b="b"/>
              <a:pathLst>
                <a:path w="4307" h="2468" extrusionOk="0">
                  <a:moveTo>
                    <a:pt x="79" y="0"/>
                  </a:moveTo>
                  <a:lnTo>
                    <a:pt x="1" y="46"/>
                  </a:lnTo>
                  <a:lnTo>
                    <a:pt x="4228" y="2467"/>
                  </a:lnTo>
                  <a:lnTo>
                    <a:pt x="4307" y="2422"/>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3" name="Google Shape;283;p28">
              <a:extLst>
                <a:ext uri="{FF2B5EF4-FFF2-40B4-BE49-F238E27FC236}">
                  <a16:creationId xmlns:a16="http://schemas.microsoft.com/office/drawing/2014/main" id="{AF802E59-CFB3-C8C5-19A6-2A97EABD6E0C}"/>
                </a:ext>
              </a:extLst>
            </p:cNvPr>
            <p:cNvSpPr/>
            <p:nvPr/>
          </p:nvSpPr>
          <p:spPr>
            <a:xfrm>
              <a:off x="6793415" y="2635894"/>
              <a:ext cx="536348" cy="307474"/>
            </a:xfrm>
            <a:custGeom>
              <a:avLst/>
              <a:gdLst/>
              <a:ahLst/>
              <a:cxnLst/>
              <a:rect l="l" t="t" r="r" b="b"/>
              <a:pathLst>
                <a:path w="4312" h="2472" extrusionOk="0">
                  <a:moveTo>
                    <a:pt x="80" y="1"/>
                  </a:moveTo>
                  <a:lnTo>
                    <a:pt x="1" y="48"/>
                  </a:lnTo>
                  <a:lnTo>
                    <a:pt x="4234" y="2471"/>
                  </a:lnTo>
                  <a:lnTo>
                    <a:pt x="4311" y="2426"/>
                  </a:lnTo>
                  <a:lnTo>
                    <a:pt x="8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4" name="Google Shape;284;p28">
              <a:extLst>
                <a:ext uri="{FF2B5EF4-FFF2-40B4-BE49-F238E27FC236}">
                  <a16:creationId xmlns:a16="http://schemas.microsoft.com/office/drawing/2014/main" id="{954673DC-3BFA-7A06-91C7-2043ECD2197E}"/>
                </a:ext>
              </a:extLst>
            </p:cNvPr>
            <p:cNvSpPr/>
            <p:nvPr/>
          </p:nvSpPr>
          <p:spPr>
            <a:xfrm>
              <a:off x="6754359" y="2658656"/>
              <a:ext cx="535851" cy="307100"/>
            </a:xfrm>
            <a:custGeom>
              <a:avLst/>
              <a:gdLst/>
              <a:ahLst/>
              <a:cxnLst/>
              <a:rect l="l" t="t" r="r" b="b"/>
              <a:pathLst>
                <a:path w="4308" h="2469" extrusionOk="0">
                  <a:moveTo>
                    <a:pt x="81" y="0"/>
                  </a:moveTo>
                  <a:lnTo>
                    <a:pt x="1" y="46"/>
                  </a:lnTo>
                  <a:lnTo>
                    <a:pt x="4229" y="2468"/>
                  </a:lnTo>
                  <a:lnTo>
                    <a:pt x="4308" y="2422"/>
                  </a:lnTo>
                  <a:lnTo>
                    <a:pt x="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5" name="Google Shape;285;p28">
              <a:extLst>
                <a:ext uri="{FF2B5EF4-FFF2-40B4-BE49-F238E27FC236}">
                  <a16:creationId xmlns:a16="http://schemas.microsoft.com/office/drawing/2014/main" id="{C52BCD46-E0CD-9810-B018-810766A1F947}"/>
                </a:ext>
              </a:extLst>
            </p:cNvPr>
            <p:cNvSpPr/>
            <p:nvPr/>
          </p:nvSpPr>
          <p:spPr>
            <a:xfrm>
              <a:off x="6714184" y="2682164"/>
              <a:ext cx="537468" cy="307474"/>
            </a:xfrm>
            <a:custGeom>
              <a:avLst/>
              <a:gdLst/>
              <a:ahLst/>
              <a:cxnLst/>
              <a:rect l="l" t="t" r="r" b="b"/>
              <a:pathLst>
                <a:path w="4321" h="2472" extrusionOk="0">
                  <a:moveTo>
                    <a:pt x="79" y="0"/>
                  </a:moveTo>
                  <a:lnTo>
                    <a:pt x="0" y="45"/>
                  </a:lnTo>
                  <a:lnTo>
                    <a:pt x="4234" y="2472"/>
                  </a:lnTo>
                  <a:lnTo>
                    <a:pt x="4320" y="2430"/>
                  </a:lnTo>
                  <a:lnTo>
                    <a:pt x="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6" name="Google Shape;286;p28">
              <a:extLst>
                <a:ext uri="{FF2B5EF4-FFF2-40B4-BE49-F238E27FC236}">
                  <a16:creationId xmlns:a16="http://schemas.microsoft.com/office/drawing/2014/main" id="{42B5287D-62DB-570C-59EC-3C56F33FC14C}"/>
                </a:ext>
              </a:extLst>
            </p:cNvPr>
            <p:cNvSpPr/>
            <p:nvPr/>
          </p:nvSpPr>
          <p:spPr>
            <a:xfrm>
              <a:off x="6821153" y="2679303"/>
              <a:ext cx="202872" cy="118288"/>
            </a:xfrm>
            <a:custGeom>
              <a:avLst/>
              <a:gdLst/>
              <a:ahLst/>
              <a:cxnLst/>
              <a:rect l="l" t="t" r="r" b="b"/>
              <a:pathLst>
                <a:path w="1631" h="951" extrusionOk="0">
                  <a:moveTo>
                    <a:pt x="1550" y="1"/>
                  </a:moveTo>
                  <a:lnTo>
                    <a:pt x="1" y="904"/>
                  </a:lnTo>
                  <a:lnTo>
                    <a:pt x="80" y="950"/>
                  </a:lnTo>
                  <a:lnTo>
                    <a:pt x="1630" y="46"/>
                  </a:lnTo>
                  <a:lnTo>
                    <a:pt x="15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7" name="Google Shape;287;p28">
              <a:extLst>
                <a:ext uri="{FF2B5EF4-FFF2-40B4-BE49-F238E27FC236}">
                  <a16:creationId xmlns:a16="http://schemas.microsoft.com/office/drawing/2014/main" id="{8C75CCFB-C66B-BE12-A890-6FB204C0AA92}"/>
                </a:ext>
              </a:extLst>
            </p:cNvPr>
            <p:cNvSpPr/>
            <p:nvPr/>
          </p:nvSpPr>
          <p:spPr>
            <a:xfrm>
              <a:off x="6747394" y="2637138"/>
              <a:ext cx="202872" cy="118288"/>
            </a:xfrm>
            <a:custGeom>
              <a:avLst/>
              <a:gdLst/>
              <a:ahLst/>
              <a:cxnLst/>
              <a:rect l="l" t="t" r="r" b="b"/>
              <a:pathLst>
                <a:path w="1631" h="951" extrusionOk="0">
                  <a:moveTo>
                    <a:pt x="1551" y="1"/>
                  </a:moveTo>
                  <a:lnTo>
                    <a:pt x="0" y="904"/>
                  </a:lnTo>
                  <a:lnTo>
                    <a:pt x="80" y="950"/>
                  </a:lnTo>
                  <a:lnTo>
                    <a:pt x="1631" y="46"/>
                  </a:lnTo>
                  <a:lnTo>
                    <a:pt x="15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8" name="Google Shape;288;p28">
              <a:extLst>
                <a:ext uri="{FF2B5EF4-FFF2-40B4-BE49-F238E27FC236}">
                  <a16:creationId xmlns:a16="http://schemas.microsoft.com/office/drawing/2014/main" id="{D0173D54-CF8D-CE2A-481B-BD406395FD45}"/>
                </a:ext>
              </a:extLst>
            </p:cNvPr>
            <p:cNvSpPr/>
            <p:nvPr/>
          </p:nvSpPr>
          <p:spPr>
            <a:xfrm>
              <a:off x="6785206" y="2475813"/>
              <a:ext cx="223395" cy="245655"/>
            </a:xfrm>
            <a:custGeom>
              <a:avLst/>
              <a:gdLst/>
              <a:ahLst/>
              <a:cxnLst/>
              <a:rect l="l" t="t" r="r" b="b"/>
              <a:pathLst>
                <a:path w="1796" h="1975" extrusionOk="0">
                  <a:moveTo>
                    <a:pt x="632" y="0"/>
                  </a:moveTo>
                  <a:cubicBezTo>
                    <a:pt x="281" y="0"/>
                    <a:pt x="0" y="102"/>
                    <a:pt x="0" y="102"/>
                  </a:cubicBezTo>
                  <a:lnTo>
                    <a:pt x="76" y="1470"/>
                  </a:lnTo>
                  <a:cubicBezTo>
                    <a:pt x="76" y="1470"/>
                    <a:pt x="1043" y="1219"/>
                    <a:pt x="1210" y="1104"/>
                  </a:cubicBezTo>
                  <a:cubicBezTo>
                    <a:pt x="1233" y="1088"/>
                    <a:pt x="1252" y="1082"/>
                    <a:pt x="1268" y="1082"/>
                  </a:cubicBezTo>
                  <a:cubicBezTo>
                    <a:pt x="1364" y="1082"/>
                    <a:pt x="1327" y="1343"/>
                    <a:pt x="1327" y="1343"/>
                  </a:cubicBezTo>
                  <a:cubicBezTo>
                    <a:pt x="1327" y="1343"/>
                    <a:pt x="1242" y="1772"/>
                    <a:pt x="1473" y="1942"/>
                  </a:cubicBezTo>
                  <a:cubicBezTo>
                    <a:pt x="1504" y="1964"/>
                    <a:pt x="1527" y="1975"/>
                    <a:pt x="1546" y="1975"/>
                  </a:cubicBezTo>
                  <a:cubicBezTo>
                    <a:pt x="1625" y="1975"/>
                    <a:pt x="1618" y="1792"/>
                    <a:pt x="1660" y="1535"/>
                  </a:cubicBezTo>
                  <a:cubicBezTo>
                    <a:pt x="1713" y="1216"/>
                    <a:pt x="1795" y="686"/>
                    <a:pt x="1795" y="686"/>
                  </a:cubicBezTo>
                  <a:cubicBezTo>
                    <a:pt x="1520" y="131"/>
                    <a:pt x="1030" y="0"/>
                    <a:pt x="63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89" name="Google Shape;289;p28">
              <a:extLst>
                <a:ext uri="{FF2B5EF4-FFF2-40B4-BE49-F238E27FC236}">
                  <a16:creationId xmlns:a16="http://schemas.microsoft.com/office/drawing/2014/main" id="{BA57CC53-8EFF-64FC-4312-FE7133539965}"/>
                </a:ext>
              </a:extLst>
            </p:cNvPr>
            <p:cNvSpPr/>
            <p:nvPr/>
          </p:nvSpPr>
          <p:spPr>
            <a:xfrm>
              <a:off x="6812819" y="2326554"/>
              <a:ext cx="332854" cy="257721"/>
            </a:xfrm>
            <a:custGeom>
              <a:avLst/>
              <a:gdLst/>
              <a:ahLst/>
              <a:cxnLst/>
              <a:rect l="l" t="t" r="r" b="b"/>
              <a:pathLst>
                <a:path w="2676" h="2072" extrusionOk="0">
                  <a:moveTo>
                    <a:pt x="623" y="1"/>
                  </a:moveTo>
                  <a:cubicBezTo>
                    <a:pt x="63" y="1"/>
                    <a:pt x="0" y="1245"/>
                    <a:pt x="0" y="1245"/>
                  </a:cubicBezTo>
                  <a:cubicBezTo>
                    <a:pt x="0" y="1245"/>
                    <a:pt x="853" y="1464"/>
                    <a:pt x="1105" y="1598"/>
                  </a:cubicBezTo>
                  <a:cubicBezTo>
                    <a:pt x="1573" y="1849"/>
                    <a:pt x="1739" y="2071"/>
                    <a:pt x="1739" y="2071"/>
                  </a:cubicBezTo>
                  <a:lnTo>
                    <a:pt x="2676" y="1025"/>
                  </a:lnTo>
                  <a:cubicBezTo>
                    <a:pt x="2676" y="1025"/>
                    <a:pt x="1330" y="127"/>
                    <a:pt x="700" y="8"/>
                  </a:cubicBezTo>
                  <a:cubicBezTo>
                    <a:pt x="673" y="3"/>
                    <a:pt x="647" y="1"/>
                    <a:pt x="623" y="1"/>
                  </a:cubicBez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0" name="Google Shape;290;p28">
              <a:extLst>
                <a:ext uri="{FF2B5EF4-FFF2-40B4-BE49-F238E27FC236}">
                  <a16:creationId xmlns:a16="http://schemas.microsoft.com/office/drawing/2014/main" id="{BD14BF98-728A-8899-AE49-ED539A4DE6D5}"/>
                </a:ext>
              </a:extLst>
            </p:cNvPr>
            <p:cNvSpPr/>
            <p:nvPr/>
          </p:nvSpPr>
          <p:spPr>
            <a:xfrm>
              <a:off x="5949479" y="1725910"/>
              <a:ext cx="987990" cy="1340470"/>
            </a:xfrm>
            <a:custGeom>
              <a:avLst/>
              <a:gdLst/>
              <a:ahLst/>
              <a:cxnLst/>
              <a:rect l="l" t="t" r="r" b="b"/>
              <a:pathLst>
                <a:path w="7943" h="10777" extrusionOk="0">
                  <a:moveTo>
                    <a:pt x="562" y="0"/>
                  </a:moveTo>
                  <a:cubicBezTo>
                    <a:pt x="269" y="0"/>
                    <a:pt x="1" y="236"/>
                    <a:pt x="1" y="563"/>
                  </a:cubicBezTo>
                  <a:lnTo>
                    <a:pt x="24" y="6327"/>
                  </a:lnTo>
                  <a:cubicBezTo>
                    <a:pt x="24" y="6527"/>
                    <a:pt x="132" y="6712"/>
                    <a:pt x="305" y="6811"/>
                  </a:cubicBezTo>
                  <a:lnTo>
                    <a:pt x="7103" y="10702"/>
                  </a:lnTo>
                  <a:cubicBezTo>
                    <a:pt x="7193" y="10753"/>
                    <a:pt x="7288" y="10776"/>
                    <a:pt x="7381" y="10776"/>
                  </a:cubicBezTo>
                  <a:cubicBezTo>
                    <a:pt x="7674" y="10776"/>
                    <a:pt x="7942" y="10542"/>
                    <a:pt x="7941" y="10214"/>
                  </a:cubicBezTo>
                  <a:lnTo>
                    <a:pt x="7919" y="4450"/>
                  </a:lnTo>
                  <a:cubicBezTo>
                    <a:pt x="7919" y="4249"/>
                    <a:pt x="7811" y="4066"/>
                    <a:pt x="7637" y="3966"/>
                  </a:cubicBezTo>
                  <a:lnTo>
                    <a:pt x="839" y="75"/>
                  </a:lnTo>
                  <a:cubicBezTo>
                    <a:pt x="750" y="24"/>
                    <a:pt x="655" y="0"/>
                    <a:pt x="5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1" name="Google Shape;291;p28">
              <a:extLst>
                <a:ext uri="{FF2B5EF4-FFF2-40B4-BE49-F238E27FC236}">
                  <a16:creationId xmlns:a16="http://schemas.microsoft.com/office/drawing/2014/main" id="{F1A6A366-01A2-6925-ABB8-54F7E2C159AC}"/>
                </a:ext>
              </a:extLst>
            </p:cNvPr>
            <p:cNvSpPr/>
            <p:nvPr/>
          </p:nvSpPr>
          <p:spPr>
            <a:xfrm>
              <a:off x="6785206" y="2969737"/>
              <a:ext cx="120405" cy="123512"/>
            </a:xfrm>
            <a:custGeom>
              <a:avLst/>
              <a:gdLst/>
              <a:ahLst/>
              <a:cxnLst/>
              <a:rect l="l" t="t" r="r" b="b"/>
              <a:pathLst>
                <a:path w="968" h="993" extrusionOk="0">
                  <a:moveTo>
                    <a:pt x="867" y="0"/>
                  </a:moveTo>
                  <a:lnTo>
                    <a:pt x="0" y="535"/>
                  </a:lnTo>
                  <a:lnTo>
                    <a:pt x="441" y="992"/>
                  </a:lnTo>
                  <a:lnTo>
                    <a:pt x="968" y="685"/>
                  </a:lnTo>
                  <a:lnTo>
                    <a:pt x="8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2" name="Google Shape;292;p28">
              <a:extLst>
                <a:ext uri="{FF2B5EF4-FFF2-40B4-BE49-F238E27FC236}">
                  <a16:creationId xmlns:a16="http://schemas.microsoft.com/office/drawing/2014/main" id="{375F0954-87AF-EA60-4E94-BE3C211CA7D8}"/>
                </a:ext>
              </a:extLst>
            </p:cNvPr>
            <p:cNvSpPr/>
            <p:nvPr/>
          </p:nvSpPr>
          <p:spPr>
            <a:xfrm>
              <a:off x="5923234" y="1733746"/>
              <a:ext cx="80850" cy="38434"/>
            </a:xfrm>
            <a:custGeom>
              <a:avLst/>
              <a:gdLst/>
              <a:ahLst/>
              <a:cxnLst/>
              <a:rect l="l" t="t" r="r" b="b"/>
              <a:pathLst>
                <a:path w="650" h="309" extrusionOk="0">
                  <a:moveTo>
                    <a:pt x="512" y="1"/>
                  </a:moveTo>
                  <a:lnTo>
                    <a:pt x="1" y="299"/>
                  </a:lnTo>
                  <a:lnTo>
                    <a:pt x="649" y="308"/>
                  </a:lnTo>
                  <a:lnTo>
                    <a:pt x="512" y="1"/>
                  </a:lnTo>
                  <a:close/>
                </a:path>
              </a:pathLst>
            </a:custGeom>
            <a:solidFill>
              <a:srgbClr val="564E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3" name="Google Shape;293;p28">
              <a:extLst>
                <a:ext uri="{FF2B5EF4-FFF2-40B4-BE49-F238E27FC236}">
                  <a16:creationId xmlns:a16="http://schemas.microsoft.com/office/drawing/2014/main" id="{0CC6606D-E0BC-2F10-D0FF-8B0FE28AD85A}"/>
                </a:ext>
              </a:extLst>
            </p:cNvPr>
            <p:cNvSpPr/>
            <p:nvPr/>
          </p:nvSpPr>
          <p:spPr>
            <a:xfrm>
              <a:off x="5888158" y="1761608"/>
              <a:ext cx="987866" cy="1340470"/>
            </a:xfrm>
            <a:custGeom>
              <a:avLst/>
              <a:gdLst/>
              <a:ahLst/>
              <a:cxnLst/>
              <a:rect l="l" t="t" r="r" b="b"/>
              <a:pathLst>
                <a:path w="7942" h="10777" extrusionOk="0">
                  <a:moveTo>
                    <a:pt x="562" y="0"/>
                  </a:moveTo>
                  <a:cubicBezTo>
                    <a:pt x="269" y="0"/>
                    <a:pt x="0" y="236"/>
                    <a:pt x="1" y="563"/>
                  </a:cubicBezTo>
                  <a:lnTo>
                    <a:pt x="23" y="6328"/>
                  </a:lnTo>
                  <a:cubicBezTo>
                    <a:pt x="24" y="6527"/>
                    <a:pt x="132" y="6712"/>
                    <a:pt x="305" y="6811"/>
                  </a:cubicBezTo>
                  <a:lnTo>
                    <a:pt x="7103" y="10702"/>
                  </a:lnTo>
                  <a:cubicBezTo>
                    <a:pt x="7193" y="10753"/>
                    <a:pt x="7288" y="10777"/>
                    <a:pt x="7381" y="10777"/>
                  </a:cubicBezTo>
                  <a:cubicBezTo>
                    <a:pt x="7674" y="10777"/>
                    <a:pt x="7942" y="10542"/>
                    <a:pt x="7941" y="10214"/>
                  </a:cubicBezTo>
                  <a:lnTo>
                    <a:pt x="7918" y="4450"/>
                  </a:lnTo>
                  <a:cubicBezTo>
                    <a:pt x="7918" y="4249"/>
                    <a:pt x="7810" y="4066"/>
                    <a:pt x="7637" y="3967"/>
                  </a:cubicBezTo>
                  <a:lnTo>
                    <a:pt x="839" y="75"/>
                  </a:lnTo>
                  <a:cubicBezTo>
                    <a:pt x="749" y="24"/>
                    <a:pt x="654" y="0"/>
                    <a:pt x="5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4" name="Google Shape;294;p28">
              <a:extLst>
                <a:ext uri="{FF2B5EF4-FFF2-40B4-BE49-F238E27FC236}">
                  <a16:creationId xmlns:a16="http://schemas.microsoft.com/office/drawing/2014/main" id="{82A538B6-875D-A52A-21EC-7CFDA60E521C}"/>
                </a:ext>
              </a:extLst>
            </p:cNvPr>
            <p:cNvSpPr/>
            <p:nvPr/>
          </p:nvSpPr>
          <p:spPr>
            <a:xfrm>
              <a:off x="7376521" y="2926079"/>
              <a:ext cx="290812" cy="200878"/>
            </a:xfrm>
            <a:custGeom>
              <a:avLst/>
              <a:gdLst/>
              <a:ahLst/>
              <a:cxnLst/>
              <a:rect l="l" t="t" r="r" b="b"/>
              <a:pathLst>
                <a:path w="2338" h="1615" extrusionOk="0">
                  <a:moveTo>
                    <a:pt x="1315" y="1"/>
                  </a:moveTo>
                  <a:cubicBezTo>
                    <a:pt x="692" y="3"/>
                    <a:pt x="1" y="1113"/>
                    <a:pt x="1" y="1113"/>
                  </a:cubicBezTo>
                  <a:lnTo>
                    <a:pt x="883" y="1615"/>
                  </a:lnTo>
                  <a:lnTo>
                    <a:pt x="2337" y="634"/>
                  </a:lnTo>
                  <a:lnTo>
                    <a:pt x="2293" y="529"/>
                  </a:lnTo>
                  <a:lnTo>
                    <a:pt x="1426" y="34"/>
                  </a:lnTo>
                  <a:cubicBezTo>
                    <a:pt x="1395" y="13"/>
                    <a:pt x="1358" y="1"/>
                    <a:pt x="13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5" name="Google Shape;295;p28">
              <a:extLst>
                <a:ext uri="{FF2B5EF4-FFF2-40B4-BE49-F238E27FC236}">
                  <a16:creationId xmlns:a16="http://schemas.microsoft.com/office/drawing/2014/main" id="{CD91A306-6001-FB57-6443-512C7A665445}"/>
                </a:ext>
              </a:extLst>
            </p:cNvPr>
            <p:cNvSpPr/>
            <p:nvPr/>
          </p:nvSpPr>
          <p:spPr>
            <a:xfrm>
              <a:off x="7485729" y="2988394"/>
              <a:ext cx="194538" cy="138562"/>
            </a:xfrm>
            <a:custGeom>
              <a:avLst/>
              <a:gdLst/>
              <a:ahLst/>
              <a:cxnLst/>
              <a:rect l="l" t="t" r="r" b="b"/>
              <a:pathLst>
                <a:path w="1564" h="1114" extrusionOk="0">
                  <a:moveTo>
                    <a:pt x="1315" y="1"/>
                  </a:moveTo>
                  <a:cubicBezTo>
                    <a:pt x="692" y="3"/>
                    <a:pt x="1" y="1114"/>
                    <a:pt x="1" y="1114"/>
                  </a:cubicBezTo>
                  <a:lnTo>
                    <a:pt x="1564" y="203"/>
                  </a:lnTo>
                  <a:cubicBezTo>
                    <a:pt x="1564" y="203"/>
                    <a:pt x="1481" y="1"/>
                    <a:pt x="13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6" name="Google Shape;296;p28">
              <a:extLst>
                <a:ext uri="{FF2B5EF4-FFF2-40B4-BE49-F238E27FC236}">
                  <a16:creationId xmlns:a16="http://schemas.microsoft.com/office/drawing/2014/main" id="{6A04E6A9-DC06-996A-F36A-0110F7D93433}"/>
                </a:ext>
              </a:extLst>
            </p:cNvPr>
            <p:cNvSpPr/>
            <p:nvPr/>
          </p:nvSpPr>
          <p:spPr>
            <a:xfrm>
              <a:off x="7418812" y="3038147"/>
              <a:ext cx="48510" cy="56967"/>
            </a:xfrm>
            <a:custGeom>
              <a:avLst/>
              <a:gdLst/>
              <a:ahLst/>
              <a:cxnLst/>
              <a:rect l="l" t="t" r="r" b="b"/>
              <a:pathLst>
                <a:path w="390" h="458" extrusionOk="0">
                  <a:moveTo>
                    <a:pt x="295" y="1"/>
                  </a:moveTo>
                  <a:cubicBezTo>
                    <a:pt x="117" y="219"/>
                    <a:pt x="1" y="405"/>
                    <a:pt x="1" y="405"/>
                  </a:cubicBezTo>
                  <a:lnTo>
                    <a:pt x="93" y="458"/>
                  </a:lnTo>
                  <a:cubicBezTo>
                    <a:pt x="93" y="458"/>
                    <a:pt x="210" y="272"/>
                    <a:pt x="389" y="53"/>
                  </a:cubicBezTo>
                  <a:lnTo>
                    <a:pt x="2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7" name="Google Shape;297;p28">
              <a:extLst>
                <a:ext uri="{FF2B5EF4-FFF2-40B4-BE49-F238E27FC236}">
                  <a16:creationId xmlns:a16="http://schemas.microsoft.com/office/drawing/2014/main" id="{7FB36E8F-7953-C4A3-3C39-E5A0BEFD0184}"/>
                </a:ext>
              </a:extLst>
            </p:cNvPr>
            <p:cNvSpPr/>
            <p:nvPr/>
          </p:nvSpPr>
          <p:spPr>
            <a:xfrm>
              <a:off x="6084558" y="2543229"/>
              <a:ext cx="374274" cy="630495"/>
            </a:xfrm>
            <a:custGeom>
              <a:avLst/>
              <a:gdLst/>
              <a:ahLst/>
              <a:cxnLst/>
              <a:rect l="l" t="t" r="r" b="b"/>
              <a:pathLst>
                <a:path w="3009" h="5069" extrusionOk="0">
                  <a:moveTo>
                    <a:pt x="708" y="0"/>
                  </a:moveTo>
                  <a:lnTo>
                    <a:pt x="496" y="122"/>
                  </a:lnTo>
                  <a:lnTo>
                    <a:pt x="1" y="4280"/>
                  </a:lnTo>
                  <a:cubicBezTo>
                    <a:pt x="1" y="4773"/>
                    <a:pt x="225" y="5069"/>
                    <a:pt x="544" y="5069"/>
                  </a:cubicBezTo>
                  <a:cubicBezTo>
                    <a:pt x="654" y="5069"/>
                    <a:pt x="774" y="5034"/>
                    <a:pt x="901" y="4961"/>
                  </a:cubicBezTo>
                  <a:lnTo>
                    <a:pt x="3009" y="3744"/>
                  </a:lnTo>
                  <a:lnTo>
                    <a:pt x="3009" y="3462"/>
                  </a:lnTo>
                  <a:lnTo>
                    <a:pt x="901" y="4679"/>
                  </a:lnTo>
                  <a:cubicBezTo>
                    <a:pt x="804" y="4735"/>
                    <a:pt x="712" y="4761"/>
                    <a:pt x="628" y="4761"/>
                  </a:cubicBezTo>
                  <a:cubicBezTo>
                    <a:pt x="384" y="4761"/>
                    <a:pt x="213" y="4536"/>
                    <a:pt x="213" y="4159"/>
                  </a:cubicBezTo>
                  <a:lnTo>
                    <a:pt x="7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8" name="Google Shape;298;p28">
              <a:extLst>
                <a:ext uri="{FF2B5EF4-FFF2-40B4-BE49-F238E27FC236}">
                  <a16:creationId xmlns:a16="http://schemas.microsoft.com/office/drawing/2014/main" id="{F120B331-91A1-E0E7-027E-32FC7DEA5A53}"/>
                </a:ext>
              </a:extLst>
            </p:cNvPr>
            <p:cNvSpPr/>
            <p:nvPr/>
          </p:nvSpPr>
          <p:spPr>
            <a:xfrm>
              <a:off x="6150730" y="2958916"/>
              <a:ext cx="626278" cy="385337"/>
            </a:xfrm>
            <a:custGeom>
              <a:avLst/>
              <a:gdLst/>
              <a:ahLst/>
              <a:cxnLst/>
              <a:rect l="l" t="t" r="r" b="b"/>
              <a:pathLst>
                <a:path w="5035" h="3098" extrusionOk="0">
                  <a:moveTo>
                    <a:pt x="2252" y="0"/>
                  </a:moveTo>
                  <a:lnTo>
                    <a:pt x="0" y="1280"/>
                  </a:lnTo>
                  <a:lnTo>
                    <a:pt x="2662" y="3097"/>
                  </a:lnTo>
                  <a:lnTo>
                    <a:pt x="5035" y="1611"/>
                  </a:lnTo>
                  <a:lnTo>
                    <a:pt x="22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299" name="Google Shape;299;p28">
              <a:extLst>
                <a:ext uri="{FF2B5EF4-FFF2-40B4-BE49-F238E27FC236}">
                  <a16:creationId xmlns:a16="http://schemas.microsoft.com/office/drawing/2014/main" id="{171908FF-7796-52C9-A81C-CDAD5CCC15E4}"/>
                </a:ext>
              </a:extLst>
            </p:cNvPr>
            <p:cNvSpPr/>
            <p:nvPr/>
          </p:nvSpPr>
          <p:spPr>
            <a:xfrm>
              <a:off x="6094633" y="2561264"/>
              <a:ext cx="369423" cy="790575"/>
            </a:xfrm>
            <a:custGeom>
              <a:avLst/>
              <a:gdLst/>
              <a:ahLst/>
              <a:cxnLst/>
              <a:rect l="l" t="t" r="r" b="b"/>
              <a:pathLst>
                <a:path w="2970" h="6356" extrusionOk="0">
                  <a:moveTo>
                    <a:pt x="480" y="1"/>
                  </a:moveTo>
                  <a:cubicBezTo>
                    <a:pt x="480" y="1"/>
                    <a:pt x="1" y="3423"/>
                    <a:pt x="36" y="3855"/>
                  </a:cubicBezTo>
                  <a:cubicBezTo>
                    <a:pt x="71" y="4287"/>
                    <a:pt x="254" y="4886"/>
                    <a:pt x="254" y="4886"/>
                  </a:cubicBezTo>
                  <a:lnTo>
                    <a:pt x="2795" y="6356"/>
                  </a:lnTo>
                  <a:cubicBezTo>
                    <a:pt x="2795" y="6356"/>
                    <a:pt x="2585" y="5742"/>
                    <a:pt x="2585" y="5314"/>
                  </a:cubicBezTo>
                  <a:cubicBezTo>
                    <a:pt x="2585" y="4888"/>
                    <a:pt x="2969" y="1468"/>
                    <a:pt x="2969" y="1468"/>
                  </a:cubicBezTo>
                  <a:lnTo>
                    <a:pt x="48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0" name="Google Shape;300;p28">
              <a:extLst>
                <a:ext uri="{FF2B5EF4-FFF2-40B4-BE49-F238E27FC236}">
                  <a16:creationId xmlns:a16="http://schemas.microsoft.com/office/drawing/2014/main" id="{DBD5CECF-D06F-7EB9-4A5D-9C72DB6081C7}"/>
                </a:ext>
              </a:extLst>
            </p:cNvPr>
            <p:cNvSpPr/>
            <p:nvPr/>
          </p:nvSpPr>
          <p:spPr>
            <a:xfrm>
              <a:off x="6402854" y="2728559"/>
              <a:ext cx="374150" cy="630619"/>
            </a:xfrm>
            <a:custGeom>
              <a:avLst/>
              <a:gdLst/>
              <a:ahLst/>
              <a:cxnLst/>
              <a:rect l="l" t="t" r="r" b="b"/>
              <a:pathLst>
                <a:path w="3008" h="5070" extrusionOk="0">
                  <a:moveTo>
                    <a:pt x="703" y="0"/>
                  </a:moveTo>
                  <a:lnTo>
                    <a:pt x="491" y="123"/>
                  </a:lnTo>
                  <a:lnTo>
                    <a:pt x="0" y="4281"/>
                  </a:lnTo>
                  <a:cubicBezTo>
                    <a:pt x="0" y="4774"/>
                    <a:pt x="224" y="5069"/>
                    <a:pt x="544" y="5069"/>
                  </a:cubicBezTo>
                  <a:cubicBezTo>
                    <a:pt x="654" y="5069"/>
                    <a:pt x="774" y="5035"/>
                    <a:pt x="901" y="4961"/>
                  </a:cubicBezTo>
                  <a:lnTo>
                    <a:pt x="3008" y="3745"/>
                  </a:lnTo>
                  <a:lnTo>
                    <a:pt x="3008" y="3463"/>
                  </a:lnTo>
                  <a:lnTo>
                    <a:pt x="901" y="4679"/>
                  </a:lnTo>
                  <a:cubicBezTo>
                    <a:pt x="804" y="4735"/>
                    <a:pt x="712" y="4761"/>
                    <a:pt x="628" y="4761"/>
                  </a:cubicBezTo>
                  <a:cubicBezTo>
                    <a:pt x="384" y="4761"/>
                    <a:pt x="213" y="4536"/>
                    <a:pt x="213" y="4159"/>
                  </a:cubicBez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1" name="Google Shape;301;p28">
              <a:extLst>
                <a:ext uri="{FF2B5EF4-FFF2-40B4-BE49-F238E27FC236}">
                  <a16:creationId xmlns:a16="http://schemas.microsoft.com/office/drawing/2014/main" id="{61DDCB5F-9C32-8F02-5D5D-B1381331D71B}"/>
                </a:ext>
              </a:extLst>
            </p:cNvPr>
            <p:cNvSpPr/>
            <p:nvPr/>
          </p:nvSpPr>
          <p:spPr>
            <a:xfrm>
              <a:off x="6146252" y="2543229"/>
              <a:ext cx="344049" cy="200629"/>
            </a:xfrm>
            <a:custGeom>
              <a:avLst/>
              <a:gdLst/>
              <a:ahLst/>
              <a:cxnLst/>
              <a:rect l="l" t="t" r="r" b="b"/>
              <a:pathLst>
                <a:path w="2766" h="1613" extrusionOk="0">
                  <a:moveTo>
                    <a:pt x="212" y="0"/>
                  </a:moveTo>
                  <a:cubicBezTo>
                    <a:pt x="176" y="21"/>
                    <a:pt x="0" y="122"/>
                    <a:pt x="0" y="122"/>
                  </a:cubicBezTo>
                  <a:lnTo>
                    <a:pt x="2554" y="1613"/>
                  </a:lnTo>
                  <a:lnTo>
                    <a:pt x="2766" y="1490"/>
                  </a:lnTo>
                  <a:lnTo>
                    <a:pt x="2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2" name="Google Shape;302;p28">
              <a:extLst>
                <a:ext uri="{FF2B5EF4-FFF2-40B4-BE49-F238E27FC236}">
                  <a16:creationId xmlns:a16="http://schemas.microsoft.com/office/drawing/2014/main" id="{12ABC17D-AEC9-EFC9-0501-D9CFC93D2F26}"/>
                </a:ext>
              </a:extLst>
            </p:cNvPr>
            <p:cNvSpPr/>
            <p:nvPr/>
          </p:nvSpPr>
          <p:spPr>
            <a:xfrm>
              <a:off x="6984965" y="2655671"/>
              <a:ext cx="500028" cy="278244"/>
            </a:xfrm>
            <a:custGeom>
              <a:avLst/>
              <a:gdLst/>
              <a:ahLst/>
              <a:cxnLst/>
              <a:rect l="l" t="t" r="r" b="b"/>
              <a:pathLst>
                <a:path w="4020" h="2237" extrusionOk="0">
                  <a:moveTo>
                    <a:pt x="1220" y="0"/>
                  </a:moveTo>
                  <a:cubicBezTo>
                    <a:pt x="944" y="0"/>
                    <a:pt x="647" y="19"/>
                    <a:pt x="577" y="34"/>
                  </a:cubicBezTo>
                  <a:cubicBezTo>
                    <a:pt x="463" y="60"/>
                    <a:pt x="508" y="191"/>
                    <a:pt x="708" y="288"/>
                  </a:cubicBezTo>
                  <a:cubicBezTo>
                    <a:pt x="787" y="325"/>
                    <a:pt x="1089" y="326"/>
                    <a:pt x="1121" y="326"/>
                  </a:cubicBezTo>
                  <a:cubicBezTo>
                    <a:pt x="1123" y="326"/>
                    <a:pt x="1124" y="326"/>
                    <a:pt x="1124" y="326"/>
                  </a:cubicBezTo>
                  <a:lnTo>
                    <a:pt x="1124" y="326"/>
                  </a:lnTo>
                  <a:cubicBezTo>
                    <a:pt x="1124" y="326"/>
                    <a:pt x="688" y="712"/>
                    <a:pt x="375" y="895"/>
                  </a:cubicBezTo>
                  <a:cubicBezTo>
                    <a:pt x="63" y="1076"/>
                    <a:pt x="0" y="1223"/>
                    <a:pt x="221" y="1258"/>
                  </a:cubicBezTo>
                  <a:cubicBezTo>
                    <a:pt x="229" y="1260"/>
                    <a:pt x="238" y="1260"/>
                    <a:pt x="247" y="1260"/>
                  </a:cubicBezTo>
                  <a:cubicBezTo>
                    <a:pt x="499" y="1260"/>
                    <a:pt x="1256" y="833"/>
                    <a:pt x="1256" y="833"/>
                  </a:cubicBezTo>
                  <a:lnTo>
                    <a:pt x="1256" y="833"/>
                  </a:lnTo>
                  <a:cubicBezTo>
                    <a:pt x="1256" y="833"/>
                    <a:pt x="793" y="1223"/>
                    <a:pt x="562" y="1362"/>
                  </a:cubicBezTo>
                  <a:cubicBezTo>
                    <a:pt x="374" y="1474"/>
                    <a:pt x="313" y="1547"/>
                    <a:pt x="377" y="1601"/>
                  </a:cubicBezTo>
                  <a:cubicBezTo>
                    <a:pt x="428" y="1645"/>
                    <a:pt x="525" y="1651"/>
                    <a:pt x="578" y="1651"/>
                  </a:cubicBezTo>
                  <a:cubicBezTo>
                    <a:pt x="601" y="1651"/>
                    <a:pt x="616" y="1650"/>
                    <a:pt x="616" y="1650"/>
                  </a:cubicBezTo>
                  <a:lnTo>
                    <a:pt x="616" y="1650"/>
                  </a:lnTo>
                  <a:cubicBezTo>
                    <a:pt x="616" y="1650"/>
                    <a:pt x="499" y="1765"/>
                    <a:pt x="653" y="1837"/>
                  </a:cubicBezTo>
                  <a:cubicBezTo>
                    <a:pt x="685" y="1852"/>
                    <a:pt x="721" y="1859"/>
                    <a:pt x="759" y="1859"/>
                  </a:cubicBezTo>
                  <a:cubicBezTo>
                    <a:pt x="972" y="1859"/>
                    <a:pt x="1261" y="1646"/>
                    <a:pt x="1458" y="1485"/>
                  </a:cubicBezTo>
                  <a:cubicBezTo>
                    <a:pt x="1598" y="1370"/>
                    <a:pt x="1764" y="1362"/>
                    <a:pt x="1812" y="1362"/>
                  </a:cubicBezTo>
                  <a:cubicBezTo>
                    <a:pt x="1821" y="1362"/>
                    <a:pt x="1825" y="1362"/>
                    <a:pt x="1825" y="1362"/>
                  </a:cubicBezTo>
                  <a:cubicBezTo>
                    <a:pt x="1825" y="1362"/>
                    <a:pt x="1544" y="1976"/>
                    <a:pt x="1524" y="2125"/>
                  </a:cubicBezTo>
                  <a:cubicBezTo>
                    <a:pt x="1513" y="2199"/>
                    <a:pt x="1583" y="2237"/>
                    <a:pt x="1672" y="2237"/>
                  </a:cubicBezTo>
                  <a:cubicBezTo>
                    <a:pt x="1764" y="2237"/>
                    <a:pt x="1876" y="2196"/>
                    <a:pt x="1938" y="2113"/>
                  </a:cubicBezTo>
                  <a:cubicBezTo>
                    <a:pt x="2061" y="1951"/>
                    <a:pt x="2124" y="1678"/>
                    <a:pt x="2324" y="1593"/>
                  </a:cubicBezTo>
                  <a:cubicBezTo>
                    <a:pt x="2526" y="1508"/>
                    <a:pt x="3346" y="1597"/>
                    <a:pt x="3682" y="1449"/>
                  </a:cubicBezTo>
                  <a:cubicBezTo>
                    <a:pt x="4019" y="1300"/>
                    <a:pt x="3385" y="24"/>
                    <a:pt x="3385" y="24"/>
                  </a:cubicBezTo>
                  <a:cubicBezTo>
                    <a:pt x="3385" y="24"/>
                    <a:pt x="2727" y="45"/>
                    <a:pt x="2210" y="45"/>
                  </a:cubicBezTo>
                  <a:cubicBezTo>
                    <a:pt x="1951" y="45"/>
                    <a:pt x="1728" y="40"/>
                    <a:pt x="1640" y="24"/>
                  </a:cubicBezTo>
                  <a:cubicBezTo>
                    <a:pt x="1541" y="7"/>
                    <a:pt x="1384" y="0"/>
                    <a:pt x="12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3" name="Google Shape;303;p28">
              <a:extLst>
                <a:ext uri="{FF2B5EF4-FFF2-40B4-BE49-F238E27FC236}">
                  <a16:creationId xmlns:a16="http://schemas.microsoft.com/office/drawing/2014/main" id="{50D64D06-CB64-B4D6-D80A-EF31D9363184}"/>
                </a:ext>
              </a:extLst>
            </p:cNvPr>
            <p:cNvSpPr/>
            <p:nvPr/>
          </p:nvSpPr>
          <p:spPr>
            <a:xfrm>
              <a:off x="7329754" y="1782131"/>
              <a:ext cx="740961" cy="1072675"/>
            </a:xfrm>
            <a:custGeom>
              <a:avLst/>
              <a:gdLst/>
              <a:ahLst/>
              <a:cxnLst/>
              <a:rect l="l" t="t" r="r" b="b"/>
              <a:pathLst>
                <a:path w="5957" h="8624" extrusionOk="0">
                  <a:moveTo>
                    <a:pt x="4532" y="0"/>
                  </a:moveTo>
                  <a:cubicBezTo>
                    <a:pt x="3946" y="0"/>
                    <a:pt x="3623" y="1198"/>
                    <a:pt x="3603" y="2356"/>
                  </a:cubicBezTo>
                  <a:cubicBezTo>
                    <a:pt x="3591" y="2987"/>
                    <a:pt x="3638" y="4852"/>
                    <a:pt x="3639" y="5691"/>
                  </a:cubicBezTo>
                  <a:cubicBezTo>
                    <a:pt x="2583" y="5982"/>
                    <a:pt x="1" y="7047"/>
                    <a:pt x="1" y="7047"/>
                  </a:cubicBezTo>
                  <a:cubicBezTo>
                    <a:pt x="1" y="7047"/>
                    <a:pt x="346" y="7108"/>
                    <a:pt x="527" y="7558"/>
                  </a:cubicBezTo>
                  <a:cubicBezTo>
                    <a:pt x="770" y="8162"/>
                    <a:pt x="775" y="8616"/>
                    <a:pt x="775" y="8616"/>
                  </a:cubicBezTo>
                  <a:cubicBezTo>
                    <a:pt x="775" y="8616"/>
                    <a:pt x="983" y="8623"/>
                    <a:pt x="1296" y="8623"/>
                  </a:cubicBezTo>
                  <a:cubicBezTo>
                    <a:pt x="1881" y="8623"/>
                    <a:pt x="2832" y="8597"/>
                    <a:pt x="3481" y="8443"/>
                  </a:cubicBezTo>
                  <a:cubicBezTo>
                    <a:pt x="5225" y="8032"/>
                    <a:pt x="5497" y="7456"/>
                    <a:pt x="5497" y="7456"/>
                  </a:cubicBezTo>
                  <a:cubicBezTo>
                    <a:pt x="5686" y="7337"/>
                    <a:pt x="5689" y="6569"/>
                    <a:pt x="5772" y="6010"/>
                  </a:cubicBezTo>
                  <a:cubicBezTo>
                    <a:pt x="5808" y="5762"/>
                    <a:pt x="5956" y="2880"/>
                    <a:pt x="5853" y="1949"/>
                  </a:cubicBezTo>
                  <a:cubicBezTo>
                    <a:pt x="5692" y="507"/>
                    <a:pt x="5170" y="88"/>
                    <a:pt x="4596" y="5"/>
                  </a:cubicBezTo>
                  <a:cubicBezTo>
                    <a:pt x="4574" y="2"/>
                    <a:pt x="4553"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4" name="Google Shape;304;p28">
              <a:extLst>
                <a:ext uri="{FF2B5EF4-FFF2-40B4-BE49-F238E27FC236}">
                  <a16:creationId xmlns:a16="http://schemas.microsoft.com/office/drawing/2014/main" id="{4705DF6D-BA51-0108-6915-93C5CCED6E1D}"/>
                </a:ext>
              </a:extLst>
            </p:cNvPr>
            <p:cNvSpPr/>
            <p:nvPr/>
          </p:nvSpPr>
          <p:spPr>
            <a:xfrm>
              <a:off x="6264913" y="2215978"/>
              <a:ext cx="153491" cy="239063"/>
            </a:xfrm>
            <a:custGeom>
              <a:avLst/>
              <a:gdLst/>
              <a:ahLst/>
              <a:cxnLst/>
              <a:rect l="l" t="t" r="r" b="b"/>
              <a:pathLst>
                <a:path w="1234" h="1922" extrusionOk="0">
                  <a:moveTo>
                    <a:pt x="212" y="0"/>
                  </a:moveTo>
                  <a:cubicBezTo>
                    <a:pt x="56" y="0"/>
                    <a:pt x="32" y="142"/>
                    <a:pt x="32" y="307"/>
                  </a:cubicBezTo>
                  <a:cubicBezTo>
                    <a:pt x="32" y="578"/>
                    <a:pt x="0" y="707"/>
                    <a:pt x="33" y="1029"/>
                  </a:cubicBezTo>
                  <a:cubicBezTo>
                    <a:pt x="53" y="1242"/>
                    <a:pt x="133" y="1396"/>
                    <a:pt x="224" y="1455"/>
                  </a:cubicBezTo>
                  <a:lnTo>
                    <a:pt x="617" y="1681"/>
                  </a:lnTo>
                  <a:lnTo>
                    <a:pt x="1011" y="1907"/>
                  </a:lnTo>
                  <a:cubicBezTo>
                    <a:pt x="1030" y="1917"/>
                    <a:pt x="1049" y="1922"/>
                    <a:pt x="1066" y="1922"/>
                  </a:cubicBezTo>
                  <a:cubicBezTo>
                    <a:pt x="1133" y="1922"/>
                    <a:pt x="1186" y="1851"/>
                    <a:pt x="1202" y="1702"/>
                  </a:cubicBezTo>
                  <a:cubicBezTo>
                    <a:pt x="1233" y="1415"/>
                    <a:pt x="1202" y="1252"/>
                    <a:pt x="1200" y="979"/>
                  </a:cubicBezTo>
                  <a:cubicBezTo>
                    <a:pt x="1200" y="721"/>
                    <a:pt x="1155" y="464"/>
                    <a:pt x="615" y="153"/>
                  </a:cubicBezTo>
                  <a:cubicBezTo>
                    <a:pt x="427" y="44"/>
                    <a:pt x="299" y="0"/>
                    <a:pt x="2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5" name="Google Shape;305;p28">
              <a:extLst>
                <a:ext uri="{FF2B5EF4-FFF2-40B4-BE49-F238E27FC236}">
                  <a16:creationId xmlns:a16="http://schemas.microsoft.com/office/drawing/2014/main" id="{70208077-39F1-2583-4571-EF741977A4C9}"/>
                </a:ext>
              </a:extLst>
            </p:cNvPr>
            <p:cNvSpPr/>
            <p:nvPr/>
          </p:nvSpPr>
          <p:spPr>
            <a:xfrm>
              <a:off x="6376111" y="2439867"/>
              <a:ext cx="14677" cy="27862"/>
            </a:xfrm>
            <a:custGeom>
              <a:avLst/>
              <a:gdLst/>
              <a:ahLst/>
              <a:cxnLst/>
              <a:rect l="l" t="t" r="r" b="b"/>
              <a:pathLst>
                <a:path w="118" h="224" extrusionOk="0">
                  <a:moveTo>
                    <a:pt x="0" y="0"/>
                  </a:moveTo>
                  <a:lnTo>
                    <a:pt x="0" y="156"/>
                  </a:lnTo>
                  <a:lnTo>
                    <a:pt x="117" y="223"/>
                  </a:lnTo>
                  <a:lnTo>
                    <a:pt x="117" y="67"/>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6" name="Google Shape;306;p28">
              <a:extLst>
                <a:ext uri="{FF2B5EF4-FFF2-40B4-BE49-F238E27FC236}">
                  <a16:creationId xmlns:a16="http://schemas.microsoft.com/office/drawing/2014/main" id="{6BCCCA70-C88D-1D6C-1C60-D3AFF1C82267}"/>
                </a:ext>
              </a:extLst>
            </p:cNvPr>
            <p:cNvSpPr/>
            <p:nvPr/>
          </p:nvSpPr>
          <p:spPr>
            <a:xfrm>
              <a:off x="6348499" y="2423821"/>
              <a:ext cx="14677" cy="27862"/>
            </a:xfrm>
            <a:custGeom>
              <a:avLst/>
              <a:gdLst/>
              <a:ahLst/>
              <a:cxnLst/>
              <a:rect l="l" t="t" r="r" b="b"/>
              <a:pathLst>
                <a:path w="118" h="224" extrusionOk="0">
                  <a:moveTo>
                    <a:pt x="0" y="1"/>
                  </a:moveTo>
                  <a:lnTo>
                    <a:pt x="0" y="156"/>
                  </a:lnTo>
                  <a:lnTo>
                    <a:pt x="117" y="224"/>
                  </a:lnTo>
                  <a:lnTo>
                    <a:pt x="116" y="68"/>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7" name="Google Shape;307;p28">
              <a:extLst>
                <a:ext uri="{FF2B5EF4-FFF2-40B4-BE49-F238E27FC236}">
                  <a16:creationId xmlns:a16="http://schemas.microsoft.com/office/drawing/2014/main" id="{3D2C22C8-13E7-A9F0-E7AE-7C74F5E2F6FD}"/>
                </a:ext>
              </a:extLst>
            </p:cNvPr>
            <p:cNvSpPr/>
            <p:nvPr/>
          </p:nvSpPr>
          <p:spPr>
            <a:xfrm>
              <a:off x="6320761" y="2407900"/>
              <a:ext cx="14677" cy="27862"/>
            </a:xfrm>
            <a:custGeom>
              <a:avLst/>
              <a:gdLst/>
              <a:ahLst/>
              <a:cxnLst/>
              <a:rect l="l" t="t" r="r" b="b"/>
              <a:pathLst>
                <a:path w="118" h="224" extrusionOk="0">
                  <a:moveTo>
                    <a:pt x="0" y="0"/>
                  </a:moveTo>
                  <a:lnTo>
                    <a:pt x="0" y="157"/>
                  </a:lnTo>
                  <a:lnTo>
                    <a:pt x="118" y="223"/>
                  </a:lnTo>
                  <a:lnTo>
                    <a:pt x="118" y="68"/>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8" name="Google Shape;308;p28">
              <a:extLst>
                <a:ext uri="{FF2B5EF4-FFF2-40B4-BE49-F238E27FC236}">
                  <a16:creationId xmlns:a16="http://schemas.microsoft.com/office/drawing/2014/main" id="{55313718-1A61-002A-BFEA-1F484B64669A}"/>
                </a:ext>
              </a:extLst>
            </p:cNvPr>
            <p:cNvSpPr/>
            <p:nvPr/>
          </p:nvSpPr>
          <p:spPr>
            <a:xfrm>
              <a:off x="6362056" y="2460390"/>
              <a:ext cx="14677" cy="27862"/>
            </a:xfrm>
            <a:custGeom>
              <a:avLst/>
              <a:gdLst/>
              <a:ahLst/>
              <a:cxnLst/>
              <a:rect l="l" t="t" r="r" b="b"/>
              <a:pathLst>
                <a:path w="118" h="224" extrusionOk="0">
                  <a:moveTo>
                    <a:pt x="1" y="1"/>
                  </a:moveTo>
                  <a:lnTo>
                    <a:pt x="1" y="157"/>
                  </a:lnTo>
                  <a:lnTo>
                    <a:pt x="118" y="224"/>
                  </a:lnTo>
                  <a:lnTo>
                    <a:pt x="118" y="68"/>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09" name="Google Shape;309;p28">
              <a:extLst>
                <a:ext uri="{FF2B5EF4-FFF2-40B4-BE49-F238E27FC236}">
                  <a16:creationId xmlns:a16="http://schemas.microsoft.com/office/drawing/2014/main" id="{9EE591B7-426E-DBB7-4F69-A0283F1D7AA8}"/>
                </a:ext>
              </a:extLst>
            </p:cNvPr>
            <p:cNvSpPr/>
            <p:nvPr/>
          </p:nvSpPr>
          <p:spPr>
            <a:xfrm>
              <a:off x="6334443" y="2444593"/>
              <a:ext cx="14677" cy="27862"/>
            </a:xfrm>
            <a:custGeom>
              <a:avLst/>
              <a:gdLst/>
              <a:ahLst/>
              <a:cxnLst/>
              <a:rect l="l" t="t" r="r" b="b"/>
              <a:pathLst>
                <a:path w="118" h="224" extrusionOk="0">
                  <a:moveTo>
                    <a:pt x="1" y="0"/>
                  </a:moveTo>
                  <a:lnTo>
                    <a:pt x="1" y="156"/>
                  </a:lnTo>
                  <a:lnTo>
                    <a:pt x="118" y="223"/>
                  </a:lnTo>
                  <a:lnTo>
                    <a:pt x="117"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0" name="Google Shape;310;p28">
              <a:extLst>
                <a:ext uri="{FF2B5EF4-FFF2-40B4-BE49-F238E27FC236}">
                  <a16:creationId xmlns:a16="http://schemas.microsoft.com/office/drawing/2014/main" id="{DF14E194-791D-7617-8422-3A90971D6107}"/>
                </a:ext>
              </a:extLst>
            </p:cNvPr>
            <p:cNvSpPr/>
            <p:nvPr/>
          </p:nvSpPr>
          <p:spPr>
            <a:xfrm>
              <a:off x="6306706" y="2428672"/>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1" name="Google Shape;311;p28">
              <a:extLst>
                <a:ext uri="{FF2B5EF4-FFF2-40B4-BE49-F238E27FC236}">
                  <a16:creationId xmlns:a16="http://schemas.microsoft.com/office/drawing/2014/main" id="{0576AA00-D027-8059-EE20-664FF94E3C56}"/>
                </a:ext>
              </a:extLst>
            </p:cNvPr>
            <p:cNvSpPr/>
            <p:nvPr/>
          </p:nvSpPr>
          <p:spPr>
            <a:xfrm>
              <a:off x="6293148" y="2392104"/>
              <a:ext cx="14677" cy="27862"/>
            </a:xfrm>
            <a:custGeom>
              <a:avLst/>
              <a:gdLst/>
              <a:ahLst/>
              <a:cxnLst/>
              <a:rect l="l" t="t" r="r" b="b"/>
              <a:pathLst>
                <a:path w="118" h="224" extrusionOk="0">
                  <a:moveTo>
                    <a:pt x="1" y="0"/>
                  </a:moveTo>
                  <a:lnTo>
                    <a:pt x="1" y="156"/>
                  </a:lnTo>
                  <a:lnTo>
                    <a:pt x="118" y="223"/>
                  </a:lnTo>
                  <a:lnTo>
                    <a:pt x="118" y="68"/>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2" name="Google Shape;312;p28">
              <a:extLst>
                <a:ext uri="{FF2B5EF4-FFF2-40B4-BE49-F238E27FC236}">
                  <a16:creationId xmlns:a16="http://schemas.microsoft.com/office/drawing/2014/main" id="{14F67B04-D5E4-F611-2A5B-BF49C1626FD1}"/>
                </a:ext>
              </a:extLst>
            </p:cNvPr>
            <p:cNvSpPr/>
            <p:nvPr/>
          </p:nvSpPr>
          <p:spPr>
            <a:xfrm>
              <a:off x="6359693" y="2333395"/>
              <a:ext cx="36072" cy="60326"/>
            </a:xfrm>
            <a:custGeom>
              <a:avLst/>
              <a:gdLst/>
              <a:ahLst/>
              <a:cxnLst/>
              <a:rect l="l" t="t" r="r" b="b"/>
              <a:pathLst>
                <a:path w="290" h="485" extrusionOk="0">
                  <a:moveTo>
                    <a:pt x="61" y="0"/>
                  </a:moveTo>
                  <a:cubicBezTo>
                    <a:pt x="9" y="0"/>
                    <a:pt x="0" y="69"/>
                    <a:pt x="0" y="187"/>
                  </a:cubicBezTo>
                  <a:cubicBezTo>
                    <a:pt x="2" y="345"/>
                    <a:pt x="53" y="397"/>
                    <a:pt x="136" y="443"/>
                  </a:cubicBezTo>
                  <a:cubicBezTo>
                    <a:pt x="171" y="463"/>
                    <a:pt x="205" y="484"/>
                    <a:pt x="231" y="484"/>
                  </a:cubicBezTo>
                  <a:cubicBezTo>
                    <a:pt x="267" y="484"/>
                    <a:pt x="290" y="448"/>
                    <a:pt x="290" y="327"/>
                  </a:cubicBezTo>
                  <a:cubicBezTo>
                    <a:pt x="289" y="206"/>
                    <a:pt x="267" y="103"/>
                    <a:pt x="131" y="25"/>
                  </a:cubicBezTo>
                  <a:cubicBezTo>
                    <a:pt x="101" y="8"/>
                    <a:pt x="78" y="0"/>
                    <a:pt x="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3" name="Google Shape;313;p28">
              <a:extLst>
                <a:ext uri="{FF2B5EF4-FFF2-40B4-BE49-F238E27FC236}">
                  <a16:creationId xmlns:a16="http://schemas.microsoft.com/office/drawing/2014/main" id="{866C8C81-9B80-9D3F-F353-25EE6A7CB904}"/>
                </a:ext>
              </a:extLst>
            </p:cNvPr>
            <p:cNvSpPr/>
            <p:nvPr/>
          </p:nvSpPr>
          <p:spPr>
            <a:xfrm>
              <a:off x="6286805" y="2292598"/>
              <a:ext cx="36072" cy="59206"/>
            </a:xfrm>
            <a:custGeom>
              <a:avLst/>
              <a:gdLst/>
              <a:ahLst/>
              <a:cxnLst/>
              <a:rect l="l" t="t" r="r" b="b"/>
              <a:pathLst>
                <a:path w="290" h="476" extrusionOk="0">
                  <a:moveTo>
                    <a:pt x="69" y="0"/>
                  </a:moveTo>
                  <a:cubicBezTo>
                    <a:pt x="12" y="0"/>
                    <a:pt x="1" y="65"/>
                    <a:pt x="1" y="152"/>
                  </a:cubicBezTo>
                  <a:cubicBezTo>
                    <a:pt x="1" y="364"/>
                    <a:pt x="73" y="398"/>
                    <a:pt x="155" y="446"/>
                  </a:cubicBezTo>
                  <a:cubicBezTo>
                    <a:pt x="186" y="463"/>
                    <a:pt x="212" y="475"/>
                    <a:pt x="234" y="475"/>
                  </a:cubicBezTo>
                  <a:cubicBezTo>
                    <a:pt x="269" y="475"/>
                    <a:pt x="289" y="442"/>
                    <a:pt x="289" y="343"/>
                  </a:cubicBezTo>
                  <a:cubicBezTo>
                    <a:pt x="289" y="185"/>
                    <a:pt x="275" y="99"/>
                    <a:pt x="159" y="32"/>
                  </a:cubicBezTo>
                  <a:cubicBezTo>
                    <a:pt x="120" y="10"/>
                    <a:pt x="91" y="0"/>
                    <a:pt x="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4" name="Google Shape;314;p28">
              <a:extLst>
                <a:ext uri="{FF2B5EF4-FFF2-40B4-BE49-F238E27FC236}">
                  <a16:creationId xmlns:a16="http://schemas.microsoft.com/office/drawing/2014/main" id="{1B8082E6-CCBA-96C6-3EDC-DBBCB7BC4CC9}"/>
                </a:ext>
              </a:extLst>
            </p:cNvPr>
            <p:cNvSpPr/>
            <p:nvPr/>
          </p:nvSpPr>
          <p:spPr>
            <a:xfrm>
              <a:off x="6329468" y="2368471"/>
              <a:ext cx="24504" cy="39678"/>
            </a:xfrm>
            <a:custGeom>
              <a:avLst/>
              <a:gdLst/>
              <a:ahLst/>
              <a:cxnLst/>
              <a:rect l="l" t="t" r="r" b="b"/>
              <a:pathLst>
                <a:path w="197" h="319" extrusionOk="0">
                  <a:moveTo>
                    <a:pt x="79" y="1"/>
                  </a:moveTo>
                  <a:cubicBezTo>
                    <a:pt x="27" y="1"/>
                    <a:pt x="0" y="127"/>
                    <a:pt x="0" y="177"/>
                  </a:cubicBezTo>
                  <a:cubicBezTo>
                    <a:pt x="0" y="232"/>
                    <a:pt x="72" y="277"/>
                    <a:pt x="98" y="292"/>
                  </a:cubicBezTo>
                  <a:cubicBezTo>
                    <a:pt x="114" y="301"/>
                    <a:pt x="147" y="319"/>
                    <a:pt x="170" y="319"/>
                  </a:cubicBezTo>
                  <a:cubicBezTo>
                    <a:pt x="185" y="319"/>
                    <a:pt x="196" y="311"/>
                    <a:pt x="196" y="289"/>
                  </a:cubicBezTo>
                  <a:cubicBezTo>
                    <a:pt x="196" y="234"/>
                    <a:pt x="162" y="44"/>
                    <a:pt x="98" y="7"/>
                  </a:cubicBezTo>
                  <a:cubicBezTo>
                    <a:pt x="91" y="3"/>
                    <a:pt x="85"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5" name="Google Shape;315;p28">
              <a:extLst>
                <a:ext uri="{FF2B5EF4-FFF2-40B4-BE49-F238E27FC236}">
                  <a16:creationId xmlns:a16="http://schemas.microsoft.com/office/drawing/2014/main" id="{D9711751-E23C-C382-6CB8-68C7D1DDC8DC}"/>
                </a:ext>
              </a:extLst>
            </p:cNvPr>
            <p:cNvSpPr/>
            <p:nvPr/>
          </p:nvSpPr>
          <p:spPr>
            <a:xfrm>
              <a:off x="6306706" y="2445588"/>
              <a:ext cx="70029" cy="51246"/>
            </a:xfrm>
            <a:custGeom>
              <a:avLst/>
              <a:gdLst/>
              <a:ahLst/>
              <a:cxnLst/>
              <a:rect l="l" t="t" r="r" b="b"/>
              <a:pathLst>
                <a:path w="563" h="412" extrusionOk="0">
                  <a:moveTo>
                    <a:pt x="1" y="0"/>
                  </a:moveTo>
                  <a:lnTo>
                    <a:pt x="1" y="0"/>
                  </a:lnTo>
                  <a:cubicBezTo>
                    <a:pt x="2" y="67"/>
                    <a:pt x="31" y="139"/>
                    <a:pt x="68" y="159"/>
                  </a:cubicBezTo>
                  <a:lnTo>
                    <a:pt x="496" y="406"/>
                  </a:lnTo>
                  <a:cubicBezTo>
                    <a:pt x="503" y="410"/>
                    <a:pt x="510" y="412"/>
                    <a:pt x="516" y="412"/>
                  </a:cubicBezTo>
                  <a:cubicBezTo>
                    <a:pt x="543" y="412"/>
                    <a:pt x="563" y="377"/>
                    <a:pt x="563" y="324"/>
                  </a:cubicBez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6" name="Google Shape;316;p28">
              <a:extLst>
                <a:ext uri="{FF2B5EF4-FFF2-40B4-BE49-F238E27FC236}">
                  <a16:creationId xmlns:a16="http://schemas.microsoft.com/office/drawing/2014/main" id="{3BEEC035-C4A4-1DB1-61CC-A9253264FCA9}"/>
                </a:ext>
              </a:extLst>
            </p:cNvPr>
            <p:cNvSpPr/>
            <p:nvPr/>
          </p:nvSpPr>
          <p:spPr>
            <a:xfrm>
              <a:off x="6170507" y="2101546"/>
              <a:ext cx="89682" cy="149632"/>
            </a:xfrm>
            <a:custGeom>
              <a:avLst/>
              <a:gdLst/>
              <a:ahLst/>
              <a:cxnLst/>
              <a:rect l="l" t="t" r="r" b="b"/>
              <a:pathLst>
                <a:path w="721" h="1203" extrusionOk="0">
                  <a:moveTo>
                    <a:pt x="191" y="0"/>
                  </a:moveTo>
                  <a:cubicBezTo>
                    <a:pt x="173" y="0"/>
                    <a:pt x="159" y="7"/>
                    <a:pt x="150" y="19"/>
                  </a:cubicBezTo>
                  <a:cubicBezTo>
                    <a:pt x="94" y="94"/>
                    <a:pt x="158" y="184"/>
                    <a:pt x="170" y="220"/>
                  </a:cubicBezTo>
                  <a:cubicBezTo>
                    <a:pt x="152" y="205"/>
                    <a:pt x="107" y="158"/>
                    <a:pt x="68" y="158"/>
                  </a:cubicBezTo>
                  <a:cubicBezTo>
                    <a:pt x="54" y="158"/>
                    <a:pt x="41" y="164"/>
                    <a:pt x="29" y="179"/>
                  </a:cubicBezTo>
                  <a:cubicBezTo>
                    <a:pt x="0" y="218"/>
                    <a:pt x="8" y="345"/>
                    <a:pt x="90" y="469"/>
                  </a:cubicBezTo>
                  <a:cubicBezTo>
                    <a:pt x="157" y="570"/>
                    <a:pt x="227" y="592"/>
                    <a:pt x="278" y="592"/>
                  </a:cubicBezTo>
                  <a:cubicBezTo>
                    <a:pt x="291" y="592"/>
                    <a:pt x="303" y="591"/>
                    <a:pt x="313" y="589"/>
                  </a:cubicBezTo>
                  <a:lnTo>
                    <a:pt x="721" y="1202"/>
                  </a:lnTo>
                  <a:lnTo>
                    <a:pt x="720" y="898"/>
                  </a:lnTo>
                  <a:lnTo>
                    <a:pt x="420" y="446"/>
                  </a:lnTo>
                  <a:cubicBezTo>
                    <a:pt x="431" y="378"/>
                    <a:pt x="436" y="251"/>
                    <a:pt x="351" y="124"/>
                  </a:cubicBezTo>
                  <a:cubicBezTo>
                    <a:pt x="294" y="36"/>
                    <a:pt x="233"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7" name="Google Shape;317;p28">
              <a:extLst>
                <a:ext uri="{FF2B5EF4-FFF2-40B4-BE49-F238E27FC236}">
                  <a16:creationId xmlns:a16="http://schemas.microsoft.com/office/drawing/2014/main" id="{79B43C4C-9268-E6C7-33B7-1B0D8A616B8B}"/>
                </a:ext>
              </a:extLst>
            </p:cNvPr>
            <p:cNvSpPr/>
            <p:nvPr/>
          </p:nvSpPr>
          <p:spPr>
            <a:xfrm>
              <a:off x="6170631" y="2317599"/>
              <a:ext cx="89682" cy="82466"/>
            </a:xfrm>
            <a:custGeom>
              <a:avLst/>
              <a:gdLst/>
              <a:ahLst/>
              <a:cxnLst/>
              <a:rect l="l" t="t" r="r" b="b"/>
              <a:pathLst>
                <a:path w="721" h="663" extrusionOk="0">
                  <a:moveTo>
                    <a:pt x="720" y="0"/>
                  </a:moveTo>
                  <a:lnTo>
                    <a:pt x="314" y="147"/>
                  </a:lnTo>
                  <a:cubicBezTo>
                    <a:pt x="272" y="88"/>
                    <a:pt x="197" y="3"/>
                    <a:pt x="122" y="3"/>
                  </a:cubicBezTo>
                  <a:cubicBezTo>
                    <a:pt x="111" y="3"/>
                    <a:pt x="101" y="4"/>
                    <a:pt x="90" y="8"/>
                  </a:cubicBezTo>
                  <a:cubicBezTo>
                    <a:pt x="8" y="37"/>
                    <a:pt x="0" y="154"/>
                    <a:pt x="31" y="230"/>
                  </a:cubicBezTo>
                  <a:cubicBezTo>
                    <a:pt x="73" y="335"/>
                    <a:pt x="147" y="342"/>
                    <a:pt x="171" y="350"/>
                  </a:cubicBezTo>
                  <a:cubicBezTo>
                    <a:pt x="159" y="372"/>
                    <a:pt x="95" y="388"/>
                    <a:pt x="152" y="528"/>
                  </a:cubicBezTo>
                  <a:cubicBezTo>
                    <a:pt x="178" y="593"/>
                    <a:pt x="247" y="662"/>
                    <a:pt x="317" y="662"/>
                  </a:cubicBezTo>
                  <a:cubicBezTo>
                    <a:pt x="329" y="662"/>
                    <a:pt x="341" y="660"/>
                    <a:pt x="353" y="656"/>
                  </a:cubicBezTo>
                  <a:cubicBezTo>
                    <a:pt x="437" y="625"/>
                    <a:pt x="433" y="492"/>
                    <a:pt x="421" y="412"/>
                  </a:cubicBezTo>
                  <a:lnTo>
                    <a:pt x="721" y="304"/>
                  </a:lnTo>
                  <a:lnTo>
                    <a:pt x="7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8" name="Google Shape;318;p28">
              <a:extLst>
                <a:ext uri="{FF2B5EF4-FFF2-40B4-BE49-F238E27FC236}">
                  <a16:creationId xmlns:a16="http://schemas.microsoft.com/office/drawing/2014/main" id="{9C62D521-A67A-A524-8C3A-4E298736CCB0}"/>
                </a:ext>
              </a:extLst>
            </p:cNvPr>
            <p:cNvSpPr/>
            <p:nvPr/>
          </p:nvSpPr>
          <p:spPr>
            <a:xfrm>
              <a:off x="6422631" y="2262248"/>
              <a:ext cx="89682" cy="82466"/>
            </a:xfrm>
            <a:custGeom>
              <a:avLst/>
              <a:gdLst/>
              <a:ahLst/>
              <a:cxnLst/>
              <a:rect l="l" t="t" r="r" b="b"/>
              <a:pathLst>
                <a:path w="721" h="663" extrusionOk="0">
                  <a:moveTo>
                    <a:pt x="404" y="1"/>
                  </a:moveTo>
                  <a:cubicBezTo>
                    <a:pt x="392" y="1"/>
                    <a:pt x="380" y="3"/>
                    <a:pt x="368" y="7"/>
                  </a:cubicBezTo>
                  <a:cubicBezTo>
                    <a:pt x="284" y="38"/>
                    <a:pt x="288" y="170"/>
                    <a:pt x="300" y="250"/>
                  </a:cubicBezTo>
                  <a:lnTo>
                    <a:pt x="0" y="358"/>
                  </a:lnTo>
                  <a:lnTo>
                    <a:pt x="1" y="662"/>
                  </a:lnTo>
                  <a:lnTo>
                    <a:pt x="407" y="516"/>
                  </a:lnTo>
                  <a:cubicBezTo>
                    <a:pt x="449" y="574"/>
                    <a:pt x="524" y="660"/>
                    <a:pt x="599" y="660"/>
                  </a:cubicBezTo>
                  <a:cubicBezTo>
                    <a:pt x="610" y="660"/>
                    <a:pt x="620" y="658"/>
                    <a:pt x="631" y="655"/>
                  </a:cubicBezTo>
                  <a:cubicBezTo>
                    <a:pt x="713" y="625"/>
                    <a:pt x="721" y="508"/>
                    <a:pt x="690" y="433"/>
                  </a:cubicBezTo>
                  <a:cubicBezTo>
                    <a:pt x="648" y="328"/>
                    <a:pt x="574" y="320"/>
                    <a:pt x="550" y="312"/>
                  </a:cubicBezTo>
                  <a:cubicBezTo>
                    <a:pt x="562" y="292"/>
                    <a:pt x="626" y="275"/>
                    <a:pt x="569" y="134"/>
                  </a:cubicBezTo>
                  <a:cubicBezTo>
                    <a:pt x="543" y="71"/>
                    <a:pt x="474" y="1"/>
                    <a:pt x="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19" name="Google Shape;319;p28">
              <a:extLst>
                <a:ext uri="{FF2B5EF4-FFF2-40B4-BE49-F238E27FC236}">
                  <a16:creationId xmlns:a16="http://schemas.microsoft.com/office/drawing/2014/main" id="{4714709B-63D3-D695-7E26-F570AA6499A2}"/>
                </a:ext>
              </a:extLst>
            </p:cNvPr>
            <p:cNvSpPr/>
            <p:nvPr/>
          </p:nvSpPr>
          <p:spPr>
            <a:xfrm>
              <a:off x="6422755" y="2411134"/>
              <a:ext cx="89806" cy="149632"/>
            </a:xfrm>
            <a:custGeom>
              <a:avLst/>
              <a:gdLst/>
              <a:ahLst/>
              <a:cxnLst/>
              <a:rect l="l" t="t" r="r" b="b"/>
              <a:pathLst>
                <a:path w="722" h="1203" extrusionOk="0">
                  <a:moveTo>
                    <a:pt x="0" y="0"/>
                  </a:moveTo>
                  <a:lnTo>
                    <a:pt x="1" y="304"/>
                  </a:lnTo>
                  <a:lnTo>
                    <a:pt x="301" y="757"/>
                  </a:lnTo>
                  <a:cubicBezTo>
                    <a:pt x="290" y="825"/>
                    <a:pt x="285" y="952"/>
                    <a:pt x="370" y="1079"/>
                  </a:cubicBezTo>
                  <a:cubicBezTo>
                    <a:pt x="427" y="1167"/>
                    <a:pt x="488" y="1202"/>
                    <a:pt x="530" y="1202"/>
                  </a:cubicBezTo>
                  <a:cubicBezTo>
                    <a:pt x="548" y="1202"/>
                    <a:pt x="562" y="1196"/>
                    <a:pt x="571" y="1184"/>
                  </a:cubicBezTo>
                  <a:cubicBezTo>
                    <a:pt x="627" y="1108"/>
                    <a:pt x="564" y="1018"/>
                    <a:pt x="551" y="982"/>
                  </a:cubicBezTo>
                  <a:lnTo>
                    <a:pt x="551" y="982"/>
                  </a:lnTo>
                  <a:cubicBezTo>
                    <a:pt x="569" y="998"/>
                    <a:pt x="614" y="1044"/>
                    <a:pt x="653" y="1044"/>
                  </a:cubicBezTo>
                  <a:cubicBezTo>
                    <a:pt x="667" y="1044"/>
                    <a:pt x="680" y="1039"/>
                    <a:pt x="692" y="1024"/>
                  </a:cubicBezTo>
                  <a:cubicBezTo>
                    <a:pt x="722" y="985"/>
                    <a:pt x="713" y="857"/>
                    <a:pt x="631" y="733"/>
                  </a:cubicBezTo>
                  <a:cubicBezTo>
                    <a:pt x="565" y="634"/>
                    <a:pt x="495" y="611"/>
                    <a:pt x="445" y="611"/>
                  </a:cubicBezTo>
                  <a:cubicBezTo>
                    <a:pt x="431" y="611"/>
                    <a:pt x="418" y="613"/>
                    <a:pt x="408" y="615"/>
                  </a:cubicBez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0" name="Google Shape;320;p28">
              <a:extLst>
                <a:ext uri="{FF2B5EF4-FFF2-40B4-BE49-F238E27FC236}">
                  <a16:creationId xmlns:a16="http://schemas.microsoft.com/office/drawing/2014/main" id="{C5C724F5-A778-B3DC-9417-C734CCF21A7E}"/>
                </a:ext>
              </a:extLst>
            </p:cNvPr>
            <p:cNvSpPr/>
            <p:nvPr/>
          </p:nvSpPr>
          <p:spPr>
            <a:xfrm>
              <a:off x="7152633" y="3663170"/>
              <a:ext cx="1011748" cy="1326042"/>
            </a:xfrm>
            <a:custGeom>
              <a:avLst/>
              <a:gdLst/>
              <a:ahLst/>
              <a:cxnLst/>
              <a:rect l="l" t="t" r="r" b="b"/>
              <a:pathLst>
                <a:path w="8134" h="10661" extrusionOk="0">
                  <a:moveTo>
                    <a:pt x="271" y="1"/>
                  </a:moveTo>
                  <a:cubicBezTo>
                    <a:pt x="112" y="1"/>
                    <a:pt x="0" y="148"/>
                    <a:pt x="0" y="393"/>
                  </a:cubicBezTo>
                  <a:lnTo>
                    <a:pt x="0" y="5572"/>
                  </a:lnTo>
                  <a:cubicBezTo>
                    <a:pt x="0" y="5901"/>
                    <a:pt x="202" y="6286"/>
                    <a:pt x="448" y="6428"/>
                  </a:cubicBezTo>
                  <a:lnTo>
                    <a:pt x="7685" y="10607"/>
                  </a:lnTo>
                  <a:cubicBezTo>
                    <a:pt x="7748" y="10643"/>
                    <a:pt x="7808" y="10660"/>
                    <a:pt x="7862" y="10660"/>
                  </a:cubicBezTo>
                  <a:cubicBezTo>
                    <a:pt x="8022" y="10660"/>
                    <a:pt x="8134" y="10513"/>
                    <a:pt x="8134" y="10268"/>
                  </a:cubicBezTo>
                  <a:lnTo>
                    <a:pt x="8134" y="5090"/>
                  </a:lnTo>
                  <a:cubicBezTo>
                    <a:pt x="8134" y="4761"/>
                    <a:pt x="7932" y="4375"/>
                    <a:pt x="7685" y="4233"/>
                  </a:cubicBezTo>
                  <a:lnTo>
                    <a:pt x="448" y="54"/>
                  </a:lnTo>
                  <a:cubicBezTo>
                    <a:pt x="385" y="18"/>
                    <a:pt x="326" y="1"/>
                    <a:pt x="2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1" name="Google Shape;321;p28">
              <a:extLst>
                <a:ext uri="{FF2B5EF4-FFF2-40B4-BE49-F238E27FC236}">
                  <a16:creationId xmlns:a16="http://schemas.microsoft.com/office/drawing/2014/main" id="{B5C4D2D4-D21B-F9C4-1E9C-D5941932B118}"/>
                </a:ext>
              </a:extLst>
            </p:cNvPr>
            <p:cNvSpPr/>
            <p:nvPr/>
          </p:nvSpPr>
          <p:spPr>
            <a:xfrm>
              <a:off x="7112457" y="3666778"/>
              <a:ext cx="114559" cy="106845"/>
            </a:xfrm>
            <a:custGeom>
              <a:avLst/>
              <a:gdLst/>
              <a:ahLst/>
              <a:cxnLst/>
              <a:rect l="l" t="t" r="r" b="b"/>
              <a:pathLst>
                <a:path w="921" h="859" extrusionOk="0">
                  <a:moveTo>
                    <a:pt x="481" y="0"/>
                  </a:moveTo>
                  <a:lnTo>
                    <a:pt x="1" y="274"/>
                  </a:lnTo>
                  <a:lnTo>
                    <a:pt x="921" y="859"/>
                  </a:lnTo>
                  <a:lnTo>
                    <a:pt x="48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2" name="Google Shape;322;p28">
              <a:extLst>
                <a:ext uri="{FF2B5EF4-FFF2-40B4-BE49-F238E27FC236}">
                  <a16:creationId xmlns:a16="http://schemas.microsoft.com/office/drawing/2014/main" id="{3E93ECBA-CA1D-921F-7176-15776DFAA3DF}"/>
                </a:ext>
              </a:extLst>
            </p:cNvPr>
            <p:cNvSpPr/>
            <p:nvPr/>
          </p:nvSpPr>
          <p:spPr>
            <a:xfrm>
              <a:off x="7093924" y="3696381"/>
              <a:ext cx="1011872" cy="1326042"/>
            </a:xfrm>
            <a:custGeom>
              <a:avLst/>
              <a:gdLst/>
              <a:ahLst/>
              <a:cxnLst/>
              <a:rect l="l" t="t" r="r" b="b"/>
              <a:pathLst>
                <a:path w="8135" h="10661" extrusionOk="0">
                  <a:moveTo>
                    <a:pt x="272" y="1"/>
                  </a:moveTo>
                  <a:cubicBezTo>
                    <a:pt x="112" y="1"/>
                    <a:pt x="0" y="148"/>
                    <a:pt x="0" y="393"/>
                  </a:cubicBezTo>
                  <a:lnTo>
                    <a:pt x="0" y="5572"/>
                  </a:lnTo>
                  <a:cubicBezTo>
                    <a:pt x="0" y="5901"/>
                    <a:pt x="202" y="6287"/>
                    <a:pt x="450" y="6429"/>
                  </a:cubicBezTo>
                  <a:lnTo>
                    <a:pt x="7687" y="10608"/>
                  </a:lnTo>
                  <a:cubicBezTo>
                    <a:pt x="7749" y="10644"/>
                    <a:pt x="7809" y="10661"/>
                    <a:pt x="7863" y="10661"/>
                  </a:cubicBezTo>
                  <a:cubicBezTo>
                    <a:pt x="8023" y="10661"/>
                    <a:pt x="8135" y="10514"/>
                    <a:pt x="8135" y="10269"/>
                  </a:cubicBezTo>
                  <a:lnTo>
                    <a:pt x="8135" y="5090"/>
                  </a:lnTo>
                  <a:cubicBezTo>
                    <a:pt x="8135" y="4761"/>
                    <a:pt x="7933" y="4376"/>
                    <a:pt x="7687" y="4233"/>
                  </a:cubicBezTo>
                  <a:lnTo>
                    <a:pt x="450" y="54"/>
                  </a:lnTo>
                  <a:cubicBezTo>
                    <a:pt x="387" y="18"/>
                    <a:pt x="327" y="1"/>
                    <a:pt x="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3" name="Google Shape;323;p28">
              <a:extLst>
                <a:ext uri="{FF2B5EF4-FFF2-40B4-BE49-F238E27FC236}">
                  <a16:creationId xmlns:a16="http://schemas.microsoft.com/office/drawing/2014/main" id="{4A7ED0AA-7D9C-073D-557B-88AA34680FF2}"/>
                </a:ext>
              </a:extLst>
            </p:cNvPr>
            <p:cNvSpPr/>
            <p:nvPr/>
          </p:nvSpPr>
          <p:spPr>
            <a:xfrm>
              <a:off x="7838852" y="4502505"/>
              <a:ext cx="193170" cy="275632"/>
            </a:xfrm>
            <a:custGeom>
              <a:avLst/>
              <a:gdLst/>
              <a:ahLst/>
              <a:cxnLst/>
              <a:rect l="l" t="t" r="r" b="b"/>
              <a:pathLst>
                <a:path w="1553" h="2216" extrusionOk="0">
                  <a:moveTo>
                    <a:pt x="104" y="1"/>
                  </a:moveTo>
                  <a:cubicBezTo>
                    <a:pt x="43" y="1"/>
                    <a:pt x="1" y="56"/>
                    <a:pt x="1" y="150"/>
                  </a:cubicBezTo>
                  <a:lnTo>
                    <a:pt x="1" y="1171"/>
                  </a:lnTo>
                  <a:cubicBezTo>
                    <a:pt x="1" y="1296"/>
                    <a:pt x="77" y="1442"/>
                    <a:pt x="172" y="1496"/>
                  </a:cubicBezTo>
                  <a:lnTo>
                    <a:pt x="1382" y="2195"/>
                  </a:lnTo>
                  <a:cubicBezTo>
                    <a:pt x="1406" y="2209"/>
                    <a:pt x="1429" y="2216"/>
                    <a:pt x="1450" y="2216"/>
                  </a:cubicBezTo>
                  <a:cubicBezTo>
                    <a:pt x="1510" y="2216"/>
                    <a:pt x="1552" y="2160"/>
                    <a:pt x="1552" y="2066"/>
                  </a:cubicBezTo>
                  <a:lnTo>
                    <a:pt x="1552" y="1046"/>
                  </a:lnTo>
                  <a:cubicBezTo>
                    <a:pt x="1552" y="921"/>
                    <a:pt x="1476" y="774"/>
                    <a:pt x="1382" y="720"/>
                  </a:cubicBezTo>
                  <a:lnTo>
                    <a:pt x="172" y="21"/>
                  </a:lnTo>
                  <a:cubicBezTo>
                    <a:pt x="148" y="7"/>
                    <a:pt x="125" y="1"/>
                    <a:pt x="1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4" name="Google Shape;324;p28">
              <a:extLst>
                <a:ext uri="{FF2B5EF4-FFF2-40B4-BE49-F238E27FC236}">
                  <a16:creationId xmlns:a16="http://schemas.microsoft.com/office/drawing/2014/main" id="{2BD3EF29-1353-758E-44CA-317736C0E313}"/>
                </a:ext>
              </a:extLst>
            </p:cNvPr>
            <p:cNvSpPr/>
            <p:nvPr/>
          </p:nvSpPr>
          <p:spPr>
            <a:xfrm>
              <a:off x="7093924" y="3750238"/>
              <a:ext cx="1011872" cy="765326"/>
            </a:xfrm>
            <a:custGeom>
              <a:avLst/>
              <a:gdLst/>
              <a:ahLst/>
              <a:cxnLst/>
              <a:rect l="l" t="t" r="r" b="b"/>
              <a:pathLst>
                <a:path w="8135" h="6153" extrusionOk="0">
                  <a:moveTo>
                    <a:pt x="0" y="1"/>
                  </a:moveTo>
                  <a:lnTo>
                    <a:pt x="0" y="1450"/>
                  </a:lnTo>
                  <a:lnTo>
                    <a:pt x="8135" y="6152"/>
                  </a:lnTo>
                  <a:lnTo>
                    <a:pt x="8135" y="4703"/>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5" name="Google Shape;325;p28">
              <a:extLst>
                <a:ext uri="{FF2B5EF4-FFF2-40B4-BE49-F238E27FC236}">
                  <a16:creationId xmlns:a16="http://schemas.microsoft.com/office/drawing/2014/main" id="{F898208F-E961-0D97-53A0-FDC6ACAC0218}"/>
                </a:ext>
              </a:extLst>
            </p:cNvPr>
            <p:cNvSpPr/>
            <p:nvPr/>
          </p:nvSpPr>
          <p:spPr>
            <a:xfrm>
              <a:off x="7167683" y="4109953"/>
              <a:ext cx="602023" cy="401755"/>
            </a:xfrm>
            <a:custGeom>
              <a:avLst/>
              <a:gdLst/>
              <a:ahLst/>
              <a:cxnLst/>
              <a:rect l="l" t="t" r="r" b="b"/>
              <a:pathLst>
                <a:path w="4840" h="3230" extrusionOk="0">
                  <a:moveTo>
                    <a:pt x="1" y="0"/>
                  </a:moveTo>
                  <a:lnTo>
                    <a:pt x="1" y="436"/>
                  </a:lnTo>
                  <a:lnTo>
                    <a:pt x="4839" y="3230"/>
                  </a:lnTo>
                  <a:lnTo>
                    <a:pt x="4839" y="2794"/>
                  </a:lnTo>
                  <a:lnTo>
                    <a:pt x="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6" name="Google Shape;326;p28">
              <a:extLst>
                <a:ext uri="{FF2B5EF4-FFF2-40B4-BE49-F238E27FC236}">
                  <a16:creationId xmlns:a16="http://schemas.microsoft.com/office/drawing/2014/main" id="{76764477-BADC-3AEE-8692-9252E9B2B92C}"/>
                </a:ext>
              </a:extLst>
            </p:cNvPr>
            <p:cNvSpPr/>
            <p:nvPr/>
          </p:nvSpPr>
          <p:spPr>
            <a:xfrm>
              <a:off x="7167683" y="4232843"/>
              <a:ext cx="602023" cy="401880"/>
            </a:xfrm>
            <a:custGeom>
              <a:avLst/>
              <a:gdLst/>
              <a:ahLst/>
              <a:cxnLst/>
              <a:rect l="l" t="t" r="r" b="b"/>
              <a:pathLst>
                <a:path w="4840" h="3231" extrusionOk="0">
                  <a:moveTo>
                    <a:pt x="1" y="1"/>
                  </a:moveTo>
                  <a:lnTo>
                    <a:pt x="1" y="437"/>
                  </a:lnTo>
                  <a:lnTo>
                    <a:pt x="4839" y="3231"/>
                  </a:lnTo>
                  <a:lnTo>
                    <a:pt x="4839" y="2795"/>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7" name="Google Shape;327;p28">
              <a:extLst>
                <a:ext uri="{FF2B5EF4-FFF2-40B4-BE49-F238E27FC236}">
                  <a16:creationId xmlns:a16="http://schemas.microsoft.com/office/drawing/2014/main" id="{7B487EC1-D9F3-DAC2-90F9-D75D01F0E075}"/>
                </a:ext>
              </a:extLst>
            </p:cNvPr>
            <p:cNvSpPr/>
            <p:nvPr/>
          </p:nvSpPr>
          <p:spPr>
            <a:xfrm>
              <a:off x="7167683" y="4358345"/>
              <a:ext cx="864351" cy="553253"/>
            </a:xfrm>
            <a:custGeom>
              <a:avLst/>
              <a:gdLst/>
              <a:ahLst/>
              <a:cxnLst/>
              <a:rect l="l" t="t" r="r" b="b"/>
              <a:pathLst>
                <a:path w="6949" h="4448" extrusionOk="0">
                  <a:moveTo>
                    <a:pt x="1" y="1"/>
                  </a:moveTo>
                  <a:lnTo>
                    <a:pt x="1" y="437"/>
                  </a:lnTo>
                  <a:lnTo>
                    <a:pt x="6948" y="4448"/>
                  </a:lnTo>
                  <a:lnTo>
                    <a:pt x="6948" y="4012"/>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8" name="Google Shape;328;p28">
              <a:extLst>
                <a:ext uri="{FF2B5EF4-FFF2-40B4-BE49-F238E27FC236}">
                  <a16:creationId xmlns:a16="http://schemas.microsoft.com/office/drawing/2014/main" id="{398B772B-6BE0-F75B-9C43-797D1AF42439}"/>
                </a:ext>
              </a:extLst>
            </p:cNvPr>
            <p:cNvSpPr/>
            <p:nvPr/>
          </p:nvSpPr>
          <p:spPr>
            <a:xfrm>
              <a:off x="7849300" y="2906426"/>
              <a:ext cx="495301" cy="1175290"/>
            </a:xfrm>
            <a:custGeom>
              <a:avLst/>
              <a:gdLst/>
              <a:ahLst/>
              <a:cxnLst/>
              <a:rect l="l" t="t" r="r" b="b"/>
              <a:pathLst>
                <a:path w="3982" h="9449" extrusionOk="0">
                  <a:moveTo>
                    <a:pt x="698" y="1"/>
                  </a:moveTo>
                  <a:cubicBezTo>
                    <a:pt x="635" y="1"/>
                    <a:pt x="573" y="13"/>
                    <a:pt x="516" y="36"/>
                  </a:cubicBezTo>
                  <a:cubicBezTo>
                    <a:pt x="509" y="38"/>
                    <a:pt x="441" y="74"/>
                    <a:pt x="423" y="87"/>
                  </a:cubicBezTo>
                  <a:lnTo>
                    <a:pt x="0" y="310"/>
                  </a:lnTo>
                  <a:lnTo>
                    <a:pt x="186" y="699"/>
                  </a:lnTo>
                  <a:cubicBezTo>
                    <a:pt x="186" y="710"/>
                    <a:pt x="184" y="720"/>
                    <a:pt x="184" y="731"/>
                  </a:cubicBezTo>
                  <a:lnTo>
                    <a:pt x="184" y="7065"/>
                  </a:lnTo>
                  <a:cubicBezTo>
                    <a:pt x="184" y="7238"/>
                    <a:pt x="277" y="7399"/>
                    <a:pt x="428" y="7485"/>
                  </a:cubicBezTo>
                  <a:lnTo>
                    <a:pt x="1837" y="8289"/>
                  </a:lnTo>
                  <a:lnTo>
                    <a:pt x="1837" y="8375"/>
                  </a:lnTo>
                  <a:lnTo>
                    <a:pt x="3132" y="9113"/>
                  </a:lnTo>
                  <a:lnTo>
                    <a:pt x="3027" y="9165"/>
                  </a:lnTo>
                  <a:lnTo>
                    <a:pt x="3285" y="9449"/>
                  </a:lnTo>
                  <a:lnTo>
                    <a:pt x="3733" y="9188"/>
                  </a:lnTo>
                  <a:cubicBezTo>
                    <a:pt x="3739" y="9184"/>
                    <a:pt x="3743" y="9182"/>
                    <a:pt x="3749" y="9179"/>
                  </a:cubicBezTo>
                  <a:lnTo>
                    <a:pt x="3769" y="9166"/>
                  </a:lnTo>
                  <a:lnTo>
                    <a:pt x="3769" y="9163"/>
                  </a:lnTo>
                  <a:cubicBezTo>
                    <a:pt x="3894" y="9078"/>
                    <a:pt x="3982" y="8939"/>
                    <a:pt x="3982" y="8765"/>
                  </a:cubicBezTo>
                  <a:lnTo>
                    <a:pt x="3982" y="2111"/>
                  </a:lnTo>
                  <a:cubicBezTo>
                    <a:pt x="3982" y="1927"/>
                    <a:pt x="3877" y="1758"/>
                    <a:pt x="3710" y="1677"/>
                  </a:cubicBezTo>
                  <a:lnTo>
                    <a:pt x="909" y="50"/>
                  </a:lnTo>
                  <a:cubicBezTo>
                    <a:pt x="840" y="16"/>
                    <a:pt x="768" y="1"/>
                    <a:pt x="6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29" name="Google Shape;329;p28">
              <a:extLst>
                <a:ext uri="{FF2B5EF4-FFF2-40B4-BE49-F238E27FC236}">
                  <a16:creationId xmlns:a16="http://schemas.microsoft.com/office/drawing/2014/main" id="{7794D647-08F4-BA6C-77E2-37F666260E9C}"/>
                </a:ext>
              </a:extLst>
            </p:cNvPr>
            <p:cNvSpPr/>
            <p:nvPr/>
          </p:nvSpPr>
          <p:spPr>
            <a:xfrm>
              <a:off x="7818578" y="2937024"/>
              <a:ext cx="472539" cy="1151409"/>
            </a:xfrm>
            <a:custGeom>
              <a:avLst/>
              <a:gdLst/>
              <a:ahLst/>
              <a:cxnLst/>
              <a:rect l="l" t="t" r="r" b="b"/>
              <a:pathLst>
                <a:path w="3799" h="9257" extrusionOk="0">
                  <a:moveTo>
                    <a:pt x="484" y="1"/>
                  </a:moveTo>
                  <a:cubicBezTo>
                    <a:pt x="230" y="1"/>
                    <a:pt x="0" y="204"/>
                    <a:pt x="0" y="485"/>
                  </a:cubicBezTo>
                  <a:lnTo>
                    <a:pt x="0" y="7157"/>
                  </a:lnTo>
                  <a:cubicBezTo>
                    <a:pt x="0" y="7330"/>
                    <a:pt x="94" y="7491"/>
                    <a:pt x="245" y="7577"/>
                  </a:cubicBezTo>
                  <a:lnTo>
                    <a:pt x="2084" y="8626"/>
                  </a:lnTo>
                  <a:lnTo>
                    <a:pt x="3076" y="9192"/>
                  </a:lnTo>
                  <a:cubicBezTo>
                    <a:pt x="3153" y="9236"/>
                    <a:pt x="3235" y="9256"/>
                    <a:pt x="3315" y="9256"/>
                  </a:cubicBezTo>
                  <a:cubicBezTo>
                    <a:pt x="3567" y="9256"/>
                    <a:pt x="3799" y="9054"/>
                    <a:pt x="3799" y="8772"/>
                  </a:cubicBezTo>
                  <a:lnTo>
                    <a:pt x="3799" y="2117"/>
                  </a:lnTo>
                  <a:cubicBezTo>
                    <a:pt x="3799" y="1932"/>
                    <a:pt x="3694" y="1763"/>
                    <a:pt x="3527" y="1682"/>
                  </a:cubicBezTo>
                  <a:lnTo>
                    <a:pt x="696" y="50"/>
                  </a:lnTo>
                  <a:cubicBezTo>
                    <a:pt x="627" y="16"/>
                    <a:pt x="555" y="1"/>
                    <a:pt x="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0" name="Google Shape;330;p28">
              <a:extLst>
                <a:ext uri="{FF2B5EF4-FFF2-40B4-BE49-F238E27FC236}">
                  <a16:creationId xmlns:a16="http://schemas.microsoft.com/office/drawing/2014/main" id="{2EAC2810-8FD3-06B4-15B3-AB7BBDFEF741}"/>
                </a:ext>
              </a:extLst>
            </p:cNvPr>
            <p:cNvSpPr/>
            <p:nvPr/>
          </p:nvSpPr>
          <p:spPr>
            <a:xfrm>
              <a:off x="8039979" y="3078821"/>
              <a:ext cx="26370" cy="34951"/>
            </a:xfrm>
            <a:custGeom>
              <a:avLst/>
              <a:gdLst/>
              <a:ahLst/>
              <a:cxnLst/>
              <a:rect l="l" t="t" r="r" b="b"/>
              <a:pathLst>
                <a:path w="212" h="281" extrusionOk="0">
                  <a:moveTo>
                    <a:pt x="101" y="0"/>
                  </a:moveTo>
                  <a:cubicBezTo>
                    <a:pt x="99" y="0"/>
                    <a:pt x="98" y="0"/>
                    <a:pt x="96" y="0"/>
                  </a:cubicBezTo>
                  <a:cubicBezTo>
                    <a:pt x="41" y="5"/>
                    <a:pt x="1" y="70"/>
                    <a:pt x="5" y="148"/>
                  </a:cubicBezTo>
                  <a:cubicBezTo>
                    <a:pt x="11" y="222"/>
                    <a:pt x="57" y="281"/>
                    <a:pt x="110" y="281"/>
                  </a:cubicBezTo>
                  <a:cubicBezTo>
                    <a:pt x="111" y="281"/>
                    <a:pt x="113" y="281"/>
                    <a:pt x="114" y="281"/>
                  </a:cubicBezTo>
                  <a:cubicBezTo>
                    <a:pt x="170" y="277"/>
                    <a:pt x="211" y="212"/>
                    <a:pt x="206" y="134"/>
                  </a:cubicBezTo>
                  <a:cubicBezTo>
                    <a:pt x="201" y="59"/>
                    <a:pt x="154" y="0"/>
                    <a:pt x="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1" name="Google Shape;331;p28">
              <a:extLst>
                <a:ext uri="{FF2B5EF4-FFF2-40B4-BE49-F238E27FC236}">
                  <a16:creationId xmlns:a16="http://schemas.microsoft.com/office/drawing/2014/main" id="{721BC314-C01C-2578-F7F1-54931FC0F206}"/>
                </a:ext>
              </a:extLst>
            </p:cNvPr>
            <p:cNvSpPr/>
            <p:nvPr/>
          </p:nvSpPr>
          <p:spPr>
            <a:xfrm>
              <a:off x="7873928" y="3039516"/>
              <a:ext cx="358478" cy="945680"/>
            </a:xfrm>
            <a:custGeom>
              <a:avLst/>
              <a:gdLst/>
              <a:ahLst/>
              <a:cxnLst/>
              <a:rect l="l" t="t" r="r" b="b"/>
              <a:pathLst>
                <a:path w="2882" h="7603" extrusionOk="0">
                  <a:moveTo>
                    <a:pt x="0" y="1"/>
                  </a:moveTo>
                  <a:lnTo>
                    <a:pt x="0" y="5931"/>
                  </a:lnTo>
                  <a:lnTo>
                    <a:pt x="2882" y="7603"/>
                  </a:lnTo>
                  <a:lnTo>
                    <a:pt x="2882" y="166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2" name="Google Shape;332;p28">
              <a:extLst>
                <a:ext uri="{FF2B5EF4-FFF2-40B4-BE49-F238E27FC236}">
                  <a16:creationId xmlns:a16="http://schemas.microsoft.com/office/drawing/2014/main" id="{F7C8F131-0DC8-F5EF-F397-300B1DB85904}"/>
                </a:ext>
              </a:extLst>
            </p:cNvPr>
            <p:cNvSpPr/>
            <p:nvPr/>
          </p:nvSpPr>
          <p:spPr>
            <a:xfrm>
              <a:off x="7970822" y="3880840"/>
              <a:ext cx="114310" cy="83212"/>
            </a:xfrm>
            <a:custGeom>
              <a:avLst/>
              <a:gdLst/>
              <a:ahLst/>
              <a:cxnLst/>
              <a:rect l="l" t="t" r="r" b="b"/>
              <a:pathLst>
                <a:path w="919" h="669" extrusionOk="0">
                  <a:moveTo>
                    <a:pt x="80" y="1"/>
                  </a:moveTo>
                  <a:cubicBezTo>
                    <a:pt x="38" y="1"/>
                    <a:pt x="8" y="28"/>
                    <a:pt x="5" y="76"/>
                  </a:cubicBezTo>
                  <a:cubicBezTo>
                    <a:pt x="0" y="149"/>
                    <a:pt x="59" y="243"/>
                    <a:pt x="136" y="287"/>
                  </a:cubicBezTo>
                  <a:lnTo>
                    <a:pt x="766" y="646"/>
                  </a:lnTo>
                  <a:cubicBezTo>
                    <a:pt x="792" y="661"/>
                    <a:pt x="817" y="668"/>
                    <a:pt x="838" y="668"/>
                  </a:cubicBezTo>
                  <a:cubicBezTo>
                    <a:pt x="881" y="668"/>
                    <a:pt x="911" y="641"/>
                    <a:pt x="914" y="594"/>
                  </a:cubicBezTo>
                  <a:cubicBezTo>
                    <a:pt x="918" y="520"/>
                    <a:pt x="860" y="426"/>
                    <a:pt x="783" y="382"/>
                  </a:cubicBezTo>
                  <a:lnTo>
                    <a:pt x="151" y="23"/>
                  </a:lnTo>
                  <a:cubicBezTo>
                    <a:pt x="126" y="8"/>
                    <a:pt x="101" y="1"/>
                    <a:pt x="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3" name="Google Shape;333;p28">
              <a:extLst>
                <a:ext uri="{FF2B5EF4-FFF2-40B4-BE49-F238E27FC236}">
                  <a16:creationId xmlns:a16="http://schemas.microsoft.com/office/drawing/2014/main" id="{22B951D4-C79B-1732-CCE7-759010349D74}"/>
                </a:ext>
              </a:extLst>
            </p:cNvPr>
            <p:cNvSpPr/>
            <p:nvPr/>
          </p:nvSpPr>
          <p:spPr>
            <a:xfrm>
              <a:off x="8013361" y="3390897"/>
              <a:ext cx="88935" cy="165553"/>
            </a:xfrm>
            <a:custGeom>
              <a:avLst/>
              <a:gdLst/>
              <a:ahLst/>
              <a:cxnLst/>
              <a:rect l="l" t="t" r="r" b="b"/>
              <a:pathLst>
                <a:path w="715" h="1331" extrusionOk="0">
                  <a:moveTo>
                    <a:pt x="173" y="125"/>
                  </a:moveTo>
                  <a:cubicBezTo>
                    <a:pt x="179" y="125"/>
                    <a:pt x="193" y="135"/>
                    <a:pt x="203" y="154"/>
                  </a:cubicBezTo>
                  <a:cubicBezTo>
                    <a:pt x="237" y="229"/>
                    <a:pt x="250" y="301"/>
                    <a:pt x="256" y="332"/>
                  </a:cubicBezTo>
                  <a:lnTo>
                    <a:pt x="263" y="372"/>
                  </a:lnTo>
                  <a:cubicBezTo>
                    <a:pt x="270" y="409"/>
                    <a:pt x="277" y="446"/>
                    <a:pt x="286" y="482"/>
                  </a:cubicBezTo>
                  <a:cubicBezTo>
                    <a:pt x="326" y="663"/>
                    <a:pt x="402" y="780"/>
                    <a:pt x="461" y="874"/>
                  </a:cubicBezTo>
                  <a:cubicBezTo>
                    <a:pt x="489" y="917"/>
                    <a:pt x="513" y="955"/>
                    <a:pt x="530" y="992"/>
                  </a:cubicBezTo>
                  <a:cubicBezTo>
                    <a:pt x="590" y="1123"/>
                    <a:pt x="586" y="1173"/>
                    <a:pt x="580" y="1193"/>
                  </a:cubicBezTo>
                  <a:cubicBezTo>
                    <a:pt x="576" y="1199"/>
                    <a:pt x="572" y="1204"/>
                    <a:pt x="565" y="1207"/>
                  </a:cubicBezTo>
                  <a:cubicBezTo>
                    <a:pt x="561" y="1209"/>
                    <a:pt x="558" y="1210"/>
                    <a:pt x="554" y="1210"/>
                  </a:cubicBezTo>
                  <a:cubicBezTo>
                    <a:pt x="525" y="1210"/>
                    <a:pt x="486" y="1170"/>
                    <a:pt x="433" y="1092"/>
                  </a:cubicBezTo>
                  <a:cubicBezTo>
                    <a:pt x="407" y="1053"/>
                    <a:pt x="368" y="985"/>
                    <a:pt x="345" y="928"/>
                  </a:cubicBezTo>
                  <a:cubicBezTo>
                    <a:pt x="318" y="867"/>
                    <a:pt x="297" y="808"/>
                    <a:pt x="277" y="741"/>
                  </a:cubicBezTo>
                  <a:cubicBezTo>
                    <a:pt x="241" y="621"/>
                    <a:pt x="215" y="497"/>
                    <a:pt x="192" y="382"/>
                  </a:cubicBezTo>
                  <a:cubicBezTo>
                    <a:pt x="189" y="365"/>
                    <a:pt x="185" y="349"/>
                    <a:pt x="181" y="332"/>
                  </a:cubicBezTo>
                  <a:cubicBezTo>
                    <a:pt x="172" y="291"/>
                    <a:pt x="163" y="248"/>
                    <a:pt x="161" y="211"/>
                  </a:cubicBezTo>
                  <a:cubicBezTo>
                    <a:pt x="158" y="140"/>
                    <a:pt x="174" y="125"/>
                    <a:pt x="173" y="125"/>
                  </a:cubicBezTo>
                  <a:close/>
                  <a:moveTo>
                    <a:pt x="144" y="1"/>
                  </a:moveTo>
                  <a:cubicBezTo>
                    <a:pt x="123" y="1"/>
                    <a:pt x="105" y="9"/>
                    <a:pt x="90" y="24"/>
                  </a:cubicBezTo>
                  <a:cubicBezTo>
                    <a:pt x="1" y="121"/>
                    <a:pt x="126" y="576"/>
                    <a:pt x="183" y="766"/>
                  </a:cubicBezTo>
                  <a:cubicBezTo>
                    <a:pt x="209" y="850"/>
                    <a:pt x="375" y="1291"/>
                    <a:pt x="541" y="1328"/>
                  </a:cubicBezTo>
                  <a:cubicBezTo>
                    <a:pt x="548" y="1330"/>
                    <a:pt x="556" y="1330"/>
                    <a:pt x="564" y="1330"/>
                  </a:cubicBezTo>
                  <a:cubicBezTo>
                    <a:pt x="589" y="1330"/>
                    <a:pt x="618" y="1322"/>
                    <a:pt x="645" y="1292"/>
                  </a:cubicBezTo>
                  <a:cubicBezTo>
                    <a:pt x="715" y="1213"/>
                    <a:pt x="656" y="1057"/>
                    <a:pt x="636" y="1012"/>
                  </a:cubicBezTo>
                  <a:cubicBezTo>
                    <a:pt x="611" y="956"/>
                    <a:pt x="580" y="905"/>
                    <a:pt x="549" y="856"/>
                  </a:cubicBezTo>
                  <a:cubicBezTo>
                    <a:pt x="526" y="818"/>
                    <a:pt x="501" y="778"/>
                    <a:pt x="480" y="738"/>
                  </a:cubicBezTo>
                  <a:cubicBezTo>
                    <a:pt x="429" y="633"/>
                    <a:pt x="390" y="537"/>
                    <a:pt x="377" y="481"/>
                  </a:cubicBezTo>
                  <a:cubicBezTo>
                    <a:pt x="368" y="442"/>
                    <a:pt x="359" y="402"/>
                    <a:pt x="351" y="364"/>
                  </a:cubicBezTo>
                  <a:cubicBezTo>
                    <a:pt x="313" y="184"/>
                    <a:pt x="280" y="27"/>
                    <a:pt x="162" y="2"/>
                  </a:cubicBezTo>
                  <a:cubicBezTo>
                    <a:pt x="156" y="1"/>
                    <a:pt x="150" y="1"/>
                    <a:pt x="1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4" name="Google Shape;334;p28">
              <a:extLst>
                <a:ext uri="{FF2B5EF4-FFF2-40B4-BE49-F238E27FC236}">
                  <a16:creationId xmlns:a16="http://schemas.microsoft.com/office/drawing/2014/main" id="{342D619B-EF87-46AD-6F06-6E00176227D8}"/>
                </a:ext>
              </a:extLst>
            </p:cNvPr>
            <p:cNvSpPr/>
            <p:nvPr/>
          </p:nvSpPr>
          <p:spPr>
            <a:xfrm>
              <a:off x="7998684" y="3341766"/>
              <a:ext cx="132346" cy="266303"/>
            </a:xfrm>
            <a:custGeom>
              <a:avLst/>
              <a:gdLst/>
              <a:ahLst/>
              <a:cxnLst/>
              <a:rect l="l" t="t" r="r" b="b"/>
              <a:pathLst>
                <a:path w="1064" h="2141" extrusionOk="0">
                  <a:moveTo>
                    <a:pt x="183" y="0"/>
                  </a:moveTo>
                  <a:cubicBezTo>
                    <a:pt x="169" y="0"/>
                    <a:pt x="156" y="3"/>
                    <a:pt x="142" y="8"/>
                  </a:cubicBezTo>
                  <a:cubicBezTo>
                    <a:pt x="77" y="33"/>
                    <a:pt x="38" y="115"/>
                    <a:pt x="25" y="246"/>
                  </a:cubicBezTo>
                  <a:cubicBezTo>
                    <a:pt x="1" y="539"/>
                    <a:pt x="82" y="1050"/>
                    <a:pt x="171" y="1383"/>
                  </a:cubicBezTo>
                  <a:cubicBezTo>
                    <a:pt x="228" y="1600"/>
                    <a:pt x="257" y="1608"/>
                    <a:pt x="273" y="1612"/>
                  </a:cubicBezTo>
                  <a:lnTo>
                    <a:pt x="294" y="1616"/>
                  </a:lnTo>
                  <a:lnTo>
                    <a:pt x="307" y="1602"/>
                  </a:lnTo>
                  <a:cubicBezTo>
                    <a:pt x="318" y="1591"/>
                    <a:pt x="338" y="1571"/>
                    <a:pt x="281" y="1366"/>
                  </a:cubicBezTo>
                  <a:cubicBezTo>
                    <a:pt x="182" y="1019"/>
                    <a:pt x="140" y="721"/>
                    <a:pt x="122" y="529"/>
                  </a:cubicBezTo>
                  <a:cubicBezTo>
                    <a:pt x="109" y="449"/>
                    <a:pt x="128" y="312"/>
                    <a:pt x="149" y="210"/>
                  </a:cubicBezTo>
                  <a:cubicBezTo>
                    <a:pt x="154" y="190"/>
                    <a:pt x="166" y="155"/>
                    <a:pt x="196" y="149"/>
                  </a:cubicBezTo>
                  <a:cubicBezTo>
                    <a:pt x="199" y="148"/>
                    <a:pt x="202" y="148"/>
                    <a:pt x="205" y="148"/>
                  </a:cubicBezTo>
                  <a:cubicBezTo>
                    <a:pt x="236" y="148"/>
                    <a:pt x="285" y="173"/>
                    <a:pt x="338" y="249"/>
                  </a:cubicBezTo>
                  <a:cubicBezTo>
                    <a:pt x="409" y="348"/>
                    <a:pt x="449" y="495"/>
                    <a:pt x="514" y="739"/>
                  </a:cubicBezTo>
                  <a:cubicBezTo>
                    <a:pt x="558" y="904"/>
                    <a:pt x="650" y="1093"/>
                    <a:pt x="731" y="1260"/>
                  </a:cubicBezTo>
                  <a:cubicBezTo>
                    <a:pt x="749" y="1297"/>
                    <a:pt x="767" y="1334"/>
                    <a:pt x="784" y="1369"/>
                  </a:cubicBezTo>
                  <a:cubicBezTo>
                    <a:pt x="895" y="1602"/>
                    <a:pt x="964" y="1902"/>
                    <a:pt x="890" y="1975"/>
                  </a:cubicBezTo>
                  <a:cubicBezTo>
                    <a:pt x="879" y="1986"/>
                    <a:pt x="863" y="1990"/>
                    <a:pt x="846" y="1990"/>
                  </a:cubicBezTo>
                  <a:cubicBezTo>
                    <a:pt x="813" y="1990"/>
                    <a:pt x="774" y="1975"/>
                    <a:pt x="741" y="1959"/>
                  </a:cubicBezTo>
                  <a:cubicBezTo>
                    <a:pt x="604" y="1892"/>
                    <a:pt x="508" y="1679"/>
                    <a:pt x="430" y="1486"/>
                  </a:cubicBezTo>
                  <a:cubicBezTo>
                    <a:pt x="416" y="1452"/>
                    <a:pt x="400" y="1414"/>
                    <a:pt x="372" y="1414"/>
                  </a:cubicBezTo>
                  <a:cubicBezTo>
                    <a:pt x="368" y="1414"/>
                    <a:pt x="363" y="1415"/>
                    <a:pt x="359" y="1416"/>
                  </a:cubicBezTo>
                  <a:cubicBezTo>
                    <a:pt x="326" y="1429"/>
                    <a:pt x="332" y="1468"/>
                    <a:pt x="350" y="1525"/>
                  </a:cubicBezTo>
                  <a:cubicBezTo>
                    <a:pt x="434" y="1793"/>
                    <a:pt x="629" y="2094"/>
                    <a:pt x="807" y="2136"/>
                  </a:cubicBezTo>
                  <a:cubicBezTo>
                    <a:pt x="821" y="2139"/>
                    <a:pt x="835" y="2141"/>
                    <a:pt x="850" y="2141"/>
                  </a:cubicBezTo>
                  <a:cubicBezTo>
                    <a:pt x="896" y="2141"/>
                    <a:pt x="940" y="2121"/>
                    <a:pt x="976" y="2083"/>
                  </a:cubicBezTo>
                  <a:cubicBezTo>
                    <a:pt x="1052" y="2004"/>
                    <a:pt x="1064" y="1835"/>
                    <a:pt x="1007" y="1633"/>
                  </a:cubicBezTo>
                  <a:cubicBezTo>
                    <a:pt x="961" y="1467"/>
                    <a:pt x="889" y="1326"/>
                    <a:pt x="812" y="1178"/>
                  </a:cubicBezTo>
                  <a:cubicBezTo>
                    <a:pt x="735" y="1025"/>
                    <a:pt x="654" y="867"/>
                    <a:pt x="603" y="680"/>
                  </a:cubicBezTo>
                  <a:cubicBezTo>
                    <a:pt x="585" y="592"/>
                    <a:pt x="550" y="459"/>
                    <a:pt x="502" y="351"/>
                  </a:cubicBezTo>
                  <a:cubicBezTo>
                    <a:pt x="470" y="279"/>
                    <a:pt x="406" y="147"/>
                    <a:pt x="332" y="76"/>
                  </a:cubicBezTo>
                  <a:cubicBezTo>
                    <a:pt x="278" y="26"/>
                    <a:pt x="228" y="0"/>
                    <a:pt x="1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5" name="Google Shape;335;p28">
              <a:extLst>
                <a:ext uri="{FF2B5EF4-FFF2-40B4-BE49-F238E27FC236}">
                  <a16:creationId xmlns:a16="http://schemas.microsoft.com/office/drawing/2014/main" id="{B56240FC-EC97-7F26-F7B1-B001F406F305}"/>
                </a:ext>
              </a:extLst>
            </p:cNvPr>
            <p:cNvSpPr/>
            <p:nvPr/>
          </p:nvSpPr>
          <p:spPr>
            <a:xfrm>
              <a:off x="8004654" y="3310048"/>
              <a:ext cx="56346" cy="44031"/>
            </a:xfrm>
            <a:custGeom>
              <a:avLst/>
              <a:gdLst/>
              <a:ahLst/>
              <a:cxnLst/>
              <a:rect l="l" t="t" r="r" b="b"/>
              <a:pathLst>
                <a:path w="453" h="354" extrusionOk="0">
                  <a:moveTo>
                    <a:pt x="153" y="0"/>
                  </a:moveTo>
                  <a:cubicBezTo>
                    <a:pt x="145" y="0"/>
                    <a:pt x="137" y="1"/>
                    <a:pt x="129" y="3"/>
                  </a:cubicBezTo>
                  <a:cubicBezTo>
                    <a:pt x="84" y="14"/>
                    <a:pt x="55" y="53"/>
                    <a:pt x="34" y="90"/>
                  </a:cubicBezTo>
                  <a:cubicBezTo>
                    <a:pt x="14" y="122"/>
                    <a:pt x="1" y="168"/>
                    <a:pt x="17" y="195"/>
                  </a:cubicBezTo>
                  <a:lnTo>
                    <a:pt x="31" y="215"/>
                  </a:lnTo>
                  <a:lnTo>
                    <a:pt x="51" y="217"/>
                  </a:lnTo>
                  <a:cubicBezTo>
                    <a:pt x="73" y="217"/>
                    <a:pt x="92" y="199"/>
                    <a:pt x="116" y="158"/>
                  </a:cubicBezTo>
                  <a:cubicBezTo>
                    <a:pt x="135" y="127"/>
                    <a:pt x="155" y="111"/>
                    <a:pt x="175" y="111"/>
                  </a:cubicBezTo>
                  <a:lnTo>
                    <a:pt x="177" y="111"/>
                  </a:lnTo>
                  <a:cubicBezTo>
                    <a:pt x="198" y="111"/>
                    <a:pt x="260" y="130"/>
                    <a:pt x="359" y="306"/>
                  </a:cubicBezTo>
                  <a:cubicBezTo>
                    <a:pt x="373" y="329"/>
                    <a:pt x="386" y="354"/>
                    <a:pt x="407" y="354"/>
                  </a:cubicBezTo>
                  <a:cubicBezTo>
                    <a:pt x="412" y="354"/>
                    <a:pt x="416" y="353"/>
                    <a:pt x="422" y="351"/>
                  </a:cubicBezTo>
                  <a:cubicBezTo>
                    <a:pt x="453" y="337"/>
                    <a:pt x="440" y="304"/>
                    <a:pt x="431" y="281"/>
                  </a:cubicBezTo>
                  <a:cubicBezTo>
                    <a:pt x="396" y="187"/>
                    <a:pt x="314" y="76"/>
                    <a:pt x="246" y="33"/>
                  </a:cubicBezTo>
                  <a:cubicBezTo>
                    <a:pt x="212" y="11"/>
                    <a:pt x="181" y="0"/>
                    <a:pt x="15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6" name="Google Shape;336;p28">
              <a:extLst>
                <a:ext uri="{FF2B5EF4-FFF2-40B4-BE49-F238E27FC236}">
                  <a16:creationId xmlns:a16="http://schemas.microsoft.com/office/drawing/2014/main" id="{885A5956-7C2C-5BE2-31C5-22A27335FD40}"/>
                </a:ext>
              </a:extLst>
            </p:cNvPr>
            <p:cNvSpPr/>
            <p:nvPr/>
          </p:nvSpPr>
          <p:spPr>
            <a:xfrm>
              <a:off x="7975797" y="3283928"/>
              <a:ext cx="167173" cy="361704"/>
            </a:xfrm>
            <a:custGeom>
              <a:avLst/>
              <a:gdLst/>
              <a:ahLst/>
              <a:cxnLst/>
              <a:rect l="l" t="t" r="r" b="b"/>
              <a:pathLst>
                <a:path w="1344" h="2908" extrusionOk="0">
                  <a:moveTo>
                    <a:pt x="262" y="1"/>
                  </a:moveTo>
                  <a:cubicBezTo>
                    <a:pt x="235" y="1"/>
                    <a:pt x="208" y="34"/>
                    <a:pt x="185" y="62"/>
                  </a:cubicBezTo>
                  <a:cubicBezTo>
                    <a:pt x="1" y="284"/>
                    <a:pt x="55" y="749"/>
                    <a:pt x="102" y="1160"/>
                  </a:cubicBezTo>
                  <a:cubicBezTo>
                    <a:pt x="114" y="1258"/>
                    <a:pt x="125" y="1352"/>
                    <a:pt x="132" y="1440"/>
                  </a:cubicBezTo>
                  <a:cubicBezTo>
                    <a:pt x="164" y="1823"/>
                    <a:pt x="213" y="2169"/>
                    <a:pt x="491" y="2527"/>
                  </a:cubicBezTo>
                  <a:cubicBezTo>
                    <a:pt x="638" y="2717"/>
                    <a:pt x="858" y="2907"/>
                    <a:pt x="1052" y="2907"/>
                  </a:cubicBezTo>
                  <a:cubicBezTo>
                    <a:pt x="1094" y="2907"/>
                    <a:pt x="1135" y="2898"/>
                    <a:pt x="1173" y="2878"/>
                  </a:cubicBezTo>
                  <a:cubicBezTo>
                    <a:pt x="1257" y="2834"/>
                    <a:pt x="1311" y="2741"/>
                    <a:pt x="1329" y="2606"/>
                  </a:cubicBezTo>
                  <a:cubicBezTo>
                    <a:pt x="1332" y="2577"/>
                    <a:pt x="1343" y="2491"/>
                    <a:pt x="1291" y="2481"/>
                  </a:cubicBezTo>
                  <a:cubicBezTo>
                    <a:pt x="1289" y="2480"/>
                    <a:pt x="1286" y="2480"/>
                    <a:pt x="1284" y="2480"/>
                  </a:cubicBezTo>
                  <a:cubicBezTo>
                    <a:pt x="1261" y="2480"/>
                    <a:pt x="1230" y="2499"/>
                    <a:pt x="1208" y="2582"/>
                  </a:cubicBezTo>
                  <a:cubicBezTo>
                    <a:pt x="1184" y="2671"/>
                    <a:pt x="1142" y="2731"/>
                    <a:pt x="1083" y="2755"/>
                  </a:cubicBezTo>
                  <a:cubicBezTo>
                    <a:pt x="1063" y="2764"/>
                    <a:pt x="1040" y="2768"/>
                    <a:pt x="1016" y="2768"/>
                  </a:cubicBezTo>
                  <a:cubicBezTo>
                    <a:pt x="972" y="2768"/>
                    <a:pt x="922" y="2754"/>
                    <a:pt x="868" y="2725"/>
                  </a:cubicBezTo>
                  <a:cubicBezTo>
                    <a:pt x="616" y="2589"/>
                    <a:pt x="361" y="2213"/>
                    <a:pt x="288" y="1868"/>
                  </a:cubicBezTo>
                  <a:cubicBezTo>
                    <a:pt x="232" y="1604"/>
                    <a:pt x="212" y="1334"/>
                    <a:pt x="191" y="1073"/>
                  </a:cubicBezTo>
                  <a:lnTo>
                    <a:pt x="186" y="996"/>
                  </a:lnTo>
                  <a:cubicBezTo>
                    <a:pt x="168" y="772"/>
                    <a:pt x="132" y="305"/>
                    <a:pt x="273" y="106"/>
                  </a:cubicBezTo>
                  <a:cubicBezTo>
                    <a:pt x="275" y="102"/>
                    <a:pt x="321" y="37"/>
                    <a:pt x="284" y="9"/>
                  </a:cubicBezTo>
                  <a:cubicBezTo>
                    <a:pt x="276" y="3"/>
                    <a:pt x="269" y="1"/>
                    <a:pt x="26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7" name="Google Shape;337;p28">
              <a:extLst>
                <a:ext uri="{FF2B5EF4-FFF2-40B4-BE49-F238E27FC236}">
                  <a16:creationId xmlns:a16="http://schemas.microsoft.com/office/drawing/2014/main" id="{8A1A51A6-E257-5D2D-676A-29AA863EF66B}"/>
                </a:ext>
              </a:extLst>
            </p:cNvPr>
            <p:cNvSpPr/>
            <p:nvPr/>
          </p:nvSpPr>
          <p:spPr>
            <a:xfrm>
              <a:off x="7960871" y="3377090"/>
              <a:ext cx="32216" cy="157717"/>
            </a:xfrm>
            <a:custGeom>
              <a:avLst/>
              <a:gdLst/>
              <a:ahLst/>
              <a:cxnLst/>
              <a:rect l="l" t="t" r="r" b="b"/>
              <a:pathLst>
                <a:path w="259" h="1268" extrusionOk="0">
                  <a:moveTo>
                    <a:pt x="68" y="1"/>
                  </a:moveTo>
                  <a:cubicBezTo>
                    <a:pt x="51" y="2"/>
                    <a:pt x="25" y="9"/>
                    <a:pt x="21" y="64"/>
                  </a:cubicBezTo>
                  <a:cubicBezTo>
                    <a:pt x="1" y="362"/>
                    <a:pt x="46" y="871"/>
                    <a:pt x="171" y="1229"/>
                  </a:cubicBezTo>
                  <a:cubicBezTo>
                    <a:pt x="181" y="1261"/>
                    <a:pt x="199" y="1268"/>
                    <a:pt x="211" y="1268"/>
                  </a:cubicBezTo>
                  <a:cubicBezTo>
                    <a:pt x="216" y="1268"/>
                    <a:pt x="219" y="1266"/>
                    <a:pt x="221" y="1266"/>
                  </a:cubicBezTo>
                  <a:cubicBezTo>
                    <a:pt x="234" y="1262"/>
                    <a:pt x="258" y="1248"/>
                    <a:pt x="244" y="1192"/>
                  </a:cubicBezTo>
                  <a:cubicBezTo>
                    <a:pt x="203" y="1036"/>
                    <a:pt x="194" y="923"/>
                    <a:pt x="185" y="815"/>
                  </a:cubicBezTo>
                  <a:cubicBezTo>
                    <a:pt x="181" y="751"/>
                    <a:pt x="175" y="690"/>
                    <a:pt x="165" y="623"/>
                  </a:cubicBezTo>
                  <a:cubicBezTo>
                    <a:pt x="128" y="401"/>
                    <a:pt x="122" y="236"/>
                    <a:pt x="122" y="93"/>
                  </a:cubicBezTo>
                  <a:cubicBezTo>
                    <a:pt x="122" y="49"/>
                    <a:pt x="103" y="2"/>
                    <a:pt x="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8" name="Google Shape;338;p28">
              <a:extLst>
                <a:ext uri="{FF2B5EF4-FFF2-40B4-BE49-F238E27FC236}">
                  <a16:creationId xmlns:a16="http://schemas.microsoft.com/office/drawing/2014/main" id="{6B896BDC-FD97-37A6-59F3-E2A206EDB23D}"/>
                </a:ext>
              </a:extLst>
            </p:cNvPr>
            <p:cNvSpPr/>
            <p:nvPr/>
          </p:nvSpPr>
          <p:spPr>
            <a:xfrm>
              <a:off x="7975424" y="3230692"/>
              <a:ext cx="157471" cy="296403"/>
            </a:xfrm>
            <a:custGeom>
              <a:avLst/>
              <a:gdLst/>
              <a:ahLst/>
              <a:cxnLst/>
              <a:rect l="l" t="t" r="r" b="b"/>
              <a:pathLst>
                <a:path w="1266" h="2383" extrusionOk="0">
                  <a:moveTo>
                    <a:pt x="350" y="0"/>
                  </a:moveTo>
                  <a:cubicBezTo>
                    <a:pt x="181" y="0"/>
                    <a:pt x="49" y="169"/>
                    <a:pt x="7" y="437"/>
                  </a:cubicBezTo>
                  <a:cubicBezTo>
                    <a:pt x="1" y="477"/>
                    <a:pt x="13" y="506"/>
                    <a:pt x="38" y="510"/>
                  </a:cubicBezTo>
                  <a:cubicBezTo>
                    <a:pt x="40" y="510"/>
                    <a:pt x="42" y="511"/>
                    <a:pt x="45" y="511"/>
                  </a:cubicBezTo>
                  <a:cubicBezTo>
                    <a:pt x="58" y="511"/>
                    <a:pt x="77" y="504"/>
                    <a:pt x="85" y="467"/>
                  </a:cubicBezTo>
                  <a:cubicBezTo>
                    <a:pt x="126" y="288"/>
                    <a:pt x="200" y="174"/>
                    <a:pt x="306" y="129"/>
                  </a:cubicBezTo>
                  <a:cubicBezTo>
                    <a:pt x="320" y="124"/>
                    <a:pt x="334" y="121"/>
                    <a:pt x="349" y="121"/>
                  </a:cubicBezTo>
                  <a:cubicBezTo>
                    <a:pt x="420" y="121"/>
                    <a:pt x="498" y="185"/>
                    <a:pt x="554" y="296"/>
                  </a:cubicBezTo>
                  <a:cubicBezTo>
                    <a:pt x="615" y="419"/>
                    <a:pt x="659" y="560"/>
                    <a:pt x="688" y="726"/>
                  </a:cubicBezTo>
                  <a:cubicBezTo>
                    <a:pt x="691" y="747"/>
                    <a:pt x="838" y="1458"/>
                    <a:pt x="869" y="1585"/>
                  </a:cubicBezTo>
                  <a:cubicBezTo>
                    <a:pt x="934" y="1865"/>
                    <a:pt x="1068" y="2153"/>
                    <a:pt x="1168" y="2345"/>
                  </a:cubicBezTo>
                  <a:cubicBezTo>
                    <a:pt x="1184" y="2375"/>
                    <a:pt x="1201" y="2383"/>
                    <a:pt x="1213" y="2383"/>
                  </a:cubicBezTo>
                  <a:cubicBezTo>
                    <a:pt x="1220" y="2383"/>
                    <a:pt x="1225" y="2380"/>
                    <a:pt x="1229" y="2378"/>
                  </a:cubicBezTo>
                  <a:cubicBezTo>
                    <a:pt x="1242" y="2374"/>
                    <a:pt x="1265" y="2355"/>
                    <a:pt x="1240" y="2293"/>
                  </a:cubicBezTo>
                  <a:cubicBezTo>
                    <a:pt x="1208" y="2210"/>
                    <a:pt x="1174" y="2136"/>
                    <a:pt x="1142" y="2065"/>
                  </a:cubicBezTo>
                  <a:cubicBezTo>
                    <a:pt x="1043" y="1843"/>
                    <a:pt x="959" y="1652"/>
                    <a:pt x="913" y="1329"/>
                  </a:cubicBezTo>
                  <a:cubicBezTo>
                    <a:pt x="896" y="1204"/>
                    <a:pt x="794" y="730"/>
                    <a:pt x="773" y="636"/>
                  </a:cubicBezTo>
                  <a:cubicBezTo>
                    <a:pt x="762" y="585"/>
                    <a:pt x="707" y="394"/>
                    <a:pt x="665" y="304"/>
                  </a:cubicBezTo>
                  <a:cubicBezTo>
                    <a:pt x="601" y="168"/>
                    <a:pt x="508" y="11"/>
                    <a:pt x="370" y="1"/>
                  </a:cubicBezTo>
                  <a:cubicBezTo>
                    <a:pt x="363" y="1"/>
                    <a:pt x="357" y="0"/>
                    <a:pt x="3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39" name="Google Shape;339;p28">
              <a:extLst>
                <a:ext uri="{FF2B5EF4-FFF2-40B4-BE49-F238E27FC236}">
                  <a16:creationId xmlns:a16="http://schemas.microsoft.com/office/drawing/2014/main" id="{47DF28D2-04EB-C70C-C621-FB2D3F4A73E9}"/>
                </a:ext>
              </a:extLst>
            </p:cNvPr>
            <p:cNvSpPr/>
            <p:nvPr/>
          </p:nvSpPr>
          <p:spPr>
            <a:xfrm>
              <a:off x="8047069" y="3237782"/>
              <a:ext cx="119907" cy="434966"/>
            </a:xfrm>
            <a:custGeom>
              <a:avLst/>
              <a:gdLst/>
              <a:ahLst/>
              <a:cxnLst/>
              <a:rect l="l" t="t" r="r" b="b"/>
              <a:pathLst>
                <a:path w="964" h="3497" extrusionOk="0">
                  <a:moveTo>
                    <a:pt x="54" y="1"/>
                  </a:moveTo>
                  <a:cubicBezTo>
                    <a:pt x="48" y="1"/>
                    <a:pt x="42" y="3"/>
                    <a:pt x="36" y="6"/>
                  </a:cubicBezTo>
                  <a:cubicBezTo>
                    <a:pt x="0" y="26"/>
                    <a:pt x="26" y="75"/>
                    <a:pt x="47" y="113"/>
                  </a:cubicBezTo>
                  <a:cubicBezTo>
                    <a:pt x="315" y="614"/>
                    <a:pt x="537" y="1251"/>
                    <a:pt x="641" y="1820"/>
                  </a:cubicBezTo>
                  <a:cubicBezTo>
                    <a:pt x="676" y="2011"/>
                    <a:pt x="702" y="2209"/>
                    <a:pt x="726" y="2399"/>
                  </a:cubicBezTo>
                  <a:cubicBezTo>
                    <a:pt x="736" y="2478"/>
                    <a:pt x="748" y="2557"/>
                    <a:pt x="758" y="2635"/>
                  </a:cubicBezTo>
                  <a:cubicBezTo>
                    <a:pt x="821" y="3080"/>
                    <a:pt x="774" y="3313"/>
                    <a:pt x="601" y="3413"/>
                  </a:cubicBezTo>
                  <a:cubicBezTo>
                    <a:pt x="586" y="3422"/>
                    <a:pt x="579" y="3440"/>
                    <a:pt x="584" y="3460"/>
                  </a:cubicBezTo>
                  <a:cubicBezTo>
                    <a:pt x="589" y="3478"/>
                    <a:pt x="605" y="3497"/>
                    <a:pt x="627" y="3497"/>
                  </a:cubicBezTo>
                  <a:cubicBezTo>
                    <a:pt x="702" y="3495"/>
                    <a:pt x="761" y="3467"/>
                    <a:pt x="806" y="3415"/>
                  </a:cubicBezTo>
                  <a:cubicBezTo>
                    <a:pt x="964" y="3229"/>
                    <a:pt x="895" y="2758"/>
                    <a:pt x="841" y="2380"/>
                  </a:cubicBezTo>
                  <a:cubicBezTo>
                    <a:pt x="829" y="2299"/>
                    <a:pt x="818" y="2223"/>
                    <a:pt x="810" y="2156"/>
                  </a:cubicBezTo>
                  <a:cubicBezTo>
                    <a:pt x="729" y="1455"/>
                    <a:pt x="445" y="595"/>
                    <a:pt x="122" y="62"/>
                  </a:cubicBezTo>
                  <a:cubicBezTo>
                    <a:pt x="103" y="33"/>
                    <a:pt x="80" y="1"/>
                    <a:pt x="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0" name="Google Shape;340;p28">
              <a:extLst>
                <a:ext uri="{FF2B5EF4-FFF2-40B4-BE49-F238E27FC236}">
                  <a16:creationId xmlns:a16="http://schemas.microsoft.com/office/drawing/2014/main" id="{EB23452A-B52B-9058-15B1-B5E95A60289C}"/>
                </a:ext>
              </a:extLst>
            </p:cNvPr>
            <p:cNvSpPr/>
            <p:nvPr/>
          </p:nvSpPr>
          <p:spPr>
            <a:xfrm>
              <a:off x="7978534" y="3549609"/>
              <a:ext cx="197897" cy="151498"/>
            </a:xfrm>
            <a:custGeom>
              <a:avLst/>
              <a:gdLst/>
              <a:ahLst/>
              <a:cxnLst/>
              <a:rect l="l" t="t" r="r" b="b"/>
              <a:pathLst>
                <a:path w="1591" h="1218" extrusionOk="0">
                  <a:moveTo>
                    <a:pt x="73" y="1"/>
                  </a:moveTo>
                  <a:cubicBezTo>
                    <a:pt x="66" y="1"/>
                    <a:pt x="60" y="5"/>
                    <a:pt x="53" y="10"/>
                  </a:cubicBezTo>
                  <a:cubicBezTo>
                    <a:pt x="32" y="26"/>
                    <a:pt x="0" y="48"/>
                    <a:pt x="316" y="485"/>
                  </a:cubicBezTo>
                  <a:cubicBezTo>
                    <a:pt x="572" y="842"/>
                    <a:pt x="949" y="1217"/>
                    <a:pt x="1249" y="1217"/>
                  </a:cubicBezTo>
                  <a:cubicBezTo>
                    <a:pt x="1256" y="1217"/>
                    <a:pt x="1264" y="1217"/>
                    <a:pt x="1271" y="1216"/>
                  </a:cubicBezTo>
                  <a:cubicBezTo>
                    <a:pt x="1339" y="1213"/>
                    <a:pt x="1402" y="1177"/>
                    <a:pt x="1453" y="1114"/>
                  </a:cubicBezTo>
                  <a:cubicBezTo>
                    <a:pt x="1551" y="994"/>
                    <a:pt x="1590" y="796"/>
                    <a:pt x="1560" y="584"/>
                  </a:cubicBezTo>
                  <a:cubicBezTo>
                    <a:pt x="1555" y="552"/>
                    <a:pt x="1535" y="537"/>
                    <a:pt x="1518" y="537"/>
                  </a:cubicBezTo>
                  <a:cubicBezTo>
                    <a:pt x="1516" y="537"/>
                    <a:pt x="1514" y="537"/>
                    <a:pt x="1513" y="537"/>
                  </a:cubicBezTo>
                  <a:cubicBezTo>
                    <a:pt x="1495" y="538"/>
                    <a:pt x="1477" y="554"/>
                    <a:pt x="1478" y="586"/>
                  </a:cubicBezTo>
                  <a:cubicBezTo>
                    <a:pt x="1485" y="840"/>
                    <a:pt x="1427" y="1009"/>
                    <a:pt x="1316" y="1061"/>
                  </a:cubicBezTo>
                  <a:cubicBezTo>
                    <a:pt x="1291" y="1072"/>
                    <a:pt x="1264" y="1078"/>
                    <a:pt x="1235" y="1078"/>
                  </a:cubicBezTo>
                  <a:cubicBezTo>
                    <a:pt x="1141" y="1078"/>
                    <a:pt x="1024" y="1020"/>
                    <a:pt x="897" y="909"/>
                  </a:cubicBezTo>
                  <a:cubicBezTo>
                    <a:pt x="664" y="705"/>
                    <a:pt x="456" y="479"/>
                    <a:pt x="263" y="216"/>
                  </a:cubicBezTo>
                  <a:cubicBezTo>
                    <a:pt x="134" y="40"/>
                    <a:pt x="96" y="1"/>
                    <a:pt x="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1" name="Google Shape;341;p28">
              <a:extLst>
                <a:ext uri="{FF2B5EF4-FFF2-40B4-BE49-F238E27FC236}">
                  <a16:creationId xmlns:a16="http://schemas.microsoft.com/office/drawing/2014/main" id="{2CBBC26C-DA62-5B2B-8137-127CEF480C58}"/>
                </a:ext>
              </a:extLst>
            </p:cNvPr>
            <p:cNvSpPr/>
            <p:nvPr/>
          </p:nvSpPr>
          <p:spPr>
            <a:xfrm>
              <a:off x="7932263" y="3204074"/>
              <a:ext cx="105603" cy="213938"/>
            </a:xfrm>
            <a:custGeom>
              <a:avLst/>
              <a:gdLst/>
              <a:ahLst/>
              <a:cxnLst/>
              <a:rect l="l" t="t" r="r" b="b"/>
              <a:pathLst>
                <a:path w="849" h="1720" extrusionOk="0">
                  <a:moveTo>
                    <a:pt x="570" y="0"/>
                  </a:moveTo>
                  <a:cubicBezTo>
                    <a:pt x="520" y="0"/>
                    <a:pt x="474" y="13"/>
                    <a:pt x="430" y="37"/>
                  </a:cubicBezTo>
                  <a:cubicBezTo>
                    <a:pt x="1" y="280"/>
                    <a:pt x="62" y="1602"/>
                    <a:pt x="65" y="1659"/>
                  </a:cubicBezTo>
                  <a:cubicBezTo>
                    <a:pt x="66" y="1691"/>
                    <a:pt x="90" y="1718"/>
                    <a:pt x="117" y="1719"/>
                  </a:cubicBezTo>
                  <a:lnTo>
                    <a:pt x="118" y="1719"/>
                  </a:lnTo>
                  <a:cubicBezTo>
                    <a:pt x="136" y="1719"/>
                    <a:pt x="156" y="1706"/>
                    <a:pt x="160" y="1678"/>
                  </a:cubicBezTo>
                  <a:cubicBezTo>
                    <a:pt x="169" y="1581"/>
                    <a:pt x="174" y="1474"/>
                    <a:pt x="181" y="1363"/>
                  </a:cubicBezTo>
                  <a:cubicBezTo>
                    <a:pt x="209" y="908"/>
                    <a:pt x="243" y="341"/>
                    <a:pt x="483" y="182"/>
                  </a:cubicBezTo>
                  <a:cubicBezTo>
                    <a:pt x="528" y="152"/>
                    <a:pt x="580" y="137"/>
                    <a:pt x="638" y="137"/>
                  </a:cubicBezTo>
                  <a:cubicBezTo>
                    <a:pt x="686" y="137"/>
                    <a:pt x="738" y="147"/>
                    <a:pt x="796" y="168"/>
                  </a:cubicBezTo>
                  <a:lnTo>
                    <a:pt x="826" y="176"/>
                  </a:lnTo>
                  <a:lnTo>
                    <a:pt x="840" y="150"/>
                  </a:lnTo>
                  <a:cubicBezTo>
                    <a:pt x="849" y="132"/>
                    <a:pt x="841" y="104"/>
                    <a:pt x="823" y="91"/>
                  </a:cubicBezTo>
                  <a:cubicBezTo>
                    <a:pt x="732" y="31"/>
                    <a:pt x="647" y="0"/>
                    <a:pt x="5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2" name="Google Shape;342;p28">
              <a:extLst>
                <a:ext uri="{FF2B5EF4-FFF2-40B4-BE49-F238E27FC236}">
                  <a16:creationId xmlns:a16="http://schemas.microsoft.com/office/drawing/2014/main" id="{E3B78F00-B0D5-E140-6336-69BAFCF95353}"/>
                </a:ext>
              </a:extLst>
            </p:cNvPr>
            <p:cNvSpPr/>
            <p:nvPr/>
          </p:nvSpPr>
          <p:spPr>
            <a:xfrm>
              <a:off x="7975175" y="3183675"/>
              <a:ext cx="215559" cy="449145"/>
            </a:xfrm>
            <a:custGeom>
              <a:avLst/>
              <a:gdLst/>
              <a:ahLst/>
              <a:cxnLst/>
              <a:rect l="l" t="t" r="r" b="b"/>
              <a:pathLst>
                <a:path w="1733" h="3611" extrusionOk="0">
                  <a:moveTo>
                    <a:pt x="229" y="0"/>
                  </a:moveTo>
                  <a:cubicBezTo>
                    <a:pt x="162" y="0"/>
                    <a:pt x="99" y="18"/>
                    <a:pt x="40" y="52"/>
                  </a:cubicBezTo>
                  <a:cubicBezTo>
                    <a:pt x="13" y="68"/>
                    <a:pt x="0" y="101"/>
                    <a:pt x="13" y="125"/>
                  </a:cubicBezTo>
                  <a:cubicBezTo>
                    <a:pt x="14" y="129"/>
                    <a:pt x="26" y="147"/>
                    <a:pt x="52" y="147"/>
                  </a:cubicBezTo>
                  <a:cubicBezTo>
                    <a:pt x="61" y="147"/>
                    <a:pt x="71" y="145"/>
                    <a:pt x="83" y="140"/>
                  </a:cubicBezTo>
                  <a:cubicBezTo>
                    <a:pt x="124" y="123"/>
                    <a:pt x="168" y="114"/>
                    <a:pt x="212" y="114"/>
                  </a:cubicBezTo>
                  <a:cubicBezTo>
                    <a:pt x="269" y="114"/>
                    <a:pt x="327" y="128"/>
                    <a:pt x="387" y="155"/>
                  </a:cubicBezTo>
                  <a:cubicBezTo>
                    <a:pt x="750" y="325"/>
                    <a:pt x="1101" y="970"/>
                    <a:pt x="1271" y="1499"/>
                  </a:cubicBezTo>
                  <a:cubicBezTo>
                    <a:pt x="1475" y="2135"/>
                    <a:pt x="1605" y="2889"/>
                    <a:pt x="1616" y="3516"/>
                  </a:cubicBezTo>
                  <a:cubicBezTo>
                    <a:pt x="1617" y="3570"/>
                    <a:pt x="1646" y="3611"/>
                    <a:pt x="1680" y="3611"/>
                  </a:cubicBezTo>
                  <a:cubicBezTo>
                    <a:pt x="1696" y="3611"/>
                    <a:pt x="1732" y="3602"/>
                    <a:pt x="1732" y="3529"/>
                  </a:cubicBezTo>
                  <a:cubicBezTo>
                    <a:pt x="1728" y="2891"/>
                    <a:pt x="1589" y="1852"/>
                    <a:pt x="1212" y="1021"/>
                  </a:cubicBezTo>
                  <a:cubicBezTo>
                    <a:pt x="1034" y="627"/>
                    <a:pt x="703" y="129"/>
                    <a:pt x="357" y="21"/>
                  </a:cubicBezTo>
                  <a:cubicBezTo>
                    <a:pt x="313" y="7"/>
                    <a:pt x="270" y="0"/>
                    <a:pt x="22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3" name="Google Shape;343;p28">
              <a:extLst>
                <a:ext uri="{FF2B5EF4-FFF2-40B4-BE49-F238E27FC236}">
                  <a16:creationId xmlns:a16="http://schemas.microsoft.com/office/drawing/2014/main" id="{F9263556-DFCE-2840-B2E6-9188F222D9A7}"/>
                </a:ext>
              </a:extLst>
            </p:cNvPr>
            <p:cNvSpPr/>
            <p:nvPr/>
          </p:nvSpPr>
          <p:spPr>
            <a:xfrm>
              <a:off x="7936492" y="3429207"/>
              <a:ext cx="228122" cy="299016"/>
            </a:xfrm>
            <a:custGeom>
              <a:avLst/>
              <a:gdLst/>
              <a:ahLst/>
              <a:cxnLst/>
              <a:rect l="l" t="t" r="r" b="b"/>
              <a:pathLst>
                <a:path w="1834" h="2404" extrusionOk="0">
                  <a:moveTo>
                    <a:pt x="102" y="1"/>
                  </a:moveTo>
                  <a:lnTo>
                    <a:pt x="40" y="4"/>
                  </a:lnTo>
                  <a:lnTo>
                    <a:pt x="38" y="33"/>
                  </a:lnTo>
                  <a:cubicBezTo>
                    <a:pt x="1" y="423"/>
                    <a:pt x="83" y="790"/>
                    <a:pt x="298" y="1190"/>
                  </a:cubicBezTo>
                  <a:cubicBezTo>
                    <a:pt x="612" y="1773"/>
                    <a:pt x="851" y="1993"/>
                    <a:pt x="953" y="2087"/>
                  </a:cubicBezTo>
                  <a:cubicBezTo>
                    <a:pt x="1176" y="2293"/>
                    <a:pt x="1404" y="2404"/>
                    <a:pt x="1589" y="2404"/>
                  </a:cubicBezTo>
                  <a:cubicBezTo>
                    <a:pt x="1665" y="2404"/>
                    <a:pt x="1732" y="2386"/>
                    <a:pt x="1791" y="2348"/>
                  </a:cubicBezTo>
                  <a:cubicBezTo>
                    <a:pt x="1811" y="2336"/>
                    <a:pt x="1834" y="2302"/>
                    <a:pt x="1823" y="2273"/>
                  </a:cubicBezTo>
                  <a:cubicBezTo>
                    <a:pt x="1819" y="2263"/>
                    <a:pt x="1807" y="2243"/>
                    <a:pt x="1774" y="2243"/>
                  </a:cubicBezTo>
                  <a:cubicBezTo>
                    <a:pt x="1768" y="2243"/>
                    <a:pt x="1762" y="2244"/>
                    <a:pt x="1755" y="2245"/>
                  </a:cubicBezTo>
                  <a:lnTo>
                    <a:pt x="1721" y="2251"/>
                  </a:lnTo>
                  <a:cubicBezTo>
                    <a:pt x="1658" y="2261"/>
                    <a:pt x="1604" y="2271"/>
                    <a:pt x="1548" y="2271"/>
                  </a:cubicBezTo>
                  <a:cubicBezTo>
                    <a:pt x="1427" y="2271"/>
                    <a:pt x="1303" y="2226"/>
                    <a:pt x="1087" y="2052"/>
                  </a:cubicBezTo>
                  <a:cubicBezTo>
                    <a:pt x="874" y="1881"/>
                    <a:pt x="669" y="1612"/>
                    <a:pt x="440" y="1206"/>
                  </a:cubicBezTo>
                  <a:cubicBezTo>
                    <a:pt x="198" y="778"/>
                    <a:pt x="150" y="451"/>
                    <a:pt x="109" y="36"/>
                  </a:cubicBezTo>
                  <a:lnTo>
                    <a:pt x="10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4" name="Google Shape;344;p28">
              <a:extLst>
                <a:ext uri="{FF2B5EF4-FFF2-40B4-BE49-F238E27FC236}">
                  <a16:creationId xmlns:a16="http://schemas.microsoft.com/office/drawing/2014/main" id="{6C9DCA68-4A1C-3BC9-681B-25C55C4E7DF6}"/>
                </a:ext>
              </a:extLst>
            </p:cNvPr>
            <p:cNvSpPr/>
            <p:nvPr/>
          </p:nvSpPr>
          <p:spPr>
            <a:xfrm>
              <a:off x="7909750" y="3215517"/>
              <a:ext cx="281483" cy="559846"/>
            </a:xfrm>
            <a:custGeom>
              <a:avLst/>
              <a:gdLst/>
              <a:ahLst/>
              <a:cxnLst/>
              <a:rect l="l" t="t" r="r" b="b"/>
              <a:pathLst>
                <a:path w="2263" h="4501" extrusionOk="0">
                  <a:moveTo>
                    <a:pt x="352" y="0"/>
                  </a:moveTo>
                  <a:lnTo>
                    <a:pt x="336" y="25"/>
                  </a:lnTo>
                  <a:cubicBezTo>
                    <a:pt x="113" y="354"/>
                    <a:pt x="0" y="961"/>
                    <a:pt x="34" y="1649"/>
                  </a:cubicBezTo>
                  <a:cubicBezTo>
                    <a:pt x="66" y="2321"/>
                    <a:pt x="217" y="2892"/>
                    <a:pt x="494" y="3393"/>
                  </a:cubicBezTo>
                  <a:cubicBezTo>
                    <a:pt x="610" y="3604"/>
                    <a:pt x="762" y="3801"/>
                    <a:pt x="909" y="3991"/>
                  </a:cubicBezTo>
                  <a:cubicBezTo>
                    <a:pt x="941" y="4032"/>
                    <a:pt x="971" y="4071"/>
                    <a:pt x="1000" y="4109"/>
                  </a:cubicBezTo>
                  <a:cubicBezTo>
                    <a:pt x="1143" y="4297"/>
                    <a:pt x="1307" y="4419"/>
                    <a:pt x="1486" y="4472"/>
                  </a:cubicBezTo>
                  <a:cubicBezTo>
                    <a:pt x="1549" y="4490"/>
                    <a:pt x="1611" y="4500"/>
                    <a:pt x="1670" y="4500"/>
                  </a:cubicBezTo>
                  <a:cubicBezTo>
                    <a:pt x="1765" y="4500"/>
                    <a:pt x="1855" y="4476"/>
                    <a:pt x="1934" y="4430"/>
                  </a:cubicBezTo>
                  <a:cubicBezTo>
                    <a:pt x="2087" y="4342"/>
                    <a:pt x="2197" y="4178"/>
                    <a:pt x="2251" y="3955"/>
                  </a:cubicBezTo>
                  <a:cubicBezTo>
                    <a:pt x="2263" y="3911"/>
                    <a:pt x="2263" y="3842"/>
                    <a:pt x="2221" y="3830"/>
                  </a:cubicBezTo>
                  <a:cubicBezTo>
                    <a:pt x="2217" y="3829"/>
                    <a:pt x="2213" y="3828"/>
                    <a:pt x="2209" y="3828"/>
                  </a:cubicBezTo>
                  <a:cubicBezTo>
                    <a:pt x="2174" y="3828"/>
                    <a:pt x="2159" y="3878"/>
                    <a:pt x="2154" y="3895"/>
                  </a:cubicBezTo>
                  <a:cubicBezTo>
                    <a:pt x="2090" y="4098"/>
                    <a:pt x="1995" y="4234"/>
                    <a:pt x="1869" y="4301"/>
                  </a:cubicBezTo>
                  <a:cubicBezTo>
                    <a:pt x="1811" y="4331"/>
                    <a:pt x="1747" y="4346"/>
                    <a:pt x="1677" y="4346"/>
                  </a:cubicBezTo>
                  <a:cubicBezTo>
                    <a:pt x="1618" y="4346"/>
                    <a:pt x="1554" y="4335"/>
                    <a:pt x="1487" y="4313"/>
                  </a:cubicBezTo>
                  <a:cubicBezTo>
                    <a:pt x="1271" y="4244"/>
                    <a:pt x="1127" y="4051"/>
                    <a:pt x="959" y="3828"/>
                  </a:cubicBezTo>
                  <a:cubicBezTo>
                    <a:pt x="931" y="3792"/>
                    <a:pt x="904" y="3755"/>
                    <a:pt x="874" y="3716"/>
                  </a:cubicBezTo>
                  <a:cubicBezTo>
                    <a:pt x="698" y="3487"/>
                    <a:pt x="553" y="3288"/>
                    <a:pt x="445" y="3004"/>
                  </a:cubicBezTo>
                  <a:cubicBezTo>
                    <a:pt x="264" y="2528"/>
                    <a:pt x="173" y="2050"/>
                    <a:pt x="156" y="1496"/>
                  </a:cubicBezTo>
                  <a:cubicBezTo>
                    <a:pt x="140" y="971"/>
                    <a:pt x="231" y="438"/>
                    <a:pt x="401" y="71"/>
                  </a:cubicBezTo>
                  <a:cubicBezTo>
                    <a:pt x="413" y="50"/>
                    <a:pt x="400" y="24"/>
                    <a:pt x="383" y="15"/>
                  </a:cubicBezTo>
                  <a:lnTo>
                    <a:pt x="35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5" name="Google Shape;345;p28">
              <a:extLst>
                <a:ext uri="{FF2B5EF4-FFF2-40B4-BE49-F238E27FC236}">
                  <a16:creationId xmlns:a16="http://schemas.microsoft.com/office/drawing/2014/main" id="{E23BEFD7-D35D-D8AE-D9C3-CCF03045DDEF}"/>
                </a:ext>
              </a:extLst>
            </p:cNvPr>
            <p:cNvSpPr/>
            <p:nvPr/>
          </p:nvSpPr>
          <p:spPr>
            <a:xfrm>
              <a:off x="7891217" y="3706083"/>
              <a:ext cx="308226" cy="280109"/>
            </a:xfrm>
            <a:custGeom>
              <a:avLst/>
              <a:gdLst/>
              <a:ahLst/>
              <a:cxnLst/>
              <a:rect l="l" t="t" r="r" b="b"/>
              <a:pathLst>
                <a:path w="2478" h="2252" extrusionOk="0">
                  <a:moveTo>
                    <a:pt x="286" y="0"/>
                  </a:moveTo>
                  <a:cubicBezTo>
                    <a:pt x="119" y="0"/>
                    <a:pt x="1" y="155"/>
                    <a:pt x="1" y="411"/>
                  </a:cubicBezTo>
                  <a:cubicBezTo>
                    <a:pt x="1" y="755"/>
                    <a:pt x="213" y="1160"/>
                    <a:pt x="470" y="1308"/>
                  </a:cubicBezTo>
                  <a:lnTo>
                    <a:pt x="2007" y="2196"/>
                  </a:lnTo>
                  <a:cubicBezTo>
                    <a:pt x="2073" y="2234"/>
                    <a:pt x="2136" y="2252"/>
                    <a:pt x="2193" y="2252"/>
                  </a:cubicBezTo>
                  <a:cubicBezTo>
                    <a:pt x="2360" y="2252"/>
                    <a:pt x="2477" y="2098"/>
                    <a:pt x="2477" y="1841"/>
                  </a:cubicBezTo>
                  <a:cubicBezTo>
                    <a:pt x="2477" y="1496"/>
                    <a:pt x="2265" y="1093"/>
                    <a:pt x="2007" y="943"/>
                  </a:cubicBezTo>
                  <a:lnTo>
                    <a:pt x="470" y="56"/>
                  </a:lnTo>
                  <a:cubicBezTo>
                    <a:pt x="405" y="18"/>
                    <a:pt x="342" y="0"/>
                    <a:pt x="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6" name="Google Shape;346;p28">
              <a:extLst>
                <a:ext uri="{FF2B5EF4-FFF2-40B4-BE49-F238E27FC236}">
                  <a16:creationId xmlns:a16="http://schemas.microsoft.com/office/drawing/2014/main" id="{B4E44022-28E1-6EC8-2E7C-1671594CD3B2}"/>
                </a:ext>
              </a:extLst>
            </p:cNvPr>
            <p:cNvSpPr/>
            <p:nvPr/>
          </p:nvSpPr>
          <p:spPr>
            <a:xfrm>
              <a:off x="8144460" y="3973257"/>
              <a:ext cx="34703" cy="23881"/>
            </a:xfrm>
            <a:custGeom>
              <a:avLst/>
              <a:gdLst/>
              <a:ahLst/>
              <a:cxnLst/>
              <a:rect l="l" t="t" r="r" b="b"/>
              <a:pathLst>
                <a:path w="279" h="192" extrusionOk="0">
                  <a:moveTo>
                    <a:pt x="1" y="0"/>
                  </a:moveTo>
                  <a:lnTo>
                    <a:pt x="66" y="192"/>
                  </a:lnTo>
                  <a:lnTo>
                    <a:pt x="279" y="70"/>
                  </a:lnTo>
                  <a:lnTo>
                    <a:pt x="1"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7" name="Google Shape;347;p28">
              <a:extLst>
                <a:ext uri="{FF2B5EF4-FFF2-40B4-BE49-F238E27FC236}">
                  <a16:creationId xmlns:a16="http://schemas.microsoft.com/office/drawing/2014/main" id="{3F8CAB05-8A65-DD80-42B0-68FC648C2733}"/>
                </a:ext>
              </a:extLst>
            </p:cNvPr>
            <p:cNvSpPr/>
            <p:nvPr/>
          </p:nvSpPr>
          <p:spPr>
            <a:xfrm>
              <a:off x="7885247" y="3708943"/>
              <a:ext cx="28733" cy="30101"/>
            </a:xfrm>
            <a:custGeom>
              <a:avLst/>
              <a:gdLst/>
              <a:ahLst/>
              <a:cxnLst/>
              <a:rect l="l" t="t" r="r" b="b"/>
              <a:pathLst>
                <a:path w="231" h="242" extrusionOk="0">
                  <a:moveTo>
                    <a:pt x="230" y="0"/>
                  </a:moveTo>
                  <a:lnTo>
                    <a:pt x="0" y="136"/>
                  </a:lnTo>
                  <a:lnTo>
                    <a:pt x="230" y="241"/>
                  </a:lnTo>
                  <a:lnTo>
                    <a:pt x="230" y="0"/>
                  </a:lnTo>
                  <a:close/>
                </a:path>
              </a:pathLst>
            </a:custGeom>
            <a:solidFill>
              <a:srgbClr val="F91F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8" name="Google Shape;348;p28">
              <a:extLst>
                <a:ext uri="{FF2B5EF4-FFF2-40B4-BE49-F238E27FC236}">
                  <a16:creationId xmlns:a16="http://schemas.microsoft.com/office/drawing/2014/main" id="{E024F238-A238-374A-A888-E9705F13A48C}"/>
                </a:ext>
              </a:extLst>
            </p:cNvPr>
            <p:cNvSpPr/>
            <p:nvPr/>
          </p:nvSpPr>
          <p:spPr>
            <a:xfrm>
              <a:off x="7866092" y="3721008"/>
              <a:ext cx="308102" cy="280109"/>
            </a:xfrm>
            <a:custGeom>
              <a:avLst/>
              <a:gdLst/>
              <a:ahLst/>
              <a:cxnLst/>
              <a:rect l="l" t="t" r="r" b="b"/>
              <a:pathLst>
                <a:path w="2477" h="2252" extrusionOk="0">
                  <a:moveTo>
                    <a:pt x="284" y="0"/>
                  </a:moveTo>
                  <a:cubicBezTo>
                    <a:pt x="117" y="0"/>
                    <a:pt x="0" y="155"/>
                    <a:pt x="0" y="411"/>
                  </a:cubicBezTo>
                  <a:cubicBezTo>
                    <a:pt x="0" y="756"/>
                    <a:pt x="211" y="1159"/>
                    <a:pt x="470" y="1308"/>
                  </a:cubicBezTo>
                  <a:lnTo>
                    <a:pt x="2007" y="2196"/>
                  </a:lnTo>
                  <a:cubicBezTo>
                    <a:pt x="2072" y="2234"/>
                    <a:pt x="2135" y="2252"/>
                    <a:pt x="2192" y="2252"/>
                  </a:cubicBezTo>
                  <a:cubicBezTo>
                    <a:pt x="2359" y="2252"/>
                    <a:pt x="2476" y="2098"/>
                    <a:pt x="2476" y="1841"/>
                  </a:cubicBezTo>
                  <a:cubicBezTo>
                    <a:pt x="2476" y="1497"/>
                    <a:pt x="2265" y="1093"/>
                    <a:pt x="2007" y="944"/>
                  </a:cubicBezTo>
                  <a:lnTo>
                    <a:pt x="470" y="57"/>
                  </a:lnTo>
                  <a:cubicBezTo>
                    <a:pt x="404" y="18"/>
                    <a:pt x="341" y="0"/>
                    <a:pt x="2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49" name="Google Shape;349;p28">
              <a:extLst>
                <a:ext uri="{FF2B5EF4-FFF2-40B4-BE49-F238E27FC236}">
                  <a16:creationId xmlns:a16="http://schemas.microsoft.com/office/drawing/2014/main" id="{D29FF6A4-FFF8-3C79-74BA-9572EBE3A2B4}"/>
                </a:ext>
              </a:extLst>
            </p:cNvPr>
            <p:cNvSpPr/>
            <p:nvPr/>
          </p:nvSpPr>
          <p:spPr>
            <a:xfrm>
              <a:off x="7924054" y="3762055"/>
              <a:ext cx="44779" cy="111944"/>
            </a:xfrm>
            <a:custGeom>
              <a:avLst/>
              <a:gdLst/>
              <a:ahLst/>
              <a:cxnLst/>
              <a:rect l="l" t="t" r="r" b="b"/>
              <a:pathLst>
                <a:path w="360" h="900" extrusionOk="0">
                  <a:moveTo>
                    <a:pt x="0" y="0"/>
                  </a:moveTo>
                  <a:lnTo>
                    <a:pt x="0" y="693"/>
                  </a:lnTo>
                  <a:lnTo>
                    <a:pt x="103" y="751"/>
                  </a:lnTo>
                  <a:lnTo>
                    <a:pt x="103" y="463"/>
                  </a:lnTo>
                  <a:lnTo>
                    <a:pt x="258" y="552"/>
                  </a:lnTo>
                  <a:lnTo>
                    <a:pt x="258" y="841"/>
                  </a:lnTo>
                  <a:lnTo>
                    <a:pt x="360" y="900"/>
                  </a:lnTo>
                  <a:lnTo>
                    <a:pt x="360" y="207"/>
                  </a:lnTo>
                  <a:lnTo>
                    <a:pt x="258" y="149"/>
                  </a:lnTo>
                  <a:lnTo>
                    <a:pt x="258" y="415"/>
                  </a:lnTo>
                  <a:lnTo>
                    <a:pt x="103" y="326"/>
                  </a:lnTo>
                  <a:lnTo>
                    <a:pt x="103" y="59"/>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0" name="Google Shape;350;p28">
              <a:extLst>
                <a:ext uri="{FF2B5EF4-FFF2-40B4-BE49-F238E27FC236}">
                  <a16:creationId xmlns:a16="http://schemas.microsoft.com/office/drawing/2014/main" id="{5A4E9A52-B64B-D12D-6788-150F0A93CAAF}"/>
                </a:ext>
              </a:extLst>
            </p:cNvPr>
            <p:cNvSpPr/>
            <p:nvPr/>
          </p:nvSpPr>
          <p:spPr>
            <a:xfrm>
              <a:off x="7974553" y="3801360"/>
              <a:ext cx="50500" cy="105103"/>
            </a:xfrm>
            <a:custGeom>
              <a:avLst/>
              <a:gdLst/>
              <a:ahLst/>
              <a:cxnLst/>
              <a:rect l="l" t="t" r="r" b="b"/>
              <a:pathLst>
                <a:path w="406" h="845" extrusionOk="0">
                  <a:moveTo>
                    <a:pt x="199" y="151"/>
                  </a:moveTo>
                  <a:lnTo>
                    <a:pt x="201" y="154"/>
                  </a:lnTo>
                  <a:cubicBezTo>
                    <a:pt x="214" y="233"/>
                    <a:pt x="225" y="322"/>
                    <a:pt x="238" y="397"/>
                  </a:cubicBezTo>
                  <a:lnTo>
                    <a:pt x="249" y="468"/>
                  </a:lnTo>
                  <a:lnTo>
                    <a:pt x="249" y="468"/>
                  </a:lnTo>
                  <a:lnTo>
                    <a:pt x="153" y="412"/>
                  </a:lnTo>
                  <a:lnTo>
                    <a:pt x="163" y="354"/>
                  </a:lnTo>
                  <a:cubicBezTo>
                    <a:pt x="175" y="292"/>
                    <a:pt x="188" y="219"/>
                    <a:pt x="199" y="151"/>
                  </a:cubicBezTo>
                  <a:close/>
                  <a:moveTo>
                    <a:pt x="142" y="1"/>
                  </a:moveTo>
                  <a:lnTo>
                    <a:pt x="1" y="611"/>
                  </a:lnTo>
                  <a:lnTo>
                    <a:pt x="104" y="671"/>
                  </a:lnTo>
                  <a:lnTo>
                    <a:pt x="131" y="522"/>
                  </a:lnTo>
                  <a:lnTo>
                    <a:pt x="270" y="602"/>
                  </a:lnTo>
                  <a:lnTo>
                    <a:pt x="297" y="782"/>
                  </a:lnTo>
                  <a:lnTo>
                    <a:pt x="405" y="844"/>
                  </a:lnTo>
                  <a:lnTo>
                    <a:pt x="263" y="70"/>
                  </a:lnTo>
                  <a:lnTo>
                    <a:pt x="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1" name="Google Shape;351;p28">
              <a:extLst>
                <a:ext uri="{FF2B5EF4-FFF2-40B4-BE49-F238E27FC236}">
                  <a16:creationId xmlns:a16="http://schemas.microsoft.com/office/drawing/2014/main" id="{8F2E7D0E-FB94-0B97-7786-B428E42596BA}"/>
                </a:ext>
              </a:extLst>
            </p:cNvPr>
            <p:cNvSpPr/>
            <p:nvPr/>
          </p:nvSpPr>
          <p:spPr>
            <a:xfrm>
              <a:off x="8027167" y="3832455"/>
              <a:ext cx="44157" cy="94531"/>
            </a:xfrm>
            <a:custGeom>
              <a:avLst/>
              <a:gdLst/>
              <a:ahLst/>
              <a:cxnLst/>
              <a:rect l="l" t="t" r="r" b="b"/>
              <a:pathLst>
                <a:path w="355" h="760" extrusionOk="0">
                  <a:moveTo>
                    <a:pt x="139" y="0"/>
                  </a:moveTo>
                  <a:cubicBezTo>
                    <a:pt x="59" y="0"/>
                    <a:pt x="0" y="86"/>
                    <a:pt x="0" y="263"/>
                  </a:cubicBezTo>
                  <a:cubicBezTo>
                    <a:pt x="0" y="496"/>
                    <a:pt x="96" y="673"/>
                    <a:pt x="212" y="740"/>
                  </a:cubicBezTo>
                  <a:cubicBezTo>
                    <a:pt x="235" y="753"/>
                    <a:pt x="257" y="760"/>
                    <a:pt x="278" y="760"/>
                  </a:cubicBezTo>
                  <a:cubicBezTo>
                    <a:pt x="307" y="760"/>
                    <a:pt x="333" y="747"/>
                    <a:pt x="355" y="720"/>
                  </a:cubicBezTo>
                  <a:lnTo>
                    <a:pt x="299" y="594"/>
                  </a:lnTo>
                  <a:cubicBezTo>
                    <a:pt x="285" y="608"/>
                    <a:pt x="270" y="618"/>
                    <a:pt x="252" y="618"/>
                  </a:cubicBezTo>
                  <a:cubicBezTo>
                    <a:pt x="240" y="618"/>
                    <a:pt x="227" y="614"/>
                    <a:pt x="213" y="605"/>
                  </a:cubicBezTo>
                  <a:cubicBezTo>
                    <a:pt x="148" y="568"/>
                    <a:pt x="105" y="460"/>
                    <a:pt x="105" y="318"/>
                  </a:cubicBezTo>
                  <a:cubicBezTo>
                    <a:pt x="105" y="206"/>
                    <a:pt x="136" y="149"/>
                    <a:pt x="181" y="149"/>
                  </a:cubicBezTo>
                  <a:cubicBezTo>
                    <a:pt x="192" y="149"/>
                    <a:pt x="204" y="152"/>
                    <a:pt x="216" y="159"/>
                  </a:cubicBezTo>
                  <a:cubicBezTo>
                    <a:pt x="248" y="177"/>
                    <a:pt x="269" y="210"/>
                    <a:pt x="292" y="255"/>
                  </a:cubicBezTo>
                  <a:lnTo>
                    <a:pt x="348" y="191"/>
                  </a:lnTo>
                  <a:cubicBezTo>
                    <a:pt x="318" y="126"/>
                    <a:pt x="270" y="56"/>
                    <a:pt x="215" y="23"/>
                  </a:cubicBezTo>
                  <a:cubicBezTo>
                    <a:pt x="188" y="8"/>
                    <a:pt x="163" y="0"/>
                    <a:pt x="1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2" name="Google Shape;352;p28">
              <a:extLst>
                <a:ext uri="{FF2B5EF4-FFF2-40B4-BE49-F238E27FC236}">
                  <a16:creationId xmlns:a16="http://schemas.microsoft.com/office/drawing/2014/main" id="{75340917-F25C-C7C0-4C85-C55A9510D6EB}"/>
                </a:ext>
              </a:extLst>
            </p:cNvPr>
            <p:cNvSpPr/>
            <p:nvPr/>
          </p:nvSpPr>
          <p:spPr>
            <a:xfrm>
              <a:off x="8079532" y="3851735"/>
              <a:ext cx="46769" cy="113188"/>
            </a:xfrm>
            <a:custGeom>
              <a:avLst/>
              <a:gdLst/>
              <a:ahLst/>
              <a:cxnLst/>
              <a:rect l="l" t="t" r="r" b="b"/>
              <a:pathLst>
                <a:path w="376" h="910" extrusionOk="0">
                  <a:moveTo>
                    <a:pt x="0" y="1"/>
                  </a:moveTo>
                  <a:lnTo>
                    <a:pt x="0" y="694"/>
                  </a:lnTo>
                  <a:lnTo>
                    <a:pt x="103" y="752"/>
                  </a:lnTo>
                  <a:lnTo>
                    <a:pt x="103" y="566"/>
                  </a:lnTo>
                  <a:lnTo>
                    <a:pt x="156" y="490"/>
                  </a:lnTo>
                  <a:lnTo>
                    <a:pt x="264" y="846"/>
                  </a:lnTo>
                  <a:lnTo>
                    <a:pt x="375" y="910"/>
                  </a:lnTo>
                  <a:lnTo>
                    <a:pt x="214" y="401"/>
                  </a:lnTo>
                  <a:lnTo>
                    <a:pt x="350" y="203"/>
                  </a:lnTo>
                  <a:lnTo>
                    <a:pt x="239" y="138"/>
                  </a:lnTo>
                  <a:lnTo>
                    <a:pt x="105" y="344"/>
                  </a:lnTo>
                  <a:lnTo>
                    <a:pt x="103" y="343"/>
                  </a:lnTo>
                  <a:lnTo>
                    <a:pt x="103" y="6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353" name="Google Shape;353;p28">
            <a:extLst>
              <a:ext uri="{FF2B5EF4-FFF2-40B4-BE49-F238E27FC236}">
                <a16:creationId xmlns:a16="http://schemas.microsoft.com/office/drawing/2014/main" id="{C8BFD8E3-6468-271C-912E-D944B693CD12}"/>
              </a:ext>
            </a:extLst>
          </p:cNvPr>
          <p:cNvGrpSpPr/>
          <p:nvPr/>
        </p:nvGrpSpPr>
        <p:grpSpPr>
          <a:xfrm>
            <a:off x="331179" y="148675"/>
            <a:ext cx="557496" cy="1104693"/>
            <a:chOff x="331179" y="148675"/>
            <a:chExt cx="557496" cy="1104693"/>
          </a:xfrm>
        </p:grpSpPr>
        <p:sp>
          <p:nvSpPr>
            <p:cNvPr id="354" name="Google Shape;354;p28">
              <a:extLst>
                <a:ext uri="{FF2B5EF4-FFF2-40B4-BE49-F238E27FC236}">
                  <a16:creationId xmlns:a16="http://schemas.microsoft.com/office/drawing/2014/main" id="{41B2FE12-BDD3-C7A9-4D42-64EF223C7E61}"/>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5" name="Google Shape;355;p28">
              <a:extLst>
                <a:ext uri="{FF2B5EF4-FFF2-40B4-BE49-F238E27FC236}">
                  <a16:creationId xmlns:a16="http://schemas.microsoft.com/office/drawing/2014/main" id="{A1F5DCA2-5126-F529-23A2-0B34473F1C85}"/>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6" name="Google Shape;356;p28">
              <a:extLst>
                <a:ext uri="{FF2B5EF4-FFF2-40B4-BE49-F238E27FC236}">
                  <a16:creationId xmlns:a16="http://schemas.microsoft.com/office/drawing/2014/main" id="{DBE2364B-3C33-69A2-947E-0425191CE532}"/>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7" name="Google Shape;357;p28">
              <a:extLst>
                <a:ext uri="{FF2B5EF4-FFF2-40B4-BE49-F238E27FC236}">
                  <a16:creationId xmlns:a16="http://schemas.microsoft.com/office/drawing/2014/main" id="{6630FA56-E10F-ECFA-C046-46F3E446C770}"/>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8" name="Google Shape;358;p28">
              <a:extLst>
                <a:ext uri="{FF2B5EF4-FFF2-40B4-BE49-F238E27FC236}">
                  <a16:creationId xmlns:a16="http://schemas.microsoft.com/office/drawing/2014/main" id="{9EBC8BF0-C66B-4FA3-6842-3C6589AF7AC2}"/>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59" name="Google Shape;359;p28">
              <a:extLst>
                <a:ext uri="{FF2B5EF4-FFF2-40B4-BE49-F238E27FC236}">
                  <a16:creationId xmlns:a16="http://schemas.microsoft.com/office/drawing/2014/main" id="{A5D65AEA-2D11-8559-5491-5422AFACEA42}"/>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0" name="Google Shape;360;p28">
              <a:extLst>
                <a:ext uri="{FF2B5EF4-FFF2-40B4-BE49-F238E27FC236}">
                  <a16:creationId xmlns:a16="http://schemas.microsoft.com/office/drawing/2014/main" id="{A894B878-DBBC-70EC-97CB-793BB92E4176}"/>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1" name="Google Shape;361;p28">
              <a:extLst>
                <a:ext uri="{FF2B5EF4-FFF2-40B4-BE49-F238E27FC236}">
                  <a16:creationId xmlns:a16="http://schemas.microsoft.com/office/drawing/2014/main" id="{B8975EAE-CA3B-218D-6EA9-1F9233102274}"/>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2" name="Google Shape;362;p28">
              <a:extLst>
                <a:ext uri="{FF2B5EF4-FFF2-40B4-BE49-F238E27FC236}">
                  <a16:creationId xmlns:a16="http://schemas.microsoft.com/office/drawing/2014/main" id="{4130A6EB-3647-A5F4-3393-417C353F4EF9}"/>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3" name="Google Shape;363;p28">
              <a:extLst>
                <a:ext uri="{FF2B5EF4-FFF2-40B4-BE49-F238E27FC236}">
                  <a16:creationId xmlns:a16="http://schemas.microsoft.com/office/drawing/2014/main" id="{895AEAFE-1E23-9F18-31A2-1E477F7CA115}"/>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4" name="Google Shape;364;p28">
              <a:extLst>
                <a:ext uri="{FF2B5EF4-FFF2-40B4-BE49-F238E27FC236}">
                  <a16:creationId xmlns:a16="http://schemas.microsoft.com/office/drawing/2014/main" id="{139779A5-DF84-AECC-27F0-0A7987A48C3E}"/>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5" name="Google Shape;365;p28">
              <a:extLst>
                <a:ext uri="{FF2B5EF4-FFF2-40B4-BE49-F238E27FC236}">
                  <a16:creationId xmlns:a16="http://schemas.microsoft.com/office/drawing/2014/main" id="{12FC30EC-9049-8E50-30D7-3CE3D6EF585C}"/>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6" name="Google Shape;366;p28">
              <a:extLst>
                <a:ext uri="{FF2B5EF4-FFF2-40B4-BE49-F238E27FC236}">
                  <a16:creationId xmlns:a16="http://schemas.microsoft.com/office/drawing/2014/main" id="{10554802-2E8C-77CF-EBC5-12ABC722C85C}"/>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7" name="Google Shape;367;p28">
              <a:extLst>
                <a:ext uri="{FF2B5EF4-FFF2-40B4-BE49-F238E27FC236}">
                  <a16:creationId xmlns:a16="http://schemas.microsoft.com/office/drawing/2014/main" id="{AC3897F1-2372-F06D-7C01-EB5E322B75A3}"/>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8" name="Google Shape;368;p28">
              <a:extLst>
                <a:ext uri="{FF2B5EF4-FFF2-40B4-BE49-F238E27FC236}">
                  <a16:creationId xmlns:a16="http://schemas.microsoft.com/office/drawing/2014/main" id="{4BCCBAED-E29F-0F50-DD81-77F02E673EF0}"/>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69" name="Google Shape;369;p28">
              <a:extLst>
                <a:ext uri="{FF2B5EF4-FFF2-40B4-BE49-F238E27FC236}">
                  <a16:creationId xmlns:a16="http://schemas.microsoft.com/office/drawing/2014/main" id="{25BA306E-516A-4D91-F18A-82CF90E76C70}"/>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0" name="Google Shape;370;p28">
              <a:extLst>
                <a:ext uri="{FF2B5EF4-FFF2-40B4-BE49-F238E27FC236}">
                  <a16:creationId xmlns:a16="http://schemas.microsoft.com/office/drawing/2014/main" id="{245977D2-CF19-0092-6095-254F58FC2CC2}"/>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1" name="Google Shape;371;p28">
              <a:extLst>
                <a:ext uri="{FF2B5EF4-FFF2-40B4-BE49-F238E27FC236}">
                  <a16:creationId xmlns:a16="http://schemas.microsoft.com/office/drawing/2014/main" id="{4DA6606E-BE29-674C-57C3-1EA126989573}"/>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372" name="Google Shape;372;p28">
              <a:extLst>
                <a:ext uri="{FF2B5EF4-FFF2-40B4-BE49-F238E27FC236}">
                  <a16:creationId xmlns:a16="http://schemas.microsoft.com/office/drawing/2014/main" id="{26EC7E83-9A47-D299-0928-E4C2043BA3A8}"/>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sp>
        <p:nvSpPr>
          <p:cNvPr id="2" name="Google Shape;377;p29">
            <a:extLst>
              <a:ext uri="{FF2B5EF4-FFF2-40B4-BE49-F238E27FC236}">
                <a16:creationId xmlns:a16="http://schemas.microsoft.com/office/drawing/2014/main" id="{B1F3618B-7CBF-FF6C-8829-8E85F0A550DE}"/>
              </a:ext>
            </a:extLst>
          </p:cNvPr>
          <p:cNvSpPr txBox="1">
            <a:spLocks/>
          </p:cNvSpPr>
          <p:nvPr/>
        </p:nvSpPr>
        <p:spPr>
          <a:xfrm>
            <a:off x="11645884" y="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5200"/>
              <a:buFont typeface="Oswald"/>
              <a:buNone/>
              <a:defRPr sz="8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9pPr>
          </a:lstStyle>
          <a:p>
            <a:r>
              <a:rPr lang="en-US" dirty="0" err="1">
                <a:solidFill>
                  <a:schemeClr val="lt2"/>
                </a:solidFill>
                <a:latin typeface="Bahnschrift SemiBold Condensed" panose="020B0502040204020203" pitchFamily="34" charset="0"/>
              </a:rPr>
              <a:t>Nội</a:t>
            </a:r>
            <a:r>
              <a:rPr lang="en-US" dirty="0">
                <a:solidFill>
                  <a:schemeClr val="lt2"/>
                </a:solidFill>
                <a:latin typeface="Bahnschrift SemiBold Condensed" panose="020B0502040204020203" pitchFamily="34" charset="0"/>
              </a:rPr>
              <a:t> Dung</a:t>
            </a:r>
          </a:p>
        </p:txBody>
      </p:sp>
      <p:graphicFrame>
        <p:nvGraphicFramePr>
          <p:cNvPr id="3" name="Google Shape;379;p29">
            <a:extLst>
              <a:ext uri="{FF2B5EF4-FFF2-40B4-BE49-F238E27FC236}">
                <a16:creationId xmlns:a16="http://schemas.microsoft.com/office/drawing/2014/main" id="{80B419CC-AABA-6E29-F24B-7725C354DAB5}"/>
              </a:ext>
            </a:extLst>
          </p:cNvPr>
          <p:cNvGraphicFramePr/>
          <p:nvPr>
            <p:extLst>
              <p:ext uri="{D42A27DB-BD31-4B8C-83A1-F6EECF244321}">
                <p14:modId xmlns:p14="http://schemas.microsoft.com/office/powerpoint/2010/main" val="1702507952"/>
              </p:ext>
            </p:extLst>
          </p:nvPr>
        </p:nvGraphicFramePr>
        <p:xfrm>
          <a:off x="566415" y="5460022"/>
          <a:ext cx="7704000" cy="2457930"/>
        </p:xfrm>
        <a:graphic>
          <a:graphicData uri="http://schemas.openxmlformats.org/drawingml/2006/table">
            <a:tbl>
              <a:tblPr>
                <a:noFill/>
                <a:tableStyleId>{D243762F-2EDA-4845-8B42-360F46D7D34F}</a:tableStyleId>
              </a:tblPr>
              <a:tblGrid>
                <a:gridCol w="2364925">
                  <a:extLst>
                    <a:ext uri="{9D8B030D-6E8A-4147-A177-3AD203B41FA5}">
                      <a16:colId xmlns:a16="http://schemas.microsoft.com/office/drawing/2014/main" val="20000"/>
                    </a:ext>
                  </a:extLst>
                </a:gridCol>
                <a:gridCol w="5339075">
                  <a:extLst>
                    <a:ext uri="{9D8B030D-6E8A-4147-A177-3AD203B41FA5}">
                      <a16:colId xmlns:a16="http://schemas.microsoft.com/office/drawing/2014/main" val="20001"/>
                    </a:ext>
                  </a:extLst>
                </a:gridCol>
              </a:tblGrid>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Mở</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Đầu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Tổng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an </a:t>
                      </a:r>
                      <a:r>
                        <a:rPr lang="en-US" sz="1400" dirty="0" err="1">
                          <a:solidFill>
                            <a:schemeClr val="dk1"/>
                          </a:solidFill>
                          <a:latin typeface="Bahnschrift" panose="020B0502040204020203" pitchFamily="34" charset="0"/>
                          <a:ea typeface="Nunito"/>
                          <a:cs typeface="Nunito"/>
                          <a:sym typeface="Nunito"/>
                        </a:rPr>
                        <a:t>ninh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mạng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DDos</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dk2">
                          <a:alpha val="0"/>
                        </a:schemeClr>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Cơ</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Sở</a:t>
                      </a:r>
                      <a:r>
                        <a:rPr lang="en-US" sz="1400" b="1" dirty="0">
                          <a:solidFill>
                            <a:schemeClr val="lt1"/>
                          </a:solidFill>
                          <a:latin typeface="Bahnschrift" panose="020B0502040204020203" pitchFamily="34" charset="0"/>
                          <a:ea typeface="Oswald"/>
                          <a:cs typeface="Oswald"/>
                          <a:sym typeface="Oswald"/>
                        </a:rPr>
                        <a:t> Lý </a:t>
                      </a:r>
                      <a:r>
                        <a:rPr lang="en-US" sz="1400" b="1" dirty="0" err="1">
                          <a:solidFill>
                            <a:schemeClr val="lt1"/>
                          </a:solidFill>
                          <a:latin typeface="Bahnschrift" panose="020B0502040204020203" pitchFamily="34" charset="0"/>
                          <a:ea typeface="Oswald"/>
                          <a:cs typeface="Oswald"/>
                          <a:sym typeface="Oswald"/>
                        </a:rPr>
                        <a:t>Thuyết</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marR="0" lvl="0" indent="0" algn="l" rtl="0">
                        <a:lnSpc>
                          <a:spcPct val="100000"/>
                        </a:lnSpc>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Giới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về</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thuật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toán</a:t>
                      </a:r>
                      <a:r>
                        <a:rPr lang="en-US" sz="1400" dirty="0">
                          <a:solidFill>
                            <a:schemeClr val="dk1"/>
                          </a:solidFill>
                          <a:latin typeface="Bahnschrift" panose="020B0502040204020203" pitchFamily="34" charset="0"/>
                          <a:ea typeface="Nunito"/>
                          <a:cs typeface="Nunito"/>
                          <a:sym typeface="Nunito"/>
                        </a:rPr>
                        <a:t> KNN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khái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niệm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liên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quan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91586">
                <a:tc>
                  <a:txBody>
                    <a:bodyPr/>
                    <a:lstStyle/>
                    <a:p>
                      <a:pPr marL="0" lvl="0" indent="0" algn="l" rtl="0">
                        <a:spcBef>
                          <a:spcPts val="0"/>
                        </a:spcBef>
                        <a:spcAft>
                          <a:spcPts val="0"/>
                        </a:spcAft>
                        <a:buNone/>
                      </a:pPr>
                      <a:r>
                        <a:rPr lang="en-US" sz="1400" b="1" dirty="0">
                          <a:solidFill>
                            <a:schemeClr val="lt1"/>
                          </a:solidFill>
                          <a:latin typeface="Bahnschrift" panose="020B0502040204020203" pitchFamily="34" charset="0"/>
                          <a:ea typeface="Oswald"/>
                          <a:cs typeface="Oswald"/>
                          <a:sym typeface="Oswald"/>
                        </a:rPr>
                        <a:t>Phương Pháp </a:t>
                      </a:r>
                      <a:r>
                        <a:rPr lang="en-US" sz="1400" b="1" dirty="0" err="1">
                          <a:solidFill>
                            <a:schemeClr val="lt1"/>
                          </a:solidFill>
                          <a:latin typeface="Bahnschrift" panose="020B0502040204020203" pitchFamily="34" charset="0"/>
                          <a:ea typeface="Oswald"/>
                          <a:cs typeface="Oswald"/>
                          <a:sym typeface="Oswald"/>
                        </a:rPr>
                        <a:t>Nghiên</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Cứu</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a:solidFill>
                            <a:schemeClr val="dk1"/>
                          </a:solidFill>
                          <a:latin typeface="Bahnschrift" panose="020B0502040204020203" pitchFamily="34" charset="0"/>
                          <a:ea typeface="Nunito"/>
                          <a:cs typeface="Nunito"/>
                          <a:sym typeface="Nunito"/>
                        </a:rPr>
                        <a:t>Quy </a:t>
                      </a:r>
                      <a:r>
                        <a:rPr lang="en-US" sz="1400" dirty="0" err="1">
                          <a:solidFill>
                            <a:schemeClr val="dk1"/>
                          </a:solidFill>
                          <a:latin typeface="Bahnschrift" panose="020B0502040204020203" pitchFamily="34" charset="0"/>
                          <a:ea typeface="Nunito"/>
                          <a:cs typeface="Nunito"/>
                          <a:sym typeface="Nunito"/>
                        </a:rPr>
                        <a:t>trình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xây</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dựng</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phát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hiện</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91586">
                <a:tc>
                  <a:txBody>
                    <a:bodyPr/>
                    <a:lstStyle/>
                    <a:p>
                      <a:pPr marL="0" lvl="0" indent="0" algn="l" rtl="0">
                        <a:spcBef>
                          <a:spcPts val="0"/>
                        </a:spcBef>
                        <a:spcAft>
                          <a:spcPts val="0"/>
                        </a:spcAft>
                        <a:buNone/>
                      </a:pPr>
                      <a:r>
                        <a:rPr lang="en" sz="1400" b="1" dirty="0">
                          <a:solidFill>
                            <a:schemeClr val="lt1"/>
                          </a:solidFill>
                          <a:uFill>
                            <a:noFill/>
                          </a:uFill>
                          <a:latin typeface="Bahnschrift" panose="020B0502040204020203" pitchFamily="34" charset="0"/>
                          <a:ea typeface="Oswald"/>
                          <a:cs typeface="Oswald"/>
                          <a:sym typeface="Oswald"/>
                        </a:rPr>
                        <a:t>Thực Hành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1600"/>
                        </a:spcAft>
                        <a:buNone/>
                      </a:pPr>
                      <a:r>
                        <a:rPr lang="en-US" sz="1400" dirty="0" err="1">
                          <a:solidFill>
                            <a:schemeClr val="dk1"/>
                          </a:solidFill>
                          <a:latin typeface="Bahnschrift" panose="020B0502040204020203" pitchFamily="34" charset="0"/>
                          <a:ea typeface="Nunito"/>
                          <a:cs typeface="Nunito"/>
                          <a:sym typeface="Nunito"/>
                        </a:rPr>
                        <a:t>Triển</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khai</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hiệu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suất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độ</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chính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xác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91586">
                <a:tc>
                  <a:txBody>
                    <a:bodyPr/>
                    <a:lstStyle/>
                    <a:p>
                      <a:pPr marL="0" lvl="0" indent="0" algn="l" rtl="0">
                        <a:spcBef>
                          <a:spcPts val="0"/>
                        </a:spcBef>
                        <a:spcAft>
                          <a:spcPts val="0"/>
                        </a:spcAft>
                        <a:buNone/>
                      </a:pPr>
                      <a:r>
                        <a:rPr lang="en-US" sz="1400" b="1" dirty="0" err="1">
                          <a:solidFill>
                            <a:schemeClr val="lt1"/>
                          </a:solidFill>
                          <a:latin typeface="Bahnschrift" panose="020B0502040204020203" pitchFamily="34" charset="0"/>
                          <a:ea typeface="Oswald"/>
                          <a:cs typeface="Oswald"/>
                          <a:sym typeface="Oswald"/>
                        </a:rPr>
                        <a:t>Tổng</a:t>
                      </a:r>
                      <a:r>
                        <a:rPr lang="en-US" sz="1400" b="1" dirty="0">
                          <a:solidFill>
                            <a:schemeClr val="lt1"/>
                          </a:solidFill>
                          <a:latin typeface="Bahnschrift" panose="020B0502040204020203" pitchFamily="34" charset="0"/>
                          <a:ea typeface="Oswald"/>
                          <a:cs typeface="Oswald"/>
                          <a:sym typeface="Oswald"/>
                        </a:rPr>
                        <a:t> </a:t>
                      </a:r>
                      <a:r>
                        <a:rPr lang="en-US" sz="1400" b="1" dirty="0" err="1">
                          <a:solidFill>
                            <a:schemeClr val="lt1"/>
                          </a:solidFill>
                          <a:latin typeface="Bahnschrift" panose="020B0502040204020203" pitchFamily="34" charset="0"/>
                          <a:ea typeface="Oswald"/>
                          <a:cs typeface="Oswald"/>
                          <a:sym typeface="Oswald"/>
                        </a:rPr>
                        <a:t>kết</a:t>
                      </a:r>
                      <a:r>
                        <a:rPr lang="en-US" sz="1400" b="1" dirty="0">
                          <a:solidFill>
                            <a:schemeClr val="lt1"/>
                          </a:solidFill>
                          <a:latin typeface="Bahnschrift" panose="020B0502040204020203" pitchFamily="34" charset="0"/>
                          <a:ea typeface="Oswald"/>
                          <a:cs typeface="Oswald"/>
                          <a:sym typeface="Oswald"/>
                        </a:rPr>
                        <a:t> </a:t>
                      </a:r>
                      <a:endParaRPr sz="1400" b="1" dirty="0">
                        <a:solidFill>
                          <a:schemeClr val="lt1"/>
                        </a:solidFill>
                        <a:latin typeface="Bahnschrift" panose="020B0502040204020203" pitchFamily="34" charset="0"/>
                        <a:ea typeface="Oswald"/>
                        <a:cs typeface="Oswald"/>
                        <a:sym typeface="Oswald"/>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dk2"/>
                    </a:solidFill>
                  </a:tcPr>
                </a:tc>
                <a:tc>
                  <a:txBody>
                    <a:bodyPr/>
                    <a:lstStyle/>
                    <a:p>
                      <a:pPr marL="0" lvl="0" indent="0" algn="l" rtl="0">
                        <a:spcBef>
                          <a:spcPts val="0"/>
                        </a:spcBef>
                        <a:spcAft>
                          <a:spcPts val="0"/>
                        </a:spcAft>
                        <a:buNone/>
                      </a:pPr>
                      <a:r>
                        <a:rPr lang="en-US" sz="1400" dirty="0" err="1">
                          <a:solidFill>
                            <a:schemeClr val="dk1"/>
                          </a:solidFill>
                          <a:latin typeface="Bahnschrift" panose="020B0502040204020203" pitchFamily="34" charset="0"/>
                          <a:ea typeface="Nunito"/>
                          <a:cs typeface="Nunito"/>
                          <a:sym typeface="Nunito"/>
                        </a:rPr>
                        <a:t>Đúc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kết</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quả</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đánh</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giá</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ưu</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và</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nhược</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điểm</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của</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mô</a:t>
                      </a:r>
                      <a:r>
                        <a:rPr lang="en-US" sz="1400" dirty="0">
                          <a:solidFill>
                            <a:schemeClr val="dk1"/>
                          </a:solidFill>
                          <a:latin typeface="Bahnschrift" panose="020B0502040204020203" pitchFamily="34" charset="0"/>
                          <a:ea typeface="Nunito"/>
                          <a:cs typeface="Nunito"/>
                          <a:sym typeface="Nunito"/>
                        </a:rPr>
                        <a:t> </a:t>
                      </a:r>
                      <a:r>
                        <a:rPr lang="en-US" sz="1400" dirty="0" err="1">
                          <a:solidFill>
                            <a:schemeClr val="dk1"/>
                          </a:solidFill>
                          <a:latin typeface="Bahnschrift" panose="020B0502040204020203" pitchFamily="34" charset="0"/>
                          <a:ea typeface="Nunito"/>
                          <a:cs typeface="Nunito"/>
                          <a:sym typeface="Nunito"/>
                        </a:rPr>
                        <a:t>hình</a:t>
                      </a:r>
                      <a:r>
                        <a:rPr lang="en-US" sz="1400" dirty="0">
                          <a:solidFill>
                            <a:schemeClr val="dk1"/>
                          </a:solidFill>
                          <a:latin typeface="Bahnschrift" panose="020B0502040204020203" pitchFamily="34" charset="0"/>
                          <a:ea typeface="Nunito"/>
                          <a:cs typeface="Nunito"/>
                          <a:sym typeface="Nunito"/>
                        </a:rPr>
                        <a:t> </a:t>
                      </a:r>
                      <a:endParaRPr sz="1400" dirty="0">
                        <a:solidFill>
                          <a:schemeClr val="dk1"/>
                        </a:solidFill>
                        <a:latin typeface="Bahnschrift" panose="020B0502040204020203" pitchFamily="34" charset="0"/>
                        <a:ea typeface="Nunito"/>
                        <a:cs typeface="Nunito"/>
                        <a:sym typeface="Nunito"/>
                      </a:endParaRPr>
                    </a:p>
                  </a:txBody>
                  <a:tcPr marL="91425" marR="91425" marT="0" marB="0" anchor="ctr">
                    <a:lnL w="19050" cap="flat" cmpd="sng">
                      <a:solidFill>
                        <a:schemeClr val="lt1">
                          <a:alpha val="0"/>
                        </a:schemeClr>
                      </a:solidFill>
                      <a:prstDash val="solid"/>
                      <a:round/>
                      <a:headEnd type="none" w="sm" len="sm"/>
                      <a:tailEnd type="none" w="sm" len="sm"/>
                    </a:lnL>
                    <a:lnR w="19050" cap="flat" cmpd="sng">
                      <a:solidFill>
                        <a:schemeClr val="dk2">
                          <a:alpha val="0"/>
                        </a:schemeClr>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4" name="Google Shape;377;p29">
            <a:extLst>
              <a:ext uri="{FF2B5EF4-FFF2-40B4-BE49-F238E27FC236}">
                <a16:creationId xmlns:a16="http://schemas.microsoft.com/office/drawing/2014/main" id="{D8D61BB6-C20F-78FB-DB72-9459B3DA45ED}"/>
              </a:ext>
            </a:extLst>
          </p:cNvPr>
          <p:cNvSpPr txBox="1">
            <a:spLocks/>
          </p:cNvSpPr>
          <p:nvPr/>
        </p:nvSpPr>
        <p:spPr>
          <a:xfrm>
            <a:off x="1440000" y="12418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chemeClr val="dk1"/>
              </a:buClr>
              <a:buSzPts val="5200"/>
              <a:buFont typeface="Oswald"/>
              <a:buNone/>
              <a:defRPr sz="8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5200"/>
              <a:buFont typeface="Oswald"/>
              <a:buNone/>
              <a:defRPr sz="5200" b="1" i="0" u="none" strike="noStrike" cap="none">
                <a:solidFill>
                  <a:schemeClr val="dk1"/>
                </a:solidFill>
                <a:latin typeface="Oswald"/>
                <a:ea typeface="Oswald"/>
                <a:cs typeface="Oswald"/>
                <a:sym typeface="Oswald"/>
              </a:defRPr>
            </a:lvl9pPr>
          </a:lstStyle>
          <a:p>
            <a:r>
              <a:rPr lang="en-US" dirty="0">
                <a:solidFill>
                  <a:schemeClr val="lt2"/>
                </a:solidFill>
                <a:latin typeface="Bahnschrift SemiBold Condensed" panose="020B0502040204020203" pitchFamily="34" charset="0"/>
              </a:rPr>
              <a:t>Thành Viên</a:t>
            </a:r>
          </a:p>
        </p:txBody>
      </p:sp>
      <p:graphicFrame>
        <p:nvGraphicFramePr>
          <p:cNvPr id="5" name="Table 4">
            <a:extLst>
              <a:ext uri="{FF2B5EF4-FFF2-40B4-BE49-F238E27FC236}">
                <a16:creationId xmlns:a16="http://schemas.microsoft.com/office/drawing/2014/main" id="{CE8E9458-940C-E27C-52C1-624EF386D683}"/>
              </a:ext>
            </a:extLst>
          </p:cNvPr>
          <p:cNvGraphicFramePr>
            <a:graphicFrameLocks noGrp="1"/>
          </p:cNvGraphicFramePr>
          <p:nvPr>
            <p:extLst>
              <p:ext uri="{D42A27DB-BD31-4B8C-83A1-F6EECF244321}">
                <p14:modId xmlns:p14="http://schemas.microsoft.com/office/powerpoint/2010/main" val="151296714"/>
              </p:ext>
            </p:extLst>
          </p:nvPr>
        </p:nvGraphicFramePr>
        <p:xfrm>
          <a:off x="914400" y="1495356"/>
          <a:ext cx="6923313" cy="2949516"/>
        </p:xfrm>
        <a:graphic>
          <a:graphicData uri="http://schemas.openxmlformats.org/drawingml/2006/table">
            <a:tbl>
              <a:tblPr firstRow="1" bandRow="1">
                <a:tableStyleId>{5940675A-B579-460E-94D1-54222C63F5DA}</a:tableStyleId>
              </a:tblPr>
              <a:tblGrid>
                <a:gridCol w="711200">
                  <a:extLst>
                    <a:ext uri="{9D8B030D-6E8A-4147-A177-3AD203B41FA5}">
                      <a16:colId xmlns:a16="http://schemas.microsoft.com/office/drawing/2014/main" val="4271785657"/>
                    </a:ext>
                  </a:extLst>
                </a:gridCol>
                <a:gridCol w="3991429">
                  <a:extLst>
                    <a:ext uri="{9D8B030D-6E8A-4147-A177-3AD203B41FA5}">
                      <a16:colId xmlns:a16="http://schemas.microsoft.com/office/drawing/2014/main" val="4012843014"/>
                    </a:ext>
                  </a:extLst>
                </a:gridCol>
                <a:gridCol w="2220684">
                  <a:extLst>
                    <a:ext uri="{9D8B030D-6E8A-4147-A177-3AD203B41FA5}">
                      <a16:colId xmlns:a16="http://schemas.microsoft.com/office/drawing/2014/main" val="3416503616"/>
                    </a:ext>
                  </a:extLst>
                </a:gridCol>
              </a:tblGrid>
              <a:tr h="491586">
                <a:tc>
                  <a:txBody>
                    <a:bodyPr/>
                    <a:lstStyle/>
                    <a:p>
                      <a:pPr algn="ctr"/>
                      <a:r>
                        <a:rPr lang="en-US" sz="1800" dirty="0">
                          <a:latin typeface="Bahnschrift SemiBold" panose="020B0502040204020203" pitchFamily="34" charset="0"/>
                        </a:rPr>
                        <a:t>STT</a:t>
                      </a:r>
                    </a:p>
                  </a:txBody>
                  <a:tcPr anchor="ctr"/>
                </a:tc>
                <a:tc>
                  <a:txBody>
                    <a:bodyPr/>
                    <a:lstStyle/>
                    <a:p>
                      <a:pPr algn="ctr"/>
                      <a:r>
                        <a:rPr lang="en-US" sz="1800" dirty="0" err="1">
                          <a:latin typeface="Bahnschrift SemiBold" panose="020B0502040204020203" pitchFamily="34" charset="0"/>
                        </a:rPr>
                        <a:t>Họ</a:t>
                      </a:r>
                      <a:r>
                        <a:rPr lang="en-US" sz="1800" dirty="0">
                          <a:latin typeface="Bahnschrift SemiBold" panose="020B0502040204020203" pitchFamily="34" charset="0"/>
                        </a:rPr>
                        <a:t> </a:t>
                      </a:r>
                      <a:r>
                        <a:rPr lang="en-US" sz="1800" dirty="0" err="1">
                          <a:latin typeface="Bahnschrift SemiBold" panose="020B0502040204020203" pitchFamily="34" charset="0"/>
                        </a:rPr>
                        <a:t>và</a:t>
                      </a:r>
                      <a:r>
                        <a:rPr lang="en-US" sz="1800" dirty="0">
                          <a:latin typeface="Bahnschrift SemiBold" panose="020B0502040204020203" pitchFamily="34" charset="0"/>
                        </a:rPr>
                        <a:t> </a:t>
                      </a:r>
                      <a:r>
                        <a:rPr lang="en-US" sz="1800" dirty="0" err="1">
                          <a:latin typeface="Bahnschrift SemiBold" panose="020B0502040204020203" pitchFamily="34" charset="0"/>
                        </a:rPr>
                        <a:t>Tên</a:t>
                      </a:r>
                      <a:endParaRPr lang="en-US" sz="1800" dirty="0">
                        <a:latin typeface="Bahnschrift SemiBold" panose="020B0502040204020203" pitchFamily="34" charset="0"/>
                      </a:endParaRPr>
                    </a:p>
                  </a:txBody>
                  <a:tcPr anchor="ctr"/>
                </a:tc>
                <a:tc>
                  <a:txBody>
                    <a:bodyPr/>
                    <a:lstStyle/>
                    <a:p>
                      <a:pPr algn="ctr"/>
                      <a:r>
                        <a:rPr lang="en-US" sz="1800" dirty="0">
                          <a:latin typeface="Bahnschrift SemiBold" panose="020B0502040204020203" pitchFamily="34" charset="0"/>
                        </a:rPr>
                        <a:t>MSSV</a:t>
                      </a:r>
                    </a:p>
                  </a:txBody>
                  <a:tcPr anchor="ctr"/>
                </a:tc>
                <a:extLst>
                  <a:ext uri="{0D108BD9-81ED-4DB2-BD59-A6C34878D82A}">
                    <a16:rowId xmlns:a16="http://schemas.microsoft.com/office/drawing/2014/main" val="3199567138"/>
                  </a:ext>
                </a:extLst>
              </a:tr>
              <a:tr h="491586">
                <a:tc>
                  <a:txBody>
                    <a:bodyPr/>
                    <a:lstStyle/>
                    <a:p>
                      <a:pPr algn="ctr"/>
                      <a:r>
                        <a:rPr lang="en-US" sz="1800" dirty="0">
                          <a:latin typeface="Bahnschrift SemiBold" panose="020B0502040204020203" pitchFamily="34" charset="0"/>
                        </a:rPr>
                        <a:t>01</a:t>
                      </a:r>
                    </a:p>
                  </a:txBody>
                  <a:tcPr anchor="ctr"/>
                </a:tc>
                <a:tc>
                  <a:txBody>
                    <a:bodyPr/>
                    <a:lstStyle/>
                    <a:p>
                      <a:pPr algn="ctr"/>
                      <a:r>
                        <a:rPr lang="en-US" sz="1800" dirty="0">
                          <a:latin typeface="Bahnschrift SemiBold" panose="020B0502040204020203" pitchFamily="34" charset="0"/>
                        </a:rPr>
                        <a:t>Nguyễn Duy Khang</a:t>
                      </a:r>
                    </a:p>
                  </a:txBody>
                  <a:tcPr anchor="ctr"/>
                </a:tc>
                <a:tc>
                  <a:txBody>
                    <a:bodyPr/>
                    <a:lstStyle/>
                    <a:p>
                      <a:pPr algn="ctr"/>
                      <a:r>
                        <a:rPr lang="en-US" sz="1800" dirty="0">
                          <a:latin typeface="Bahnschrift SemiBold" panose="020B0502040204020203" pitchFamily="34" charset="0"/>
                        </a:rPr>
                        <a:t>N25DCAT083</a:t>
                      </a:r>
                    </a:p>
                  </a:txBody>
                  <a:tcPr anchor="ctr"/>
                </a:tc>
                <a:extLst>
                  <a:ext uri="{0D108BD9-81ED-4DB2-BD59-A6C34878D82A}">
                    <a16:rowId xmlns:a16="http://schemas.microsoft.com/office/drawing/2014/main" val="3272533634"/>
                  </a:ext>
                </a:extLst>
              </a:tr>
              <a:tr h="491586">
                <a:tc>
                  <a:txBody>
                    <a:bodyPr/>
                    <a:lstStyle/>
                    <a:p>
                      <a:pPr algn="ctr"/>
                      <a:r>
                        <a:rPr lang="en-US" sz="1800" dirty="0">
                          <a:latin typeface="Bahnschrift SemiBold" panose="020B0502040204020203" pitchFamily="34" charset="0"/>
                        </a:rPr>
                        <a:t>02</a:t>
                      </a:r>
                    </a:p>
                  </a:txBody>
                  <a:tcPr anchor="ctr"/>
                </a:tc>
                <a:tc>
                  <a:txBody>
                    <a:bodyPr/>
                    <a:lstStyle/>
                    <a:p>
                      <a:pPr algn="ctr"/>
                      <a:r>
                        <a:rPr lang="en-US" sz="1800" dirty="0">
                          <a:latin typeface="Bahnschrift SemiBold" panose="020B0502040204020203" pitchFamily="34" charset="0"/>
                        </a:rPr>
                        <a:t>Thân Nguyễn </a:t>
                      </a:r>
                      <a:r>
                        <a:rPr lang="en-US" sz="1800" dirty="0" err="1">
                          <a:latin typeface="Bahnschrift SemiBold" panose="020B0502040204020203" pitchFamily="34" charset="0"/>
                        </a:rPr>
                        <a:t>Tấn</a:t>
                      </a:r>
                      <a:r>
                        <a:rPr lang="en-US" sz="1800" dirty="0">
                          <a:latin typeface="Bahnschrift SemiBold" panose="020B0502040204020203" pitchFamily="34" charset="0"/>
                        </a:rPr>
                        <a:t> </a:t>
                      </a:r>
                      <a:r>
                        <a:rPr lang="en-US" sz="1800" dirty="0" err="1">
                          <a:latin typeface="Bahnschrift SemiBold" panose="020B0502040204020203" pitchFamily="34" charset="0"/>
                        </a:rPr>
                        <a:t>Phú</a:t>
                      </a:r>
                      <a:endParaRPr lang="en-US" sz="1800" dirty="0">
                        <a:latin typeface="Bahnschrift SemiBold" panose="020B05020402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Bahnschrift SemiBold" panose="020B0502040204020203" pitchFamily="34" charset="0"/>
                        </a:rPr>
                        <a:t>N25DCAT035</a:t>
                      </a:r>
                    </a:p>
                  </a:txBody>
                  <a:tcPr anchor="ctr"/>
                </a:tc>
                <a:extLst>
                  <a:ext uri="{0D108BD9-81ED-4DB2-BD59-A6C34878D82A}">
                    <a16:rowId xmlns:a16="http://schemas.microsoft.com/office/drawing/2014/main" val="1317571486"/>
                  </a:ext>
                </a:extLst>
              </a:tr>
              <a:tr h="491586">
                <a:tc>
                  <a:txBody>
                    <a:bodyPr/>
                    <a:lstStyle/>
                    <a:p>
                      <a:pPr algn="ctr"/>
                      <a:r>
                        <a:rPr lang="en-US" sz="1800" dirty="0">
                          <a:latin typeface="Bahnschrift SemiBold" panose="020B0502040204020203" pitchFamily="34" charset="0"/>
                        </a:rPr>
                        <a:t>03</a:t>
                      </a:r>
                    </a:p>
                  </a:txBody>
                  <a:tcPr anchor="ctr"/>
                </a:tc>
                <a:tc>
                  <a:txBody>
                    <a:bodyPr/>
                    <a:lstStyle/>
                    <a:p>
                      <a:pPr algn="ctr"/>
                      <a:r>
                        <a:rPr lang="vi-VN" sz="1800" dirty="0">
                          <a:latin typeface="Bahnschrift SemiBold" panose="020B0502040204020203" pitchFamily="34" charset="0"/>
                        </a:rPr>
                        <a:t>Nguyễn Trường Hải</a:t>
                      </a:r>
                      <a:endParaRPr lang="en-US" sz="1800" dirty="0">
                        <a:latin typeface="Bahnschrift SemiBold" panose="020B0502040204020203" pitchFamily="34" charset="0"/>
                      </a:endParaRPr>
                    </a:p>
                  </a:txBody>
                  <a:tcPr anchor="ctr"/>
                </a:tc>
                <a:tc>
                  <a:txBody>
                    <a:bodyPr/>
                    <a:lstStyle/>
                    <a:p>
                      <a:pPr algn="ctr"/>
                      <a:r>
                        <a:rPr lang="en-US" sz="1800" dirty="0">
                          <a:latin typeface="Bahnschrift SemiBold" panose="020B0502040204020203" pitchFamily="34" charset="0"/>
                        </a:rPr>
                        <a:t>N25DCAT075</a:t>
                      </a:r>
                    </a:p>
                  </a:txBody>
                  <a:tcPr anchor="ctr"/>
                </a:tc>
                <a:extLst>
                  <a:ext uri="{0D108BD9-81ED-4DB2-BD59-A6C34878D82A}">
                    <a16:rowId xmlns:a16="http://schemas.microsoft.com/office/drawing/2014/main" val="3954293809"/>
                  </a:ext>
                </a:extLst>
              </a:tr>
              <a:tr h="491586">
                <a:tc>
                  <a:txBody>
                    <a:bodyPr/>
                    <a:lstStyle/>
                    <a:p>
                      <a:pPr algn="ctr"/>
                      <a:r>
                        <a:rPr lang="en-US" sz="1800" dirty="0">
                          <a:latin typeface="Bahnschrift SemiBold" panose="020B0502040204020203" pitchFamily="34" charset="0"/>
                        </a:rPr>
                        <a:t>04</a:t>
                      </a:r>
                    </a:p>
                  </a:txBody>
                  <a:tcPr anchor="ctr"/>
                </a:tc>
                <a:tc>
                  <a:txBody>
                    <a:bodyPr/>
                    <a:lstStyle/>
                    <a:p>
                      <a:pPr algn="ctr"/>
                      <a:r>
                        <a:rPr lang="en-US" sz="1800" dirty="0">
                          <a:latin typeface="Bahnschrift SemiBold" panose="020B0502040204020203" pitchFamily="34" charset="0"/>
                        </a:rPr>
                        <a:t>Nguyễn Vũ Anh</a:t>
                      </a:r>
                    </a:p>
                  </a:txBody>
                  <a:tcPr anchor="ctr"/>
                </a:tc>
                <a:tc>
                  <a:txBody>
                    <a:bodyPr/>
                    <a:lstStyle/>
                    <a:p>
                      <a:pPr algn="ctr"/>
                      <a:r>
                        <a:rPr lang="en-US" sz="1800" dirty="0">
                          <a:latin typeface="Bahnschrift SemiBold" panose="020B0502040204020203" pitchFamily="34" charset="0"/>
                        </a:rPr>
                        <a:t>N25DCAT067</a:t>
                      </a:r>
                    </a:p>
                  </a:txBody>
                  <a:tcPr anchor="ctr"/>
                </a:tc>
                <a:extLst>
                  <a:ext uri="{0D108BD9-81ED-4DB2-BD59-A6C34878D82A}">
                    <a16:rowId xmlns:a16="http://schemas.microsoft.com/office/drawing/2014/main" val="3921117685"/>
                  </a:ext>
                </a:extLst>
              </a:tr>
              <a:tr h="491586">
                <a:tc>
                  <a:txBody>
                    <a:bodyPr/>
                    <a:lstStyle/>
                    <a:p>
                      <a:pPr algn="ctr"/>
                      <a:r>
                        <a:rPr lang="en-US" sz="1800" dirty="0">
                          <a:latin typeface="Bahnschrift SemiBold" panose="020B0502040204020203" pitchFamily="34" charset="0"/>
                        </a:rPr>
                        <a:t>05</a:t>
                      </a:r>
                    </a:p>
                  </a:txBody>
                  <a:tcPr anchor="ctr"/>
                </a:tc>
                <a:tc>
                  <a:txBody>
                    <a:bodyPr/>
                    <a:lstStyle/>
                    <a:p>
                      <a:pPr algn="ctr"/>
                      <a:r>
                        <a:rPr lang="en-US" sz="1800" dirty="0">
                          <a:latin typeface="Bahnschrift SemiBold" panose="020B0502040204020203" pitchFamily="34" charset="0"/>
                        </a:rPr>
                        <a:t>Phạm Minh Tài</a:t>
                      </a:r>
                    </a:p>
                  </a:txBody>
                  <a:tcPr anchor="ctr"/>
                </a:tc>
                <a:tc>
                  <a:txBody>
                    <a:bodyPr/>
                    <a:lstStyle/>
                    <a:p>
                      <a:pPr algn="ctr"/>
                      <a:r>
                        <a:rPr lang="en-US" sz="1800" dirty="0">
                          <a:latin typeface="Bahnschrift SemiBold" panose="020B0502040204020203" pitchFamily="34" charset="0"/>
                        </a:rPr>
                        <a:t>N25DCAT042</a:t>
                      </a:r>
                    </a:p>
                  </a:txBody>
                  <a:tcPr anchor="ctr"/>
                </a:tc>
                <a:extLst>
                  <a:ext uri="{0D108BD9-81ED-4DB2-BD59-A6C34878D82A}">
                    <a16:rowId xmlns:a16="http://schemas.microsoft.com/office/drawing/2014/main" val="1447621351"/>
                  </a:ext>
                </a:extLst>
              </a:tr>
            </a:tbl>
          </a:graphicData>
        </a:graphic>
      </p:graphicFrame>
    </p:spTree>
    <p:extLst>
      <p:ext uri="{BB962C8B-B14F-4D97-AF65-F5344CB8AC3E}">
        <p14:creationId xmlns:p14="http://schemas.microsoft.com/office/powerpoint/2010/main" val="3290952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E8A8B6AB-92C8-F313-2287-675525C8D03A}"/>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BCB093A2-BBDC-925C-BB5E-E7FAA9CA9D87}"/>
              </a:ext>
            </a:extLst>
          </p:cNvPr>
          <p:cNvSpPr txBox="1">
            <a:spLocks noGrp="1"/>
          </p:cNvSpPr>
          <p:nvPr>
            <p:ph type="title"/>
          </p:nvPr>
        </p:nvSpPr>
        <p:spPr>
          <a:xfrm>
            <a:off x="1457550" y="2257625"/>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A9B97315-9338-E6D5-11E4-50A22FE1A61E}"/>
              </a:ext>
            </a:extLst>
          </p:cNvPr>
          <p:cNvSpPr txBox="1">
            <a:spLocks noGrp="1"/>
          </p:cNvSpPr>
          <p:nvPr>
            <p:ph type="title" idx="2"/>
          </p:nvPr>
        </p:nvSpPr>
        <p:spPr>
          <a:xfrm>
            <a:off x="3989850" y="1146375"/>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cxnSp>
        <p:nvCxnSpPr>
          <p:cNvPr id="444" name="Google Shape;444;p31">
            <a:extLst>
              <a:ext uri="{FF2B5EF4-FFF2-40B4-BE49-F238E27FC236}">
                <a16:creationId xmlns:a16="http://schemas.microsoft.com/office/drawing/2014/main" id="{037D03F5-04AB-E2F2-E169-C718722E20F3}"/>
              </a:ext>
            </a:extLst>
          </p:cNvPr>
          <p:cNvCxnSpPr/>
          <p:nvPr/>
        </p:nvCxnSpPr>
        <p:spPr>
          <a:xfrm rot="10800000" flipH="1">
            <a:off x="1459800" y="2182600"/>
            <a:ext cx="6224400" cy="4200"/>
          </a:xfrm>
          <a:prstGeom prst="straightConnector1">
            <a:avLst/>
          </a:prstGeom>
          <a:noFill/>
          <a:ln w="19050" cap="flat" cmpd="sng">
            <a:solidFill>
              <a:schemeClr val="lt2"/>
            </a:solidFill>
            <a:prstDash val="solid"/>
            <a:round/>
            <a:headEnd type="none" w="med" len="med"/>
            <a:tailEnd type="none" w="med" len="med"/>
          </a:ln>
        </p:spPr>
      </p:cxnSp>
      <p:grpSp>
        <p:nvGrpSpPr>
          <p:cNvPr id="445" name="Google Shape;445;p31">
            <a:extLst>
              <a:ext uri="{FF2B5EF4-FFF2-40B4-BE49-F238E27FC236}">
                <a16:creationId xmlns:a16="http://schemas.microsoft.com/office/drawing/2014/main" id="{E01D5D6D-9446-A64F-11E0-B81490FA04BC}"/>
              </a:ext>
            </a:extLst>
          </p:cNvPr>
          <p:cNvGrpSpPr/>
          <p:nvPr/>
        </p:nvGrpSpPr>
        <p:grpSpPr>
          <a:xfrm flipH="1">
            <a:off x="6995075" y="3099425"/>
            <a:ext cx="2008513" cy="2044060"/>
            <a:chOff x="179950" y="3099425"/>
            <a:chExt cx="2008513" cy="2044060"/>
          </a:xfrm>
        </p:grpSpPr>
        <p:sp>
          <p:nvSpPr>
            <p:cNvPr id="446" name="Google Shape;446;p31">
              <a:extLst>
                <a:ext uri="{FF2B5EF4-FFF2-40B4-BE49-F238E27FC236}">
                  <a16:creationId xmlns:a16="http://schemas.microsoft.com/office/drawing/2014/main" id="{911C03BC-3651-25E7-9B33-3B6E0E36BD7E}"/>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A492388F-4BEB-EA4D-53CC-FA265EFBEE22}"/>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7B2DE6E9-AB57-ED61-1104-2D680B1079C1}"/>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FF88ACE4-C359-742A-4027-9C83E57751A5}"/>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B410AD47-C09E-90E5-5DCC-025FD8169042}"/>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4F50711A-5EDA-008C-CBB9-0A8EF7655465}"/>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9D0C5F91-61DE-4045-3156-A842FAE51951}"/>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1BE6078F-E2C2-B586-C8AD-04AFD1CCCF9F}"/>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ED1BE753-D42C-5DBB-8152-261001CABED8}"/>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2891FD78-8352-2CC4-2AEF-1D501864CC63}"/>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1438284D-18F2-BBA3-82F0-E4F16802BC69}"/>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F385CB0F-6DA6-471C-6B7F-FBA183B2DE7D}"/>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9112BA40-C53C-4660-528A-08A83BE5F6BF}"/>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871E818F-1891-B488-2264-77FF3E31128C}"/>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110C71D4-22B7-541D-4D05-3AD4ABBFE192}"/>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4F17DFD5-DB01-DBED-03EE-6CA7621365DE}"/>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BA170D58-3657-31E2-6E00-DEBFB64E910F}"/>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AF9A40B5-8381-7981-947D-347CB2AB0059}"/>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EEDF90AA-93ED-2BCE-9081-A56AC428F421}"/>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18C85886-7CE6-C1A6-E126-DA340AEAC448}"/>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AF0B332A-939F-37EE-4F4A-13D5289C88D8}"/>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FD1E6DAB-391D-93DF-48F7-36F8A6B870D0}"/>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08AC4E06-C94E-E2F1-D25E-B02FC4D9D417}"/>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9A986043-F786-2920-BC5A-3173F30B719B}"/>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290362A2-9806-8BFF-EDB8-52FEBA8A4022}"/>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05E47559-2360-9306-F4F2-0664896D72DA}"/>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095D6FFF-671E-5276-5233-BE0BBD320397}"/>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19402231-822E-1A6D-5747-6AE42591B884}"/>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9B8EAA8E-F050-5849-826F-26DDF2A3E05B}"/>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18E217CE-657E-2FB4-63E9-FDFF525B6EA3}"/>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2E3C7D63-36F5-2639-F871-6419EFB9C6A4}"/>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8FE27477-FD39-BBF6-D7F7-074A763E8A10}"/>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CC32C723-2C75-A363-2C25-1BF556CF053E}"/>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3092FDA3-61C4-8B09-C518-DC8686098A5B}"/>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45A8EF0B-CC6D-F69F-CDD3-41759CB32938}"/>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A5710FFA-45D4-492A-6F59-5D67CB9C7595}"/>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D352CC83-86A3-CCEB-3980-EFD0DB7DC4EE}"/>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F19EBBCB-125D-3891-BE92-2119FA45903E}"/>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27E12F86-5BFB-33A1-02AD-B4761863349C}"/>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F16A25A4-A119-34D2-C765-B26E684C1BC6}"/>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A041DF55-0883-198E-EAB4-220E88A3051E}"/>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3A41B711-E0EF-30FA-4783-56936419B8CF}"/>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CCAF567D-CC25-CDB3-C07A-727C95099B7D}"/>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DD4675BB-52DE-EE72-3739-9915F24F8A67}"/>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6F8AAFE6-04D4-3C9B-00CF-16652D31096F}"/>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CFC479E0-0479-7D5A-6B9F-F72701A77561}"/>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7C210A6D-DCB7-E9B4-2125-F55C0552A4A1}"/>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9B6200ED-C5FD-64A7-8F18-16939AB08357}"/>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DF50A716-A380-DC99-A40F-D26E3C132EE5}"/>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9F193280-4432-31B1-6032-FE427BF01452}"/>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DFE56AFE-CE9E-A98D-E18E-BE49E971F167}"/>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EAC843C2-4165-5C43-13E9-FE2961A1FE01}"/>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56C887A2-F507-3EF2-B1B4-A2DEF9032B8D}"/>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0DC566F2-258C-51F0-5586-C503FA3524CC}"/>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6D72797B-575A-7B83-B436-998023F3A3F6}"/>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8820961D-B3B3-BD03-BD82-5636ACBE8D14}"/>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037DFB1B-C5AB-63B2-CF57-DA4D865A8668}"/>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B197D6BD-47A1-6B80-8455-FFDEC76F6C3C}"/>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10093192-9B9F-9EE5-F344-97DB1ECCB031}"/>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702B92BC-C3B8-779C-42EF-37BACBEB564B}"/>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E0F87F65-8A93-5110-4A5E-910C0EDD7424}"/>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D623EA73-FBD8-A708-1167-B901C777572D}"/>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BCC27EFC-ADD9-4AFE-4BC3-57A52A4A54F5}"/>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3460C59E-40AE-7FAD-A1B5-484C3301926E}"/>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04EF0A81-AFEA-A70E-7241-B12B52707C30}"/>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1CF18C77-540D-A91A-9EFF-732A600CE977}"/>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779AB13E-B477-7319-2B16-CE56CEBA073F}"/>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F861ACBA-ED2B-655F-E11B-CF0BDC944456}"/>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709DF339-D41F-AC54-761D-D7F04B002968}"/>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6DC4B9AD-2D63-1D2D-46DD-969D56A17CF9}"/>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5ABE0803-8659-3D7B-B576-77C317842BAF}"/>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4159C3A4-6564-243A-9B68-C027B631E475}"/>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7EE0E092-E7D0-6B25-28CA-88D75B5905C0}"/>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E731AA05-A530-6D83-4381-BE276CFA6984}"/>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2C63391E-8003-FA82-5373-83FB9C987398}"/>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5680EB43-F18E-AD8C-F901-3E310D05B579}"/>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12A50D50-B179-3827-2CAB-88963781D566}"/>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A42CEFCB-98CA-75B8-F1BE-081208FE2694}"/>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4F2E5577-6268-F987-4FD4-4745238787E3}"/>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E8EC38DE-1023-C5DF-F595-6376B1E9E487}"/>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EE26C82D-A132-CA8E-E1EE-1514A8489A0D}"/>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0F42DFE9-FF60-8700-A242-B75BBC5804EA}"/>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12739BCF-A324-41A7-D924-2118BA08665F}"/>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833DA3E6-9D8D-F22A-1818-823AC7B2538E}"/>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6163FC14-7CD2-276E-BCAA-40F2C47B1A4B}"/>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11B5440C-643A-AA52-0D05-1F94906FAABC}"/>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AFE934C1-5813-EA3E-EF81-D585D1994288}"/>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1CAA030B-48F6-4B08-95DF-4940A601B01E}"/>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C7523CD0-435A-77C6-DD53-9628ED8099E6}"/>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539DD54A-4544-FA1F-3CC6-9DA620454BFC}"/>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F3C7A4B3-9504-A93D-4D83-2B3F05DBCEAA}"/>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0390DE1A-4BAC-B8E0-1767-C55E8137736B}"/>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516A404D-C151-1D7F-699A-B8FF6004C7B6}"/>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B632962B-87AA-98E0-7B6B-E310DFA5621F}"/>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AA0F2F54-78A3-D683-975E-B3B4C605AE84}"/>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A3D80B3E-2FA9-8CF4-655E-811C25FA352C}"/>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D92E7B9D-85F1-61E9-A11C-54FA2C3FAAC6}"/>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E85E8452-FADF-5398-86AD-8AD45052049F}"/>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E35BD94F-DDF2-5DBC-8201-E068A988D164}"/>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816A4E7E-4EE7-450A-6C40-6487CB1D65DA}"/>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30EE55A3-9B5A-76D5-B7A6-661187B1A49B}"/>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148AB72B-9573-DE57-B2C0-45A4F3D2635D}"/>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FF3AC749-ABD4-8DBE-9899-494A53667166}"/>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8DBF5290-A32E-31AC-8F1F-35C62017EB31}"/>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CFA169FB-1889-53B2-09A2-1AC357AFBD7A}"/>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44320979-23C9-3EEC-E7E4-0F6FDD944C0B}"/>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7C06AEF2-1FC9-4AFF-9BA8-4FAF47A1EBB5}"/>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FA4B5D7E-6280-CF0C-3558-2C33EE552C65}"/>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77C71C5A-AC72-BB09-18CF-F04790A19455}"/>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2146F246-018B-D81B-3903-899A62CE413B}"/>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2B2D8732-E2F5-820D-B9A3-3BBE3F372923}"/>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191E066A-59BC-EDEF-BF8A-2D0893024CDE}"/>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E16DB9F4-7D52-7B47-E3F3-6C2F85C19BE4}"/>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0BCC1C56-0856-8FAE-3602-A453C969546B}"/>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D967E7F7-64A6-68D4-CA9C-15F301072A0E}"/>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BEF3B44E-67ED-56CB-16FB-A250BDFC172F}"/>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7295389B-2CA4-0764-E83E-1BC508A6C86B}"/>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601DE8F3-55FB-B6AD-8937-5C8F5FFC8F47}"/>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62E78BF5-F8E0-0FA0-991B-00BE8FF68AF9}"/>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B941069D-B10F-0004-D3F6-F99B8A9B9DC4}"/>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CB4D7B52-9FF8-207E-C9C6-6E47043A13D2}"/>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247E8ADF-1632-3D5A-6F9D-373F21AF03FB}"/>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DBF3499C-C10C-84A1-147D-A237AC464B01}"/>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9FC2A03D-08E2-4A3E-DCD5-780D38A7DD46}"/>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DB879B96-F14E-711F-E003-9088E1F753D2}"/>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C7A52B7A-70A1-F758-F0AD-388AB88066BE}"/>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34E2E9E6-4BB8-2622-411C-EBFC39D50F03}"/>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32641C1F-4A41-0C05-AB28-EA562D59083F}"/>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C5858BFD-71D0-FA00-9B5E-B4C990E3E235}"/>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8561B19E-CBC1-1564-BF61-8F0D263F56A9}"/>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BECB8959-D3FA-FE63-B67F-764C01A3462E}"/>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3D974EAD-0B71-16E0-EBEF-745FA12B4B7F}"/>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015FB9F7-C422-F605-EC4B-72B461CA6719}"/>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251D4D15-E450-6DCF-20C6-4DF281326F15}"/>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AAB80614-DBCA-10B1-10F5-4433CFD39D73}"/>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09B125AA-6E0E-81C6-3909-2CB939050A80}"/>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8B26856E-B686-799A-B17F-F31F55204DE1}"/>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5A656A8F-F448-1A4E-38A6-E1C92687B9FD}"/>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414FCB5D-82AB-1CB0-D80E-A4F1D5F10D21}"/>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8C67B9B1-E5A4-5C6F-049B-8ED24319FFE7}"/>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19316F56-9C7F-CAB6-F2C9-9DE369CB08BE}"/>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41506E54-7DA8-0C00-61D1-13999271FE3D}"/>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439E0A04-A09E-0E17-63F4-1439E0F4D496}"/>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C4840105-21E5-504F-5461-734A5F7CD224}"/>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1207B671-F9F6-E1D1-28DE-7D26B26B7978}"/>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AFB1420D-C8F6-B319-1933-05A040310FDB}"/>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CDA762C9-C141-4434-0F76-2DB4433598F0}"/>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CBB9753F-9337-F202-32A9-2B291CE19721}"/>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1059B582-9A63-2CC0-D52A-B74083823024}"/>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1C62EDE6-AEBE-C420-F521-07B1DBB2B815}"/>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0FBFEDB2-E374-B696-5534-ACAF72DD4F26}"/>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8D675D8F-89EA-4A29-2A8E-3FE979385329}"/>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ED8D177F-40D7-9D45-15A8-688E8B1707EF}"/>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47FE43DF-4AA1-DAC4-FE1D-226DE85CA711}"/>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2A48909E-05B5-EF81-DACF-399813CF1706}"/>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E0097F2D-743C-920A-46A5-2E7E3830F201}"/>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193B4986-1444-C17B-4E75-62B62D4B07CC}"/>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4EE24E0F-8130-1CD1-5D92-71E054A48A70}"/>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A72A7156-5C29-9960-C3CB-8DC7BACB9A4A}"/>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05912F71-6BC8-5D1F-E8CF-1E6AC5651D7F}"/>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B963A6D3-16E2-97D4-B2A4-8EA916605FC1}"/>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9DD6C97C-8E34-F170-F3F9-896D54AA8311}"/>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30FFBD57-EDC6-035A-11B8-3370DD38F955}"/>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B93701C0-C377-5EC7-FFBD-BE7021F2A911}"/>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A18BA697-F1C4-CABD-BCA0-16CA60193B0E}"/>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417C0495-88EE-610C-8CC5-B425F8DB156E}"/>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572E089F-CE53-C814-F774-7B6875CB0D80}"/>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82A3C4D9-0A99-82CD-71D2-19814D85C513}"/>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1CB03D0F-0C8D-BB9F-13DD-45A4DB02B602}"/>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2101EA7E-C9E9-82DC-11C3-6C212E98202B}"/>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9D8CAB28-6A7E-6D26-5C8F-227EFAF567DB}"/>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28F0E154-B9B4-9AC6-F838-2412BA4158AF}"/>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0C237182-2BE8-42E2-1643-4E07117615A2}"/>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E521D7EC-4066-AB6F-052F-9467AF5CF8BA}"/>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2639334D-C7E1-224E-0EF0-6CC24B2D9474}"/>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D61A7C54-624B-E7F1-A2AC-138CD2AEB0C2}"/>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1C4AE656-D4D3-C167-4C32-7C46FAB97DD8}"/>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655773F1-F3A4-4130-3563-1416B9346E02}"/>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76A24688-4320-F657-B494-27B987D2B08E}"/>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5DDA7F84-2395-5502-F90B-17FA0FF00340}"/>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AF1DC506-FB16-3227-6463-416557B1486B}"/>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738A838C-9F7C-09FA-5902-46B80FC60BA9}"/>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56196A3D-E3CF-28EC-261B-2174719126C7}"/>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2B24B615-63C0-5D42-BA03-366BAC9A416E}"/>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F3808BEB-4690-2821-67B1-AC7FA4E5F144}"/>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CBF407FD-B203-8CE1-0743-7F18E1F6A0A9}"/>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785EEC71-8254-9BE5-2856-DAB0EE6003B9}"/>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1F7E83E9-A59F-1918-F6F2-E2FDE623DF23}"/>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16533D76-8CE1-46D5-E5C8-8931B0AAD2B8}"/>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D78E87B6-79F3-91CE-F364-2345500B2C26}"/>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F26334A1-2774-F7DC-6296-DD801519CB03}"/>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E7DFCD1E-AE01-8920-5F0A-67FC5E3E0B89}"/>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A2B1DFE9-D634-ACB6-DB1E-8E386D2FFC94}"/>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0407C3CE-CBDE-2546-2CDC-8A79293813EA}"/>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13845BD8-5A16-0B2B-DBBF-7D2864D16F25}"/>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268603B5-3D58-2E09-0C0F-E8C68B82EA95}"/>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7F6F4387-BD4E-DE59-9629-2C75D359D8FC}"/>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86B49644-0CE1-2D30-C20D-3759E5A98933}"/>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83E30714-0FC8-D28E-4CCC-4162D7447801}"/>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517D3434-750F-75B0-0C0C-7EB19F7E07A3}"/>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46EDE7ED-0A5B-5E30-5176-C054D6A48A34}"/>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00DEF6C4-4546-21D7-CA3B-FB69572CF6A7}"/>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B7606C53-085E-636E-FE9E-76A10517EFA9}"/>
              </a:ext>
            </a:extLst>
          </p:cNvPr>
          <p:cNvGrpSpPr/>
          <p:nvPr/>
        </p:nvGrpSpPr>
        <p:grpSpPr>
          <a:xfrm>
            <a:off x="459961" y="301521"/>
            <a:ext cx="510276" cy="1011126"/>
            <a:chOff x="331179" y="148675"/>
            <a:chExt cx="557496" cy="1104693"/>
          </a:xfrm>
        </p:grpSpPr>
        <p:sp>
          <p:nvSpPr>
            <p:cNvPr id="649" name="Google Shape;649;p31">
              <a:extLst>
                <a:ext uri="{FF2B5EF4-FFF2-40B4-BE49-F238E27FC236}">
                  <a16:creationId xmlns:a16="http://schemas.microsoft.com/office/drawing/2014/main" id="{46DF2AAF-2637-35B0-854B-3FD9EE5461C2}"/>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3B34DE2E-D3B0-0FDD-6A7D-7C6B2F3E25DF}"/>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ECF71EC3-B0E6-555F-9FE6-1E7F73F5B635}"/>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EF0D511C-150B-39BE-521A-FDEE0CCFF63F}"/>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DE97D0E5-D48E-A9DF-09EE-E068B5288BC7}"/>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51802523-1E65-7181-5346-6187E63D4FC1}"/>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1562A23D-7DD9-E7F5-1332-B900A8417C1A}"/>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86B1E9EE-0269-37AC-E423-D59DDDFEE21E}"/>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8629DDFA-E7FF-B551-2EAF-67E3FCE02907}"/>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22E6B01C-F9B1-BB91-009A-556D7594621E}"/>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E1964826-E5E7-0A4A-FF3B-332643715185}"/>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F3E94FC3-EDFD-EA1C-5513-4E58DF005727}"/>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144EFE9E-AC3B-7120-BC14-597B28A103EA}"/>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E27C8461-305C-49B1-DC5F-F9DA5691967F}"/>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38934A1B-3771-4D29-D5A2-18C2BFA4B1EF}"/>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D7A31B21-1AD8-7966-8B16-A20D9CCDCE41}"/>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5B486BE2-77E7-E25B-1EBB-061304F0C163}"/>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B4B90C04-3E78-6BC4-AE97-BBA9684AFAFB}"/>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4DFE1557-8C67-A374-0C5C-12CF0A8643F5}"/>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12526850"/>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AEB1946C-8593-3872-A7E0-BF4A96104798}"/>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F3E6625E-234E-9AFA-1247-3385E3D5F5D4}"/>
              </a:ext>
            </a:extLst>
          </p:cNvPr>
          <p:cNvSpPr txBox="1">
            <a:spLocks noGrp="1"/>
          </p:cNvSpPr>
          <p:nvPr>
            <p:ph type="title"/>
          </p:nvPr>
        </p:nvSpPr>
        <p:spPr>
          <a:xfrm>
            <a:off x="-955968" y="0"/>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F4F49DC7-DA48-F887-78F4-1DCE823B87FF}"/>
              </a:ext>
            </a:extLst>
          </p:cNvPr>
          <p:cNvSpPr txBox="1">
            <a:spLocks noGrp="1"/>
          </p:cNvSpPr>
          <p:nvPr>
            <p:ph type="title" idx="2"/>
          </p:nvPr>
        </p:nvSpPr>
        <p:spPr>
          <a:xfrm>
            <a:off x="0" y="0"/>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grpSp>
        <p:nvGrpSpPr>
          <p:cNvPr id="445" name="Google Shape;445;p31">
            <a:extLst>
              <a:ext uri="{FF2B5EF4-FFF2-40B4-BE49-F238E27FC236}">
                <a16:creationId xmlns:a16="http://schemas.microsoft.com/office/drawing/2014/main" id="{04749298-D96C-5E21-7F3C-E130BB94E18A}"/>
              </a:ext>
            </a:extLst>
          </p:cNvPr>
          <p:cNvGrpSpPr/>
          <p:nvPr/>
        </p:nvGrpSpPr>
        <p:grpSpPr>
          <a:xfrm flipH="1">
            <a:off x="6995075" y="3099425"/>
            <a:ext cx="2008513" cy="2044060"/>
            <a:chOff x="179950" y="3099425"/>
            <a:chExt cx="2008513" cy="2044060"/>
          </a:xfrm>
        </p:grpSpPr>
        <p:sp>
          <p:nvSpPr>
            <p:cNvPr id="446" name="Google Shape;446;p31">
              <a:extLst>
                <a:ext uri="{FF2B5EF4-FFF2-40B4-BE49-F238E27FC236}">
                  <a16:creationId xmlns:a16="http://schemas.microsoft.com/office/drawing/2014/main" id="{34847449-044B-CF1D-9DE0-C5EDEAF3304F}"/>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43579A78-28D1-385E-35EF-348F120FFE42}"/>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05C0C849-08BC-BB4B-79ED-F82EF0B48CE3}"/>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D1906731-D29F-AE72-CD84-487D617890F1}"/>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2AB3E7EF-3EA7-8B71-3038-9C19EBA69692}"/>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28C43323-23F8-2A18-7C77-8721CF678778}"/>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12CD02C7-6D5B-6105-EA0A-0D544BACE895}"/>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C347CB4D-EAF3-B275-5AC5-65193D16B257}"/>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194D3448-45EC-AF80-7C6B-C261AC259DFB}"/>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35BEC368-D9D7-7410-BBF8-B6B5048CB708}"/>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0400E09D-EBA1-6966-BD70-13A4A4005B73}"/>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A9AFCE52-0930-A681-AE21-ED009CDFF5BC}"/>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0C7E2DD0-CEA0-C444-7ADB-EBD1BAFD199F}"/>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32EFAAC8-EC1E-8318-0957-48752A0CB48B}"/>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4D80086D-0BAB-252B-7474-0C60D55A5476}"/>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DA3920FF-B926-A9EB-A877-237D1BC5B8C6}"/>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0863BDFB-D705-292B-233B-13D746C77982}"/>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DA4BED3B-043D-AC1C-51E4-C129A10DCD31}"/>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09DF93DE-BC28-D285-0B46-3ED48EF58C52}"/>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09928327-434B-0311-119C-FEC18F3E0799}"/>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D9B0E9D3-BB23-227E-098D-98C4993C964F}"/>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2848797B-BFB7-ABC6-5C0D-F50FD954D305}"/>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341996F6-B10F-CD04-35B1-18E96469EFA2}"/>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6CB9C27F-98DE-D6C7-E431-E6BF5B509F67}"/>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C3F983CD-44C0-1E10-C75E-13B2512ABA96}"/>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90117AAB-C8EF-6C1F-FF2A-57F8B15C76EE}"/>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095B9E8C-EE38-8EBD-C6D8-82EFA801D553}"/>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51E3A3CB-1C30-30B8-DB12-8E51E0F71DD9}"/>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FD700264-4CF2-C860-3A38-FE37363BBF5D}"/>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0F36F334-7B57-889B-2493-42B5CA074448}"/>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C5D45AA7-7DE4-1B52-DF24-144BD9166816}"/>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7C5C4C84-5E9D-86CE-AEC3-992CD0A1E74B}"/>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1F750D53-19DC-A2F6-0273-0E07B4667E5D}"/>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461B37C6-F2BC-A1EB-3395-2C08900ECB17}"/>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D2E5D163-F537-ECC9-94E9-7C3E060AD1AC}"/>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39C16935-B11F-2382-9195-D8BA4BBF285A}"/>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1EB9E510-0CF7-E3E6-2A04-D8A19EF46D8E}"/>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51749156-CEC9-EC7B-8382-C653FF5303D4}"/>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2BF9916D-6B9E-BA55-F3AA-1471CFDEB619}"/>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C4AC661A-F077-AC40-46EA-631B60A4BD6A}"/>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B1D90FD4-36E1-88CB-A4FC-D9D3B86195DF}"/>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A67E622D-68AF-294D-494A-04E0F96CEBE4}"/>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3E3DE543-23D0-3DA9-56CA-F5D0A53AF3CF}"/>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5FD6B832-83F5-A6BC-B539-58728C8615A1}"/>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8B6BFAE8-EBA0-5F6F-43CC-9F1E912338E2}"/>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84705DDF-C682-0503-A4E2-8BB4360A6C7E}"/>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E2F30C3A-E5A3-0412-56CA-47170221A216}"/>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4AF90079-4A28-FF53-C19A-2EA8492476D8}"/>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A5AD3910-6875-6ECB-A2C6-36296E9DA76A}"/>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969EB15C-85C3-4E90-2738-BF6803DD21E8}"/>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30C88544-2511-9861-98C8-90B72589D0FF}"/>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74544430-FCC7-C79E-1B7C-50F2CDD5CF93}"/>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A8A8DC22-C559-6992-CE65-BD85CCC79401}"/>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8C674310-53B3-6B09-A387-6A331E1F5246}"/>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C2618C7B-A243-DA14-662D-31D304ADA5F9}"/>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0D39EFB5-4A77-0CF2-B941-B75F0F2F0328}"/>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50289CFF-EAC0-66BE-3854-3685F76A34F3}"/>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2E99E3CB-62B3-2290-304E-575BA0D3D586}"/>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B8DFF84E-805E-7104-FBEB-5E51E9C57545}"/>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A8E9B92E-95D4-91EC-7BAA-DF40C57C338C}"/>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780D2C7C-751B-9FCF-C769-E540C81938EA}"/>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1FE73014-454E-D8CE-7405-4B18A836FB75}"/>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546ED531-F4C2-16AD-B248-7DF21E695693}"/>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04C3AA21-3AAA-89B7-B07A-101B42716A48}"/>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BA4B180F-986C-BA0A-D7C5-4C2BC7409864}"/>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174E6811-A8A5-A2F6-A9F8-BC6777D106BE}"/>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BD510244-D771-1D45-6529-3384827A46EA}"/>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553CC217-4678-1E1F-F6DB-3E7CA04505C5}"/>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8E2D98EE-25C8-8105-4F83-3C2FA314C351}"/>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21A4F666-3095-30F0-9AEA-1E4075A3429E}"/>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0CC37285-92A1-1D16-E91D-7DFA173CF503}"/>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DCA1BBD7-7C36-B243-9AA2-6C141849CAA4}"/>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25125111-9DA7-E685-0703-9A59EF125AD6}"/>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334A1968-B968-700C-68A1-3B2A2774C22B}"/>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5CE1090A-9091-E646-5896-B184050BD2F1}"/>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250B696A-EB2B-926D-C6DE-E9408F28D87E}"/>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E52D565E-FFE3-624A-9A96-793AEDD5B57A}"/>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43FD1C5F-837C-72B7-BF63-69743859B3C9}"/>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7A51F7D8-19F9-1EFC-7189-D57034DAD789}"/>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81DDFEA0-6904-7E28-7F2D-2F038C55D3BC}"/>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B7111903-E46C-192F-99CF-0E1363DCBEDE}"/>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FA626742-E173-6776-903F-256818FE4779}"/>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413994B6-07E1-7672-ED6B-CD0AE0EDB5A9}"/>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C7526F3C-6AF7-5A95-412E-E124018B9402}"/>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68D5715A-AC9C-BE4E-2164-FF6AE1F5E94A}"/>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2F1C105E-0BB6-4BBB-D7CE-8B3BBD275ABA}"/>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506D7FA0-BFBA-3E16-CE2A-C1AC8AB7A56E}"/>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448FA75B-2398-4E78-CB7E-919C0D42268D}"/>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30E1D410-85DF-6985-1C2D-1BF636D4D616}"/>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62F84698-EBF3-D902-ED6F-DFAEE031E8B5}"/>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F5E7DA01-BA6E-3651-F17F-9A5CFB059ADA}"/>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DAB89B03-E938-5666-824D-FF415BB036A8}"/>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299CF39B-0488-1744-B5CD-AD7EF2B490AB}"/>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B2B76E04-2DC4-629C-566F-10A3D85BD937}"/>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85AAD204-7A33-20C1-98F5-8F5ED88E053A}"/>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AC6D0658-C7E6-FD1A-A532-21328FFF308F}"/>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0C35D145-A078-2295-5718-66FF77B5021E}"/>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17508D7D-3178-B864-8023-757DF5B3B0A8}"/>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6CA77BF9-66B8-9B0B-0A14-F420C6AD867A}"/>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47D85C33-DD87-F43B-9113-B4270454C31D}"/>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A811B023-C39A-6DC7-19D3-A063C870940D}"/>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86B8EA88-17E0-84DD-5CDD-96D50350899B}"/>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AE1CB9F1-47F7-D246-9E81-F6066464A836}"/>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5FF2DDD8-A901-C7D2-DFB7-C3B225D80087}"/>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F5A21743-184C-A4EF-27D2-67E6A5B1FD47}"/>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557FE42C-2A65-512B-5618-3B30119D0E1B}"/>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23E602DF-6CCC-FF68-599D-E2A3C8F0C4AA}"/>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6C184FF4-D888-FFB0-B789-78A3E8DB119D}"/>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A344C712-84D0-031D-9290-E4E698DF09D4}"/>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5BBB3067-C8B9-FBD3-AD94-06B72AD7E7B0}"/>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2D574158-97BC-A061-4C08-3A6041A369BB}"/>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AA7ADB75-5995-3FE0-EAE8-B24498B86924}"/>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7ED45716-A007-88CB-68CB-23A5174A9F8E}"/>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DB37AF2C-6FE0-1A4C-3B36-37A3D8093CBB}"/>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8F90936F-D394-362E-E029-DFDBF474EF1D}"/>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798EA8A9-6334-6E59-9AF6-480FF9E101F1}"/>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24788E49-18B9-AEEA-4D39-FE4EF1CE5775}"/>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B4363E9F-C6C7-1568-27DF-A7C4A173E218}"/>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DA0E3839-B332-BD29-A817-EA17ACE77A5B}"/>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608BD29E-CD77-D25A-27D1-B268EF316FF6}"/>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37807AF9-74DD-F4E8-7100-1B2A8327A649}"/>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2DA20A47-FEB6-30D8-F89A-E3187086CAF4}"/>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D27851CA-8340-B4B6-FEB8-4DCB44B2A57C}"/>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ADFDD843-F428-1345-45E8-62D661794658}"/>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A16926C2-8273-2C45-F326-A9A2B942A601}"/>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FFDACA5C-8CCE-E700-DDD0-475C805CE005}"/>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5258C531-37E3-372D-FF82-9E20B1F23007}"/>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B464D7C4-00FA-C748-DDB6-1B8D84D81A0C}"/>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7585A7AC-ED72-59AB-D82C-8152B88B8E34}"/>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E0B6DDED-157A-A69C-CEA4-DB3AD3D81703}"/>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3643E1DF-5C99-FBDE-1442-5EC13FE24AAB}"/>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1AA3E8EB-B5AB-5CD3-7F66-AF25F6BF42FF}"/>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9B5583A9-5A8C-AA87-8533-1333A69785BA}"/>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26F46B79-53B0-BBE4-EAA2-A1ED0896B1DB}"/>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A3517F53-0FCA-E188-D8A3-06D2CA47356A}"/>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1343DA5E-45E3-6060-0248-CC7316EFD8E5}"/>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267F9E92-CD54-DA49-2CC8-E6535676B57B}"/>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0FEA2676-F078-28BE-B867-358AA2D009B0}"/>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670E1031-478C-5FAA-0CBD-8E0DE8DD413A}"/>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1AC0FC03-CAAE-6F93-2DAD-CB307736323F}"/>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AA560E23-DFFB-B3EA-273B-CC9D011033BA}"/>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12445E46-419D-EE79-B353-DC7C07BF0285}"/>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CAF59E58-8B2D-F13B-3319-280C7A0F525D}"/>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A4BB4764-0D8C-8716-81E2-7C1A290E3A5C}"/>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A603C9CD-D984-147D-E1C3-0148496FE2AA}"/>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4BCFE2BD-5D31-6ADB-F2AE-B6590D5FDFDC}"/>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CD883DE1-A35D-4C4E-1858-313F8A25074E}"/>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5C617290-B64B-7044-77F6-F4E5C1948E2B}"/>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E2D70184-C3F5-922C-FFB7-5F259FDB1D57}"/>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9B7B16B2-2FE7-D26E-B8BF-133A76952BB1}"/>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F9DBCD86-1353-E697-9451-563880DF9DC2}"/>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3C2EA345-FC20-3E81-9B25-71F3FC53EDCD}"/>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D4C065A2-CBBE-C851-4F15-1D5B5A7C7394}"/>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69CB4B24-2796-118E-55B3-41FA8614408A}"/>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448A7762-8AF0-269F-B896-8771297A4D9B}"/>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3377F716-EF10-ABC3-6E00-649B4F028D31}"/>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740467DD-8DC9-5046-DEC8-B7C541A64106}"/>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C0B7BE3B-D127-79F1-A926-8D0023A92B9E}"/>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7478F061-C29A-66D2-DD77-1602275F219F}"/>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4A92F97D-3416-E31F-309E-177711FCE6B9}"/>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102E807A-A977-1872-A028-72523DC2CBA9}"/>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57AD963D-E63E-241C-67EE-9AE9CEF5C886}"/>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B8759F08-3548-86F8-7839-1FE338CF0E95}"/>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06144407-27AA-1EC1-EEF6-10F1E48D9825}"/>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2E6CBF4D-0339-DBCC-C494-2CD75F2C4247}"/>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54D8805A-8B18-FD5A-126E-0EE45B0E7AD7}"/>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E12619CA-0237-B84F-BD95-071B44225091}"/>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3771CCE3-27E2-5120-F0D7-B2F0E84630B9}"/>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93F9295C-6F68-A00D-9389-28993AF4ECF4}"/>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54C15917-C9F1-1327-3B4F-85C691E35CBE}"/>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0E9DD945-E1AD-6F13-88D2-682E0E4D29E5}"/>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19437A8F-DB4C-CA60-0BC5-653B229069F1}"/>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6793ABC1-4764-9976-6953-6C0B465B1F52}"/>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AF3CB136-D2E5-DFA0-57AC-3962C833F1BF}"/>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E004AABC-BD81-6F3A-AE97-BBDFCE42A722}"/>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4A035569-6615-4011-15AE-C81FF817FB56}"/>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2C35B6BC-6E07-E729-FF4E-CD9C205C3D22}"/>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A4F66DF4-2125-DA04-F8C2-828715507DEB}"/>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15D64DD0-3EB3-81D3-FA11-29A0F022F9D5}"/>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96731F5F-9EB1-2186-ED2E-783CBB7F3A95}"/>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56887AD2-0B23-99EC-0ABE-9C1131968B16}"/>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70DD8A3C-DD32-49FD-B674-2AE030C5FD81}"/>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F0ECF285-2ADD-76CB-8500-16274B9C81BC}"/>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49917850-6CE7-65CB-C3CA-9F58798649BA}"/>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8BF6117E-C207-10B8-3664-841C9B96CCC9}"/>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4F855115-FB0A-02B5-5361-1044150F7A08}"/>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471DB22E-DE63-A893-47F9-FBC67F7F2618}"/>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80863735-DA59-811F-FEB3-8BD55CB72A08}"/>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49A14C21-8A40-8A51-10B2-79C936ABD58C}"/>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982152B6-A3BF-7DC2-76C8-DACD9A094F3F}"/>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5721CBE9-F998-459C-E5FC-7AFB5B2169F2}"/>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FC05D2B2-3A0C-122E-7BA7-4E22FC523039}"/>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03EABD0F-EAD3-C257-3B84-8420E92E3512}"/>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A8B6A09D-CEA9-2E34-9B23-FDC1FB588252}"/>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3646BC90-FDBF-9ADF-6226-91E6C6EA6074}"/>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CC2D40EB-F420-2E21-DABC-A3D38781E809}"/>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45AC952B-6EFE-8E33-5316-1902CD00855F}"/>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BEDAB80D-3EE1-67D1-786E-0F1BF91597A6}"/>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466CFE77-C745-0813-55A9-0B041455420B}"/>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E8DFCDA6-7063-F4FE-63EC-6FEB441A8B9A}"/>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24A8614B-2AD4-DABF-8950-C3E08B653F31}"/>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49C69098-C9C1-864E-9BB9-C5D4427F1951}"/>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BF01A85F-7F7D-F752-CE4D-914612FDD4AF}"/>
              </a:ext>
            </a:extLst>
          </p:cNvPr>
          <p:cNvGrpSpPr/>
          <p:nvPr/>
        </p:nvGrpSpPr>
        <p:grpSpPr>
          <a:xfrm>
            <a:off x="-150972" y="644014"/>
            <a:ext cx="510276" cy="1011126"/>
            <a:chOff x="331179" y="148675"/>
            <a:chExt cx="557496" cy="1104693"/>
          </a:xfrm>
        </p:grpSpPr>
        <p:sp>
          <p:nvSpPr>
            <p:cNvPr id="649" name="Google Shape;649;p31">
              <a:extLst>
                <a:ext uri="{FF2B5EF4-FFF2-40B4-BE49-F238E27FC236}">
                  <a16:creationId xmlns:a16="http://schemas.microsoft.com/office/drawing/2014/main" id="{04F2BF9B-09A2-4890-B3C2-0FAE96819C07}"/>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F4037D7C-447C-ECE6-E93E-D0F4349F995F}"/>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9E51E214-001A-E5BB-CFED-101B51383986}"/>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1EFDC71C-0AA4-14C0-CD06-D1D5A384A4BC}"/>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BE397CB6-B809-518C-9463-D77DF0F07FBC}"/>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CB052541-91ED-1FA0-DC03-FB5DC9F43AD9}"/>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E08CFAC3-F80C-BC7B-FFD7-266E774A73F5}"/>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4216C56D-591C-376F-77FF-91EB86C45B16}"/>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2D55A735-0F0B-8563-6671-3B6EE448E16E}"/>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37619097-D909-00A2-E028-5B2F94AF25DF}"/>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AC05A4D1-A500-1407-C6B1-D0668683E947}"/>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E795ABE2-1709-7EDE-0A21-8FB92FA063D3}"/>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DD23FAD2-0E2D-A484-5593-1FF2920742D3}"/>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F5FE07F4-C7A7-F000-7C0D-4FBED7B68BD5}"/>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3FC6C9BC-1F88-51E9-F9AE-8E4CA78C97A5}"/>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607E47A5-8F64-23E0-8AA2-E596CEEC0B14}"/>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47F995AF-E631-5CC7-54E3-526BDA328BAB}"/>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8DE3C7F9-E7E2-247B-D96D-647D4247A695}"/>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0CF6F903-F497-3510-290E-D2A8FFE105E5}"/>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26C6FFF5-AD1F-0CCE-9993-C6B63EF619D1}"/>
              </a:ext>
            </a:extLst>
          </p:cNvPr>
          <p:cNvSpPr txBox="1"/>
          <p:nvPr/>
        </p:nvSpPr>
        <p:spPr>
          <a:xfrm>
            <a:off x="1164300" y="841800"/>
            <a:ext cx="5061438" cy="307777"/>
          </a:xfrm>
          <a:prstGeom prst="rect">
            <a:avLst/>
          </a:prstGeom>
          <a:noFill/>
        </p:spPr>
        <p:txBody>
          <a:bodyPr wrap="square">
            <a:spAutoFit/>
          </a:bodyPr>
          <a:lstStyle/>
          <a:p>
            <a:r>
              <a:rPr lang="en-US" dirty="0">
                <a:latin typeface="Bahnschrift SemiBold Condensed" panose="020B0502040204020203" pitchFamily="34" charset="0"/>
              </a:rPr>
              <a:t>1. </a:t>
            </a:r>
            <a:r>
              <a:rPr lang="en-US" dirty="0" err="1">
                <a:latin typeface="Bahnschrift SemiBold Condensed" panose="020B0502040204020203" pitchFamily="34" charset="0"/>
              </a:rPr>
              <a:t>Bức</a:t>
            </a:r>
            <a:r>
              <a:rPr lang="en-US" dirty="0">
                <a:latin typeface="Bahnschrift SemiBold Condensed" panose="020B0502040204020203" pitchFamily="34" charset="0"/>
              </a:rPr>
              <a:t> </a:t>
            </a:r>
            <a:r>
              <a:rPr lang="en-US" dirty="0" err="1">
                <a:latin typeface="Bahnschrift SemiBold Condensed" panose="020B0502040204020203" pitchFamily="34" charset="0"/>
              </a:rPr>
              <a:t>tranh</a:t>
            </a:r>
            <a:r>
              <a:rPr lang="en-US" dirty="0">
                <a:latin typeface="Bahnschrift SemiBold Condensed" panose="020B0502040204020203" pitchFamily="34" charset="0"/>
              </a:rPr>
              <a:t> An </a:t>
            </a:r>
            <a:r>
              <a:rPr lang="en-US" dirty="0" err="1">
                <a:latin typeface="Bahnschrift SemiBold Condensed" panose="020B0502040204020203" pitchFamily="34" charset="0"/>
              </a:rPr>
              <a:t>ninh</a:t>
            </a:r>
            <a:r>
              <a:rPr lang="en-US" dirty="0">
                <a:latin typeface="Bahnschrift SemiBold Condensed" panose="020B0502040204020203" pitchFamily="34" charset="0"/>
              </a:rPr>
              <a:t> </a:t>
            </a:r>
            <a:r>
              <a:rPr lang="en-US" dirty="0" err="1">
                <a:latin typeface="Bahnschrift SemiBold Condensed" panose="020B0502040204020203" pitchFamily="34" charset="0"/>
              </a:rPr>
              <a:t>mạng</a:t>
            </a:r>
            <a:r>
              <a:rPr lang="en-US" dirty="0">
                <a:latin typeface="Bahnschrift SemiBold Condensed" panose="020B0502040204020203" pitchFamily="34" charset="0"/>
              </a:rPr>
              <a:t> &amp; DDoS (2025 - 2026)</a:t>
            </a:r>
          </a:p>
        </p:txBody>
      </p:sp>
      <p:sp>
        <p:nvSpPr>
          <p:cNvPr id="4" name="TextBox 3">
            <a:extLst>
              <a:ext uri="{FF2B5EF4-FFF2-40B4-BE49-F238E27FC236}">
                <a16:creationId xmlns:a16="http://schemas.microsoft.com/office/drawing/2014/main" id="{E6346BBD-98A1-B6BC-FD47-200881B7581A}"/>
              </a:ext>
            </a:extLst>
          </p:cNvPr>
          <p:cNvSpPr txBox="1"/>
          <p:nvPr/>
        </p:nvSpPr>
        <p:spPr>
          <a:xfrm>
            <a:off x="1263946" y="1149577"/>
            <a:ext cx="5061438" cy="1169551"/>
          </a:xfrm>
          <a:prstGeom prst="rect">
            <a:avLst/>
          </a:prstGeom>
          <a:noFill/>
        </p:spPr>
        <p:txBody>
          <a:bodyPr wrap="square">
            <a:spAutoFit/>
          </a:bodyPr>
          <a:lstStyle/>
          <a:p>
            <a:r>
              <a:rPr lang="vi-VN" dirty="0">
                <a:latin typeface="Bahnschrift Light" panose="020B0502040204020203" pitchFamily="34" charset="0"/>
              </a:rPr>
              <a:t>Gia tăng bùng nổ: Tần suất tấn công DDoS toàn cầu và tại Việt Nam liên tục lập đỉnh mới (hàng triệu vụ/năm).</a:t>
            </a:r>
          </a:p>
          <a:p>
            <a:r>
              <a:rPr lang="vi-VN" dirty="0">
                <a:latin typeface="Bahnschrift Light" panose="020B0502040204020203" pitchFamily="34" charset="0"/>
              </a:rPr>
              <a:t>Vũ khí hóa AI &amp; Botnet: Ghi nhận khoảng 46% các vụ tấn công DDoS hiện nay có sự can thiệp của AI nhằm tự động hóa, chuyển hướng mục tiêu và lẩn tránh hệ thống phòng thủ.</a:t>
            </a:r>
            <a:endParaRPr lang="en-US" dirty="0">
              <a:latin typeface="Bahnschrift Light" panose="020B0502040204020203" pitchFamily="34" charset="0"/>
            </a:endParaRPr>
          </a:p>
        </p:txBody>
      </p:sp>
      <p:sp>
        <p:nvSpPr>
          <p:cNvPr id="6" name="TextBox 5">
            <a:extLst>
              <a:ext uri="{FF2B5EF4-FFF2-40B4-BE49-F238E27FC236}">
                <a16:creationId xmlns:a16="http://schemas.microsoft.com/office/drawing/2014/main" id="{120C62FB-71CE-1C46-A860-6977A8A31DA3}"/>
              </a:ext>
            </a:extLst>
          </p:cNvPr>
          <p:cNvSpPr txBox="1"/>
          <p:nvPr/>
        </p:nvSpPr>
        <p:spPr>
          <a:xfrm>
            <a:off x="1164300" y="2417861"/>
            <a:ext cx="5061438" cy="307777"/>
          </a:xfrm>
          <a:prstGeom prst="rect">
            <a:avLst/>
          </a:prstGeom>
          <a:noFill/>
        </p:spPr>
        <p:txBody>
          <a:bodyPr wrap="square">
            <a:spAutoFit/>
          </a:bodyPr>
          <a:lstStyle/>
          <a:p>
            <a:r>
              <a:rPr lang="en-US" dirty="0">
                <a:latin typeface="Bahnschrift SemiBold Condensed" panose="020B0502040204020203" pitchFamily="34" charset="0"/>
              </a:rPr>
              <a:t>2. </a:t>
            </a:r>
            <a:r>
              <a:rPr lang="en-US" dirty="0" err="1">
                <a:latin typeface="Bahnschrift SemiBold Condensed" panose="020B0502040204020203" pitchFamily="34" charset="0"/>
              </a:rPr>
              <a:t>Vấn</a:t>
            </a:r>
            <a:r>
              <a:rPr lang="en-US" dirty="0">
                <a:latin typeface="Bahnschrift SemiBold Condensed" panose="020B0502040204020203" pitchFamily="34" charset="0"/>
              </a:rPr>
              <a:t> </a:t>
            </a:r>
            <a:r>
              <a:rPr lang="en-US" dirty="0" err="1">
                <a:latin typeface="Bahnschrift SemiBold Condensed" panose="020B0502040204020203" pitchFamily="34" charset="0"/>
              </a:rPr>
              <a:t>đề</a:t>
            </a:r>
            <a:r>
              <a:rPr lang="en-US" dirty="0">
                <a:latin typeface="Bahnschrift SemiBold Condensed" panose="020B0502040204020203" pitchFamily="34" charset="0"/>
              </a:rPr>
              <a:t> </a:t>
            </a:r>
            <a:r>
              <a:rPr lang="en-US" dirty="0" err="1">
                <a:latin typeface="Bahnschrift SemiBold Condensed" panose="020B0502040204020203" pitchFamily="34" charset="0"/>
              </a:rPr>
              <a:t>cốt</a:t>
            </a:r>
            <a:r>
              <a:rPr lang="en-US" dirty="0">
                <a:latin typeface="Bahnschrift SemiBold Condensed" panose="020B0502040204020203" pitchFamily="34" charset="0"/>
              </a:rPr>
              <a:t> </a:t>
            </a:r>
            <a:r>
              <a:rPr lang="en-US" dirty="0" err="1">
                <a:latin typeface="Bahnschrift SemiBold Condensed" panose="020B0502040204020203" pitchFamily="34" charset="0"/>
              </a:rPr>
              <a:t>lõi</a:t>
            </a:r>
            <a:r>
              <a:rPr lang="en-US" dirty="0">
                <a:latin typeface="Bahnschrift SemiBold Condensed" panose="020B0502040204020203" pitchFamily="34" charset="0"/>
              </a:rPr>
              <a:t>: </a:t>
            </a:r>
            <a:r>
              <a:rPr lang="en-US" dirty="0" err="1">
                <a:latin typeface="Bahnschrift SemiBold Condensed" panose="020B0502040204020203" pitchFamily="34" charset="0"/>
              </a:rPr>
              <a:t>Tấn</a:t>
            </a:r>
            <a:r>
              <a:rPr lang="en-US" dirty="0">
                <a:latin typeface="Bahnschrift SemiBold Condensed" panose="020B0502040204020203" pitchFamily="34" charset="0"/>
              </a:rPr>
              <a:t> </a:t>
            </a:r>
            <a:r>
              <a:rPr lang="en-US" dirty="0" err="1">
                <a:latin typeface="Bahnschrift SemiBold Condensed" panose="020B0502040204020203" pitchFamily="34" charset="0"/>
              </a:rPr>
              <a:t>công</a:t>
            </a:r>
            <a:r>
              <a:rPr lang="en-US" dirty="0">
                <a:latin typeface="Bahnschrift SemiBold Condensed" panose="020B0502040204020203" pitchFamily="34" charset="0"/>
              </a:rPr>
              <a:t> SYN Flood</a:t>
            </a:r>
          </a:p>
        </p:txBody>
      </p:sp>
      <p:sp>
        <p:nvSpPr>
          <p:cNvPr id="7" name="TextBox 6">
            <a:extLst>
              <a:ext uri="{FF2B5EF4-FFF2-40B4-BE49-F238E27FC236}">
                <a16:creationId xmlns:a16="http://schemas.microsoft.com/office/drawing/2014/main" id="{ADE44A11-8E3E-A91E-CE11-6D91A763A8DE}"/>
              </a:ext>
            </a:extLst>
          </p:cNvPr>
          <p:cNvSpPr txBox="1"/>
          <p:nvPr/>
        </p:nvSpPr>
        <p:spPr>
          <a:xfrm>
            <a:off x="1263946" y="2824371"/>
            <a:ext cx="5061438" cy="1287660"/>
          </a:xfrm>
          <a:prstGeom prst="rect">
            <a:avLst/>
          </a:prstGeom>
          <a:noFill/>
        </p:spPr>
        <p:txBody>
          <a:bodyPr wrap="square">
            <a:spAutoFit/>
          </a:bodyPr>
          <a:lstStyle/>
          <a:p>
            <a:pPr>
              <a:lnSpc>
                <a:spcPts val="1900"/>
              </a:lnSpc>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DDoS SYN Flood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chiếm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tỷ</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trọng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lớn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trong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cuộc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tầng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Network/Transport (Layer 3/4),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khai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trực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tiếp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vào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nền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tảng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giao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thức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TCP.</a:t>
            </a:r>
            <a:endParaRPr lang="en-US" dirty="0">
              <a:solidFill>
                <a:schemeClr val="tx1">
                  <a:lumMod val="50000"/>
                </a:schemeClr>
              </a:solidFill>
              <a:latin typeface="Bahnschrift Light" panose="020B0502040204020203" pitchFamily="34" charset="0"/>
            </a:endParaRPr>
          </a:p>
          <a:p>
            <a:pPr>
              <a:lnSpc>
                <a:spcPts val="1900"/>
              </a:lnSpc>
            </a:pP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Mục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tiêu</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kẻ</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cạn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kiệt</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tài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nguyên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máy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chủ</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khiến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người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dùng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hợp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pháp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thể</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truy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cập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dịch</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vụ</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a:t>
            </a:r>
            <a:endParaRPr lang="en-US" dirty="0">
              <a:solidFill>
                <a:schemeClr val="tx1">
                  <a:lumMod val="50000"/>
                </a:schemeClr>
              </a:solidFill>
              <a:latin typeface="Bahnschrift Light" panose="020B0502040204020203" pitchFamily="34" charset="0"/>
            </a:endParaRPr>
          </a:p>
        </p:txBody>
      </p:sp>
      <p:sp>
        <p:nvSpPr>
          <p:cNvPr id="8" name="TextBox 7">
            <a:extLst>
              <a:ext uri="{FF2B5EF4-FFF2-40B4-BE49-F238E27FC236}">
                <a16:creationId xmlns:a16="http://schemas.microsoft.com/office/drawing/2014/main" id="{0E8EEE06-699C-64B8-DED4-01D4BEF77D49}"/>
              </a:ext>
            </a:extLst>
          </p:cNvPr>
          <p:cNvSpPr txBox="1"/>
          <p:nvPr/>
        </p:nvSpPr>
        <p:spPr>
          <a:xfrm>
            <a:off x="751499" y="5143500"/>
            <a:ext cx="2238445" cy="1265924"/>
          </a:xfrm>
          <a:prstGeom prst="rect">
            <a:avLst/>
          </a:prstGeom>
          <a:noFill/>
        </p:spPr>
        <p:txBody>
          <a:bodyPr wrap="square">
            <a:spAutoFit/>
          </a:bodyPr>
          <a:lstStyle/>
          <a:p>
            <a:pPr>
              <a:lnSpc>
                <a:spcPts val="4850"/>
              </a:lnSpc>
            </a:pP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Cơ</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chế</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tấn</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công</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DDoS SYN Flood</a:t>
            </a:r>
            <a:endParaRPr lang="en-US" sz="2800" dirty="0">
              <a:solidFill>
                <a:schemeClr val="tx1">
                  <a:lumMod val="50000"/>
                </a:schemeClr>
              </a:solidFill>
              <a:latin typeface="Bahnschrift SemiBold Condensed" panose="020B0502040204020203" pitchFamily="34" charset="0"/>
            </a:endParaRPr>
          </a:p>
        </p:txBody>
      </p:sp>
      <p:grpSp>
        <p:nvGrpSpPr>
          <p:cNvPr id="9" name="Group 8">
            <a:extLst>
              <a:ext uri="{FF2B5EF4-FFF2-40B4-BE49-F238E27FC236}">
                <a16:creationId xmlns:a16="http://schemas.microsoft.com/office/drawing/2014/main" id="{88F5695B-9020-751F-7E5E-41050CAF401F}"/>
              </a:ext>
            </a:extLst>
          </p:cNvPr>
          <p:cNvGrpSpPr/>
          <p:nvPr/>
        </p:nvGrpSpPr>
        <p:grpSpPr>
          <a:xfrm>
            <a:off x="9487161" y="-74726"/>
            <a:ext cx="5255784" cy="4787708"/>
            <a:chOff x="6280190" y="1651635"/>
            <a:chExt cx="7556421" cy="5844064"/>
          </a:xfrm>
        </p:grpSpPr>
        <p:pic>
          <p:nvPicPr>
            <p:cNvPr id="10" name="Image 1" descr="preencoded.png">
              <a:extLst>
                <a:ext uri="{FF2B5EF4-FFF2-40B4-BE49-F238E27FC236}">
                  <a16:creationId xmlns:a16="http://schemas.microsoft.com/office/drawing/2014/main" id="{540C5D12-6206-CE34-7182-5A3A1481C3E2}"/>
                </a:ext>
              </a:extLst>
            </p:cNvPr>
            <p:cNvPicPr>
              <a:picLocks noChangeAspect="1"/>
            </p:cNvPicPr>
            <p:nvPr/>
          </p:nvPicPr>
          <p:blipFill>
            <a:blip r:embed="rId3"/>
            <a:stretch>
              <a:fillRect/>
            </a:stretch>
          </p:blipFill>
          <p:spPr>
            <a:xfrm>
              <a:off x="6280190" y="1651635"/>
              <a:ext cx="992267" cy="1461016"/>
            </a:xfrm>
            <a:prstGeom prst="rect">
              <a:avLst/>
            </a:prstGeom>
          </p:spPr>
        </p:pic>
        <p:sp>
          <p:nvSpPr>
            <p:cNvPr id="11" name="Text 1">
              <a:extLst>
                <a:ext uri="{FF2B5EF4-FFF2-40B4-BE49-F238E27FC236}">
                  <a16:creationId xmlns:a16="http://schemas.microsoft.com/office/drawing/2014/main" id="{A819140C-F67B-D45F-B3C9-F97135759A23}"/>
                </a:ext>
              </a:extLst>
            </p:cNvPr>
            <p:cNvSpPr/>
            <p:nvPr/>
          </p:nvSpPr>
          <p:spPr>
            <a:xfrm>
              <a:off x="7470815" y="1849993"/>
              <a:ext cx="2888813"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1: Khai thác lỗ hổng</a:t>
              </a:r>
              <a:endParaRPr lang="en-US" dirty="0">
                <a:solidFill>
                  <a:schemeClr val="tx1">
                    <a:lumMod val="50000"/>
                  </a:schemeClr>
                </a:solidFill>
                <a:latin typeface="Bahnschrift Light" panose="020B0502040204020203" pitchFamily="34" charset="0"/>
              </a:endParaRPr>
            </a:p>
          </p:txBody>
        </p:sp>
        <p:sp>
          <p:nvSpPr>
            <p:cNvPr id="12" name="Text 2">
              <a:extLst>
                <a:ext uri="{FF2B5EF4-FFF2-40B4-BE49-F238E27FC236}">
                  <a16:creationId xmlns:a16="http://schemas.microsoft.com/office/drawing/2014/main" id="{0F6A500D-FDC5-A2F6-E5FB-5437A3B8C916}"/>
                </a:ext>
              </a:extLst>
            </p:cNvPr>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Kẻ tấn công khai thác lỗ hổng trong quá trình bắt tay 3 bước (TCP 3-way handshake) của giao thức TCP</a:t>
              </a:r>
              <a:endParaRPr lang="en-US" dirty="0">
                <a:solidFill>
                  <a:schemeClr val="tx1">
                    <a:lumMod val="50000"/>
                  </a:schemeClr>
                </a:solidFill>
                <a:latin typeface="Bahnschrift Light" panose="020B0502040204020203" pitchFamily="34" charset="0"/>
              </a:endParaRPr>
            </a:p>
          </p:txBody>
        </p:sp>
        <p:pic>
          <p:nvPicPr>
            <p:cNvPr id="13" name="Image 2" descr="preencoded.png">
              <a:extLst>
                <a:ext uri="{FF2B5EF4-FFF2-40B4-BE49-F238E27FC236}">
                  <a16:creationId xmlns:a16="http://schemas.microsoft.com/office/drawing/2014/main" id="{BC48C7CF-C7C4-C409-7762-81F5091B7759}"/>
                </a:ext>
              </a:extLst>
            </p:cNvPr>
            <p:cNvPicPr>
              <a:picLocks noChangeAspect="1"/>
            </p:cNvPicPr>
            <p:nvPr/>
          </p:nvPicPr>
          <p:blipFill>
            <a:blip r:embed="rId4"/>
            <a:stretch>
              <a:fillRect/>
            </a:stretch>
          </p:blipFill>
          <p:spPr>
            <a:xfrm>
              <a:off x="6280190" y="3112651"/>
              <a:ext cx="992267" cy="1461016"/>
            </a:xfrm>
            <a:prstGeom prst="rect">
              <a:avLst/>
            </a:prstGeom>
          </p:spPr>
        </p:pic>
        <p:sp>
          <p:nvSpPr>
            <p:cNvPr id="14" name="Text 3">
              <a:extLst>
                <a:ext uri="{FF2B5EF4-FFF2-40B4-BE49-F238E27FC236}">
                  <a16:creationId xmlns:a16="http://schemas.microsoft.com/office/drawing/2014/main" id="{7FFEE1F5-7E37-F243-E646-D9B1D6BADC90}"/>
                </a:ext>
              </a:extLst>
            </p:cNvPr>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2: Gửi gói SYN</a:t>
              </a:r>
              <a:endParaRPr lang="en-US" dirty="0">
                <a:solidFill>
                  <a:schemeClr val="tx1">
                    <a:lumMod val="50000"/>
                  </a:schemeClr>
                </a:solidFill>
                <a:latin typeface="Bahnschrift Light" panose="020B0502040204020203" pitchFamily="34" charset="0"/>
              </a:endParaRPr>
            </a:p>
          </p:txBody>
        </p:sp>
        <p:sp>
          <p:nvSpPr>
            <p:cNvPr id="15" name="Text 4">
              <a:extLst>
                <a:ext uri="{FF2B5EF4-FFF2-40B4-BE49-F238E27FC236}">
                  <a16:creationId xmlns:a16="http://schemas.microsoft.com/office/drawing/2014/main" id="{F51A1E5E-773F-FD6A-73BC-CA0EC52ED609}"/>
                </a:ext>
              </a:extLst>
            </p:cNvPr>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Gửi ồ ạt các gói tin SYN với địa chỉ IP nguồn giả mạo (Spoofed IP) để che giấu danh tính thực</a:t>
              </a:r>
              <a:endParaRPr lang="en-US" dirty="0">
                <a:solidFill>
                  <a:schemeClr val="tx1">
                    <a:lumMod val="50000"/>
                  </a:schemeClr>
                </a:solidFill>
                <a:latin typeface="Bahnschrift Light" panose="020B0502040204020203" pitchFamily="34" charset="0"/>
              </a:endParaRPr>
            </a:p>
          </p:txBody>
        </p:sp>
        <p:pic>
          <p:nvPicPr>
            <p:cNvPr id="16" name="Image 3" descr="preencoded.png">
              <a:extLst>
                <a:ext uri="{FF2B5EF4-FFF2-40B4-BE49-F238E27FC236}">
                  <a16:creationId xmlns:a16="http://schemas.microsoft.com/office/drawing/2014/main" id="{106D51A3-44DF-D626-41C9-333A8A50C367}"/>
                </a:ext>
              </a:extLst>
            </p:cNvPr>
            <p:cNvPicPr>
              <a:picLocks noChangeAspect="1"/>
            </p:cNvPicPr>
            <p:nvPr/>
          </p:nvPicPr>
          <p:blipFill>
            <a:blip r:embed="rId5"/>
            <a:stretch>
              <a:fillRect/>
            </a:stretch>
          </p:blipFill>
          <p:spPr>
            <a:xfrm>
              <a:off x="6280190" y="4573667"/>
              <a:ext cx="992267" cy="1461016"/>
            </a:xfrm>
            <a:prstGeom prst="rect">
              <a:avLst/>
            </a:prstGeom>
          </p:spPr>
        </p:pic>
        <p:sp>
          <p:nvSpPr>
            <p:cNvPr id="17" name="Text 5">
              <a:extLst>
                <a:ext uri="{FF2B5EF4-FFF2-40B4-BE49-F238E27FC236}">
                  <a16:creationId xmlns:a16="http://schemas.microsoft.com/office/drawing/2014/main" id="{F7C192F4-BCDD-E284-DD76-EAA8F0709DBE}"/>
                </a:ext>
              </a:extLst>
            </p:cNvPr>
            <p:cNvSpPr/>
            <p:nvPr/>
          </p:nvSpPr>
          <p:spPr>
            <a:xfrm>
              <a:off x="7470815" y="4772025"/>
              <a:ext cx="2861548"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3: Đáp ứng SYN-ACK</a:t>
              </a:r>
              <a:endParaRPr lang="en-US" dirty="0">
                <a:solidFill>
                  <a:schemeClr val="tx1">
                    <a:lumMod val="50000"/>
                  </a:schemeClr>
                </a:solidFill>
                <a:latin typeface="Bahnschrift Light" panose="020B0502040204020203" pitchFamily="34" charset="0"/>
              </a:endParaRPr>
            </a:p>
          </p:txBody>
        </p:sp>
        <p:sp>
          <p:nvSpPr>
            <p:cNvPr id="18" name="Text 6">
              <a:extLst>
                <a:ext uri="{FF2B5EF4-FFF2-40B4-BE49-F238E27FC236}">
                  <a16:creationId xmlns:a16="http://schemas.microsoft.com/office/drawing/2014/main" id="{C8AE909D-5220-8F2B-762B-0495EC5FE193}"/>
                </a:ext>
              </a:extLst>
            </p:cNvPr>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Server phản hồi SYN-ACK và giữ trạng thái kết nối chờ (Half-open connection) trong bộ nhớ</a:t>
              </a:r>
              <a:endParaRPr lang="en-US" dirty="0">
                <a:solidFill>
                  <a:schemeClr val="tx1">
                    <a:lumMod val="50000"/>
                  </a:schemeClr>
                </a:solidFill>
                <a:latin typeface="Bahnschrift Light" panose="020B0502040204020203" pitchFamily="34" charset="0"/>
              </a:endParaRPr>
            </a:p>
          </p:txBody>
        </p:sp>
        <p:pic>
          <p:nvPicPr>
            <p:cNvPr id="19" name="Image 4" descr="preencoded.png">
              <a:extLst>
                <a:ext uri="{FF2B5EF4-FFF2-40B4-BE49-F238E27FC236}">
                  <a16:creationId xmlns:a16="http://schemas.microsoft.com/office/drawing/2014/main" id="{BB8FEB78-FEB6-FB7B-A16B-4FC9FC4EDC9C}"/>
                </a:ext>
              </a:extLst>
            </p:cNvPr>
            <p:cNvPicPr>
              <a:picLocks noChangeAspect="1"/>
            </p:cNvPicPr>
            <p:nvPr/>
          </p:nvPicPr>
          <p:blipFill>
            <a:blip r:embed="rId6"/>
            <a:stretch>
              <a:fillRect/>
            </a:stretch>
          </p:blipFill>
          <p:spPr>
            <a:xfrm>
              <a:off x="6280190" y="6034683"/>
              <a:ext cx="992267" cy="1461016"/>
            </a:xfrm>
            <a:prstGeom prst="rect">
              <a:avLst/>
            </a:prstGeom>
          </p:spPr>
        </p:pic>
        <p:sp>
          <p:nvSpPr>
            <p:cNvPr id="20" name="Text 7">
              <a:extLst>
                <a:ext uri="{FF2B5EF4-FFF2-40B4-BE49-F238E27FC236}">
                  <a16:creationId xmlns:a16="http://schemas.microsoft.com/office/drawing/2014/main" id="{237EC02A-7488-CADC-620F-1BE4A5FF6C14}"/>
                </a:ext>
              </a:extLst>
            </p:cNvPr>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4: Hậu quả</a:t>
              </a:r>
              <a:endParaRPr lang="en-US" dirty="0">
                <a:solidFill>
                  <a:schemeClr val="tx1">
                    <a:lumMod val="50000"/>
                  </a:schemeClr>
                </a:solidFill>
                <a:latin typeface="Bahnschrift Light" panose="020B0502040204020203" pitchFamily="34" charset="0"/>
              </a:endParaRPr>
            </a:p>
          </p:txBody>
        </p:sp>
        <p:sp>
          <p:nvSpPr>
            <p:cNvPr id="21" name="Text 8">
              <a:extLst>
                <a:ext uri="{FF2B5EF4-FFF2-40B4-BE49-F238E27FC236}">
                  <a16:creationId xmlns:a16="http://schemas.microsoft.com/office/drawing/2014/main" id="{50F8BE30-ACE0-9E47-47F4-6A826CFD200A}"/>
                </a:ext>
              </a:extLst>
            </p:cNvPr>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Tràn bộ đệm kết nối (backlog queue), từ chối dịch vụ mới và làm sập máy chủ</a:t>
              </a:r>
              <a:endParaRPr lang="en-US" dirty="0">
                <a:solidFill>
                  <a:schemeClr val="tx1">
                    <a:lumMod val="50000"/>
                  </a:schemeClr>
                </a:solidFill>
                <a:latin typeface="Bahnschrift Light" panose="020B0502040204020203" pitchFamily="34" charset="0"/>
              </a:endParaRPr>
            </a:p>
          </p:txBody>
        </p:sp>
      </p:grpSp>
      <p:sp>
        <p:nvSpPr>
          <p:cNvPr id="2" name="TextBox 1">
            <a:extLst>
              <a:ext uri="{FF2B5EF4-FFF2-40B4-BE49-F238E27FC236}">
                <a16:creationId xmlns:a16="http://schemas.microsoft.com/office/drawing/2014/main" id="{509CCA9A-0FF7-9522-0910-8126A80ECAD6}"/>
              </a:ext>
            </a:extLst>
          </p:cNvPr>
          <p:cNvSpPr txBox="1"/>
          <p:nvPr/>
        </p:nvSpPr>
        <p:spPr>
          <a:xfrm>
            <a:off x="1870721" y="5424474"/>
            <a:ext cx="5061438" cy="1777153"/>
          </a:xfrm>
          <a:prstGeom prst="rect">
            <a:avLst/>
          </a:prstGeom>
          <a:noFill/>
        </p:spPr>
        <p:txBody>
          <a:bodyPr wrap="square">
            <a:spAutoFit/>
          </a:bodyPr>
          <a:lstStyle/>
          <a:p>
            <a:pPr>
              <a:lnSpc>
                <a:spcPts val="1900"/>
              </a:lnSpc>
            </a:pPr>
            <a:r>
              <a:rPr lang="vi-VN" b="1" dirty="0">
                <a:solidFill>
                  <a:srgbClr val="FF0000"/>
                </a:solidFill>
                <a:latin typeface="Bahnschrift" panose="020B0502040204020203" pitchFamily="34" charset="0"/>
              </a:rPr>
              <a:t>SYN Flood</a:t>
            </a:r>
            <a:r>
              <a:rPr lang="vi-VN" dirty="0">
                <a:solidFill>
                  <a:srgbClr val="FF0000"/>
                </a:solidFill>
                <a:latin typeface="Bahnschrift" panose="020B0502040204020203" pitchFamily="34" charset="0"/>
              </a:rPr>
              <a:t> </a:t>
            </a:r>
            <a:r>
              <a:rPr lang="vi-VN" dirty="0">
                <a:latin typeface="Bahnschrift" panose="020B0502040204020203" pitchFamily="34" charset="0"/>
              </a:rPr>
              <a:t>là hành động gửi hàng loạt gói tin yêu cầu kết nối (SYN) đến một cổng (Port) dịch vụ của máy chủ, nhưng kẻ tấn công cố tình </a:t>
            </a:r>
            <a:r>
              <a:rPr lang="vi-VN" b="1" dirty="0">
                <a:solidFill>
                  <a:srgbClr val="FF0000"/>
                </a:solidFill>
                <a:latin typeface="Bahnschrift" panose="020B0502040204020203" pitchFamily="34" charset="0"/>
              </a:rPr>
              <a:t>không gửi</a:t>
            </a:r>
            <a:r>
              <a:rPr lang="vi-VN" dirty="0">
                <a:solidFill>
                  <a:srgbClr val="FF0000"/>
                </a:solidFill>
                <a:latin typeface="Bahnschrift" panose="020B0502040204020203" pitchFamily="34" charset="0"/>
              </a:rPr>
              <a:t> </a:t>
            </a:r>
            <a:r>
              <a:rPr lang="vi-VN" dirty="0">
                <a:latin typeface="Bahnschrift" panose="020B0502040204020203" pitchFamily="34" charset="0"/>
              </a:rPr>
              <a:t>xác nhận cuối cùng (ACK) hoặc sử dụng </a:t>
            </a:r>
            <a:r>
              <a:rPr lang="vi-VN" b="1" dirty="0">
                <a:solidFill>
                  <a:srgbClr val="FF0000"/>
                </a:solidFill>
                <a:latin typeface="Bahnschrift" panose="020B0502040204020203" pitchFamily="34" charset="0"/>
              </a:rPr>
              <a:t>IP giả</a:t>
            </a:r>
            <a:r>
              <a:rPr lang="vi-VN" dirty="0">
                <a:solidFill>
                  <a:srgbClr val="FF0000"/>
                </a:solidFill>
                <a:latin typeface="Bahnschrift" panose="020B0502040204020203" pitchFamily="34" charset="0"/>
              </a:rPr>
              <a:t> </a:t>
            </a:r>
            <a:r>
              <a:rPr lang="vi-VN" dirty="0">
                <a:latin typeface="Bahnschrift" panose="020B0502040204020203" pitchFamily="34" charset="0"/>
              </a:rPr>
              <a:t>để máy chủ không bao giờ nhận được phản hồi. Kết quả là bảng quản lý kết nối của máy chủ bị lấp đầy bởi các trạng thái "đang chờ", khiến nó không thể chấp nhận thêm bất kỳ người dùng thật nào nữa.</a:t>
            </a:r>
            <a:endParaRPr lang="en-US" dirty="0">
              <a:solidFill>
                <a:schemeClr val="tx1">
                  <a:lumMod val="50000"/>
                </a:schemeClr>
              </a:solidFill>
              <a:latin typeface="Bahnschrift" panose="020B0502040204020203" pitchFamily="34" charset="0"/>
            </a:endParaRPr>
          </a:p>
        </p:txBody>
      </p:sp>
    </p:spTree>
    <p:extLst>
      <p:ext uri="{BB962C8B-B14F-4D97-AF65-F5344CB8AC3E}">
        <p14:creationId xmlns:p14="http://schemas.microsoft.com/office/powerpoint/2010/main" val="39601901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614AD01E-EFC1-504D-ADAC-490267E44742}"/>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37FCA07A-E590-29E3-4C10-D37F747756D6}"/>
              </a:ext>
            </a:extLst>
          </p:cNvPr>
          <p:cNvSpPr txBox="1">
            <a:spLocks noGrp="1"/>
          </p:cNvSpPr>
          <p:nvPr>
            <p:ph type="title"/>
          </p:nvPr>
        </p:nvSpPr>
        <p:spPr>
          <a:xfrm>
            <a:off x="-955968" y="0"/>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ACF9530D-D662-B2ED-51BA-780BBBF10DC9}"/>
              </a:ext>
            </a:extLst>
          </p:cNvPr>
          <p:cNvSpPr txBox="1">
            <a:spLocks noGrp="1"/>
          </p:cNvSpPr>
          <p:nvPr>
            <p:ph type="title" idx="2"/>
          </p:nvPr>
        </p:nvSpPr>
        <p:spPr>
          <a:xfrm>
            <a:off x="0" y="0"/>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grpSp>
        <p:nvGrpSpPr>
          <p:cNvPr id="445" name="Google Shape;445;p31">
            <a:extLst>
              <a:ext uri="{FF2B5EF4-FFF2-40B4-BE49-F238E27FC236}">
                <a16:creationId xmlns:a16="http://schemas.microsoft.com/office/drawing/2014/main" id="{997C7048-24D6-390C-0CBF-E6211118FB62}"/>
              </a:ext>
            </a:extLst>
          </p:cNvPr>
          <p:cNvGrpSpPr/>
          <p:nvPr/>
        </p:nvGrpSpPr>
        <p:grpSpPr>
          <a:xfrm flipH="1">
            <a:off x="6995075" y="3099425"/>
            <a:ext cx="2008513" cy="2044060"/>
            <a:chOff x="179950" y="3099425"/>
            <a:chExt cx="2008513" cy="2044060"/>
          </a:xfrm>
        </p:grpSpPr>
        <p:sp>
          <p:nvSpPr>
            <p:cNvPr id="446" name="Google Shape;446;p31">
              <a:extLst>
                <a:ext uri="{FF2B5EF4-FFF2-40B4-BE49-F238E27FC236}">
                  <a16:creationId xmlns:a16="http://schemas.microsoft.com/office/drawing/2014/main" id="{150B1F97-27FD-145D-06CF-CC9F02542B7F}"/>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C3E89D57-3704-707D-E8A8-A14650DD2255}"/>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21E10BBD-B24E-86AF-A0C9-26BA80C2C9B0}"/>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15FE0E90-4785-28DD-C350-20FA75557B6F}"/>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CBDCFEBC-706D-6CEF-2A75-E777AA3A4516}"/>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40332884-A0ED-E769-D724-DE62FA572A2A}"/>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E1451E3E-822C-ED79-253B-0B297A1AB9F7}"/>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5FA58C25-C913-4A6F-EF64-3D6DF77EE301}"/>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03019B8F-9899-4ED1-7252-BE044BAA5EBC}"/>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AF9858B0-C689-8C38-B237-B3C430C15B0A}"/>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403954D7-50E2-2506-500C-7E1C6F4E5C0A}"/>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8E230725-33FB-0695-0F98-D50BE31CD132}"/>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C0F6A840-9A77-ED3A-EAB8-9C6B664CDFC2}"/>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7CC9BD92-D7DF-97DA-EB2A-EE1CE16C2163}"/>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71CE97D3-B038-A29F-D75B-79411CF8E085}"/>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DF046A3F-8D64-7EC0-7BB1-E717D039143A}"/>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5B5A7F72-5B11-4AF8-3093-33A608C3AC99}"/>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255D0A6C-401B-CDFC-C07F-F6093AED1F1F}"/>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C1C45B10-3C02-5176-C161-9858FC4C974A}"/>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42221A34-3DFC-823D-CECB-CC173F44301C}"/>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CDDD4D80-8C84-BD9E-18CE-E6CE1498152D}"/>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6D090B5C-3BBE-4C0B-A56F-C1DA9E14A45B}"/>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34B4AEFC-51CF-290B-A8C5-71C0704AF886}"/>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8C6121A6-2A8D-1BCB-63DA-A3515669C6E9}"/>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8D0F2D6E-1B95-992F-A0F5-4A211FD44E2D}"/>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8EBA6A9B-7DEF-8F52-0BA0-C094AA7654AB}"/>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58A7B136-97B2-2B1B-9978-C9ED972170D9}"/>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8AD70705-744E-C6F4-1038-63FAB48E54E0}"/>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862E5F20-3C72-FBEE-1518-07C0592273AD}"/>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45EEBB57-12E0-3119-E8E0-471F4033F0AB}"/>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880FDC81-30A6-2864-AF29-0B3C934617AA}"/>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93EF8FEC-8F56-74A1-4EDE-C9367C0697EC}"/>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3F7E52D0-B7CB-9439-052A-E9D09B688934}"/>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4AD8D3C8-ACF7-65CB-525D-222D1B930140}"/>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C6504DA6-D9F9-3657-CD74-23F4DC45652C}"/>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509D7513-AF3B-DDE2-FCE2-714FB621B8AC}"/>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6498B1A8-C4FF-B2EA-EBEF-25D34317AEE3}"/>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F0E6F7ED-3C1F-DECF-E016-C15B1FC3A61F}"/>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CE8E3A31-86BA-6711-324F-084AFC842C76}"/>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8E99A8D8-86C3-D00D-D834-4D2A68859CE4}"/>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4460579A-383D-689C-A0DE-D0511430A342}"/>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DA9605AA-B00C-9980-AC4A-2DD7426E5A6F}"/>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48FFC21E-0FEF-6062-DC67-EAC2CD2FAC99}"/>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8976DC48-AD83-3AF1-1826-DB4893E9AE0E}"/>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45D734F9-AC0B-4434-F8F2-D8EB9C43A1CC}"/>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3E422DF6-C59E-3C3C-223D-E2787D1BBDE7}"/>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DF1719EB-76DD-31B1-E6FA-981C9CEC2EA6}"/>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3732F876-6A9A-7DB4-F99E-240E68747F74}"/>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812D1A15-3FB2-2CF2-CD5D-C48D074B9AAA}"/>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C99386B1-AA5B-9B1C-A1C7-EF2CACBCF250}"/>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D572FFE8-190F-E16B-B927-003DE06124B9}"/>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9A1E75EC-338C-82D3-FA99-7C26278DADC4}"/>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62773D82-8E4B-B346-106C-6FBE29BFFC25}"/>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B534CBE1-2D37-17B5-3D33-B07A8FC384DB}"/>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E999D4DF-4018-9B01-1EBA-A620A6283263}"/>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9AF26686-09E0-3E9C-34BB-71547629FFA6}"/>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24B64DC8-FB6B-161A-F695-BE01A3016059}"/>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7554CA42-C0F9-9EBC-DE0F-0483CC3F8610}"/>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A0A6F26D-2BD3-9C4F-465E-00A4E7D4A187}"/>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733081F1-6713-1FB4-CDF3-244E059EFF08}"/>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613C59D8-36D4-7DE5-7955-3FD1C919E655}"/>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C988957E-5773-6128-4F86-8C10467192A7}"/>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89FC815D-4873-4003-3FC0-06FD5EB136E9}"/>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B3AFCB7A-292F-47D5-50CF-C2EC0AFB32B7}"/>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BB9A1C83-29B0-C08C-AA35-76B99BEF8095}"/>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483BA571-6AFB-6E8E-C3F9-FF9DAA501AAF}"/>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ABA7BC75-FC20-95D6-09E1-EFDB590B12FB}"/>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C8D64D3B-B1D9-C2E2-33C2-24C7744A46A9}"/>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CE3B61BF-F7D3-E32A-A767-38ACDB797076}"/>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1ED48C1A-61D0-5E9E-E229-3FD5E2E47633}"/>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2AD10A1D-15A3-C26A-E76D-7D1F4B1FD6AF}"/>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8A6EB249-CC73-CB2A-3C83-654B01E84361}"/>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5504F365-46DC-8773-6D99-5779E90DCEB0}"/>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FE15EE8C-5EF4-100C-DD68-A0FA5D96E2AF}"/>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F883E7D0-5A23-F8F3-A841-25676DE4C200}"/>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8229B739-2CE4-B06D-3903-DFBC08A586D4}"/>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12551783-7167-5B93-3928-7CD0D4A40A1D}"/>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3B4B78DB-0BF2-32A5-E8E9-8BC2973F1D05}"/>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BE7F0F0C-A207-8F07-73C6-44D13D2E0EBA}"/>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ED3E26DC-846B-D2F7-754F-743C75E11348}"/>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35C0437E-E326-D6A4-D13A-5A98EDD474C6}"/>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F65900AC-F195-53FC-58E9-A24A93E9AD51}"/>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CC23D2DE-3E0B-1ACB-AA6D-291F1B4936E0}"/>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6B60974A-B94D-E7CE-EC23-49ACD6A0F0C8}"/>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F71BD51D-362D-6D07-60A5-BE34DE95CFCE}"/>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75178C05-767D-024E-B030-772A5C6D8422}"/>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150FD610-25AC-A5B7-F2E5-343E941FDE45}"/>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91BC4917-71D9-9DCD-C787-4986094907A9}"/>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5DD7168F-98BF-D394-83CE-5CC825D0F29D}"/>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2A8AA001-EF24-38EE-CA8D-2F3A0574BB77}"/>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B6F7538A-4F4D-50E8-3176-C413D326F145}"/>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3C0B35F2-DF6B-F318-D33D-B9ACE86C1CDD}"/>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E48DCD6D-62CA-C259-2019-510916E76520}"/>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F200B9EE-10E9-0007-FFEA-D7CD115547E6}"/>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31B935D5-5A35-15A5-2116-055F9E44C3F8}"/>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574DFADB-F5A7-73B2-F663-335909B45216}"/>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CFF6B6EC-71BE-6D2E-9971-7E7366E0F641}"/>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D679FDBC-C24F-A074-3BAE-AE6EFA5DA015}"/>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38BB7882-A06A-38A7-7BE3-8F3073A881BE}"/>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DBA3624B-4239-E13C-E8CB-323D943D5948}"/>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306556BA-014A-70BA-55A3-F7592C72AF9B}"/>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6FE62438-4F12-5F1F-1871-795836EFBBB2}"/>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42D8EC08-534F-730C-3FE3-E8931BE7B455}"/>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1E890D3C-B57D-1B19-84F8-3E8F7E0AD534}"/>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12B022D1-95BE-B4C3-AC66-7735EA2E2CA7}"/>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C2753FB4-67DF-0031-3674-709F4BA1CB18}"/>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33BE281B-C39C-093A-6980-84DC1DD732F2}"/>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D9D4B3CE-B22F-F1CE-275D-12285A38D823}"/>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2E453FAD-10B3-817F-BE2E-6C0F1F736A27}"/>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E1952FFE-DC4D-32CA-82B8-F5A76934A4E0}"/>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43766AB3-DE12-F99A-BFD4-1C7E26BFFFE2}"/>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45FE0DCE-6FD1-0FF8-5ECD-BE53761C9CAE}"/>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84684DCE-3580-86DC-EE42-C48CF2D0666D}"/>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7B150139-F534-EA95-7ABC-446DA79DF77B}"/>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6F06EF1A-093C-3592-0BBC-743589629622}"/>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FEF0332E-CC6C-9922-73CB-3F293B9736A2}"/>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46FEC090-DC02-E373-C7B2-3F3B871BB313}"/>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D28DCF03-0C0E-63B9-05FE-DD775812A0B6}"/>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20FBD9E2-5BFC-9E13-17B3-4EA15E948984}"/>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79792DDA-BA33-78B1-C5F1-4B6E73531DDA}"/>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1C54BAAD-2F7E-6881-B499-9A8F62735D8D}"/>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9B803512-6F3F-CEF5-3E2E-6480BA4410E3}"/>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99473DC8-AE29-D530-3E23-57B99694CF65}"/>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135AEB37-52E1-4647-8927-A7E579DE93C9}"/>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9F1034E9-D6D8-E2CF-199F-906166A753C2}"/>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175C66A0-8803-4FE0-CE1C-1279812C0A28}"/>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3EB7F396-7DC8-0727-40B2-534CBB399ECE}"/>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07A7B845-43E5-663F-3B98-3BC4BEF408E2}"/>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07F26ABB-8F62-23B4-EEE9-4F25DC441683}"/>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25E5468C-3340-576E-B697-A296C862D44B}"/>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594050CB-0526-84F8-ADCD-32962C1D63D3}"/>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A69CDC3D-E65E-5CF1-7D1F-95594B68F14A}"/>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BC5B7B40-6880-FEC3-E2BC-6B00F50732EE}"/>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60B40648-14BA-8522-F990-6A7E8333C0DD}"/>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F90FA653-B2EE-1614-F490-6670DF636106}"/>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D85F89AF-45CD-FFAA-F38D-436046E53462}"/>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557D8952-9E22-913C-6616-68B3274399B6}"/>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C97BA58E-EAE0-95EC-F5C8-9C1EE26593E5}"/>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BBAFB08A-634E-370F-CC0D-8CCF79F37EE4}"/>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2AA811C8-2E99-6E68-DCAD-C47729AB570C}"/>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744D7E57-E880-9F87-365B-E45777DFA584}"/>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7EE09024-841D-0A32-8967-FFDE52FA6A79}"/>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83AF2EE0-F356-F490-F6AD-41C0901FEC00}"/>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82544544-4704-DE01-6DB5-48FBB7B765F5}"/>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94CF5F87-46EF-7EA6-65B9-D26D86E44EE0}"/>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B95AAA35-BA9E-A0AF-C35D-44E226C8514F}"/>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0F206B9E-16C2-BE0A-3BE7-89E3F4E2F89C}"/>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9BB92307-0D95-1A1A-2902-575F95891E45}"/>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96961160-D56B-FEB9-9BB0-B61547C9658E}"/>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E3064894-FED8-1BDD-A0D7-399F61DA3A90}"/>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8AFAC83A-92A0-E724-03D0-97BA31794D55}"/>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9AB543D2-DDBA-3B96-AA9E-343230398E28}"/>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F407E3A3-8C3A-C676-EDCD-D1496DF2CD8A}"/>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56F52C5C-C2EC-FD56-1539-4DFD2DC1F296}"/>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8A58EDD5-B89B-49AE-3D71-0A2B1FC02180}"/>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C4A5EBD9-A947-73A6-9EA4-DBDA8429345B}"/>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ADE32212-A36C-FEA6-D13A-BEA4121E69E0}"/>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479A6883-1C7B-8A5E-EF77-7727D376837B}"/>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26B6358C-AE68-F1CC-A23F-6E900F790EA1}"/>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64DB1738-1EBF-08D1-7343-1EA7CA231E8D}"/>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3B80B286-00A7-FEA6-D209-52727CA34438}"/>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48947FF0-7F4A-3E29-616B-099177F122B3}"/>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DA033B4C-4918-316F-43AA-BB8E8DE1A932}"/>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4720EBF6-802A-4A51-7CDD-B254387D94D8}"/>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2592B3AE-2219-DF44-4FF9-9604C5BD1B24}"/>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97A1F7BF-1FAD-A33E-D1F1-7BB6F7D1CBA0}"/>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61CA2BF7-45F5-1243-9E90-9A62CA71FE96}"/>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BD845D95-DE02-6D5A-8791-E6E163A864DA}"/>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F75F6C93-8896-DC8B-29A1-52B4C9199E12}"/>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DAEDF43D-DE90-B65B-4998-373CFED29742}"/>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E7F929E5-5172-D318-7257-F58DBFB4ED44}"/>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AF8C340A-DBB7-5ADC-69EB-7B9F5E458A12}"/>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AD488652-A506-EE07-A83E-DB0BF7194CCF}"/>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7524B1B9-187C-41FF-5A86-F2E87C872EF9}"/>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9AD02AA7-6A4A-F824-67E9-067253E76277}"/>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896D35F5-0611-A9EC-ABC2-1DCD309C3899}"/>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C0E5FA6E-6543-92E4-8433-DAF9E4B60F52}"/>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335F095F-7E03-BEE8-6A14-FB9AB41A1F43}"/>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CE8C180F-D473-D831-BA02-C79155D3D907}"/>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470D4558-2559-1D4F-4765-E7BF051E8787}"/>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64A8306F-2E6C-E1DD-CACE-F9CBF14EF5DA}"/>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CB708597-D12E-DBF6-84F0-940ABD6764CB}"/>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6B7DA26A-7818-9725-1862-AC7290CD39A9}"/>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C9FA039D-0D58-4877-836F-12C86C8E1CC0}"/>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149A8D3D-0ABC-432D-81C7-86777AEBF427}"/>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DC6A1CE4-5D6C-E010-068C-71AE96435D3D}"/>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C1B9C8BD-FA0E-CA0A-6002-8A7D6F7FF523}"/>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8476EA2A-3EDD-D594-40B4-7D50BAA3D4AD}"/>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38D0B316-33E9-D814-421C-DE4EBE6011B4}"/>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B61045A1-D6BF-C981-2C32-48B0E7DE083A}"/>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CE8D3DDF-807E-85F8-8D8B-CB02A3FF299C}"/>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7CB5BA19-385D-EDFC-E79E-D94DFD054D5D}"/>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95DA0C28-B2B3-8AC6-FE1E-B306D73A4EAF}"/>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5F2B2FB6-FB81-EAFC-B326-8BAEA545C243}"/>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B8195554-600F-AA17-E7BD-56839E9CF18D}"/>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33BCAFFC-046E-B765-AC00-F850407A7895}"/>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7E7D79A8-2B60-17B5-6CFD-24EB33BF1025}"/>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496B4B8D-3C0D-E370-ADB9-8BE1780ECC06}"/>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810397C2-D2AD-A7AF-B911-B0A0560174F3}"/>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8DE8DECE-FB3D-A649-52BF-CBD3E35248EA}"/>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F20433D2-1A92-86E3-B7D6-27B0B93AB07B}"/>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712680B9-0ADE-A3BE-6F32-336D3251546B}"/>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1369C290-17EF-978D-D237-508E336A869E}"/>
              </a:ext>
            </a:extLst>
          </p:cNvPr>
          <p:cNvGrpSpPr/>
          <p:nvPr/>
        </p:nvGrpSpPr>
        <p:grpSpPr>
          <a:xfrm>
            <a:off x="222173" y="698812"/>
            <a:ext cx="510276" cy="1011126"/>
            <a:chOff x="331179" y="148675"/>
            <a:chExt cx="557496" cy="1104693"/>
          </a:xfrm>
        </p:grpSpPr>
        <p:sp>
          <p:nvSpPr>
            <p:cNvPr id="649" name="Google Shape;649;p31">
              <a:extLst>
                <a:ext uri="{FF2B5EF4-FFF2-40B4-BE49-F238E27FC236}">
                  <a16:creationId xmlns:a16="http://schemas.microsoft.com/office/drawing/2014/main" id="{BC617FCB-9173-EDB9-9FFD-64A86DBF9A03}"/>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9A954FAB-0920-21A6-A3B8-B23FDC9A358E}"/>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63E6DE7D-F64A-0C24-0BA8-9DD709E15103}"/>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B9354D3D-88E4-EBAF-05CC-C2FD06C63268}"/>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53AB4226-53BF-D63D-D3ED-6D1E1C88DDAB}"/>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0A216654-0684-1718-0638-8CE9C1AFDB63}"/>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4247DBB3-07AB-E381-B442-DC0611A844E9}"/>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5597E1E8-F61D-A3CB-EE8C-28D311D104C9}"/>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D9EB8407-10C7-69B1-1C54-D97C46648387}"/>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1E9E9489-AF4A-D8D1-A3CC-CE56757C04FB}"/>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ECBB104C-FCA8-C5A1-96BB-AF3E34CCABF3}"/>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BB86404F-0976-4F08-8B1D-78E56ACEDEE0}"/>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553D9B82-1E1A-931C-2F74-A50D6BE69CC6}"/>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1035B0CD-D0FB-93F6-AB9C-63CD96652888}"/>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2C13CD86-72D4-1B4B-F250-907DCBD166A9}"/>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5786F1C6-5573-3FAE-510F-F359D1C150C4}"/>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F12482D0-EE25-3D07-F5F6-CD7938879407}"/>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05CBED5C-F289-92B7-BA34-B74BC00A0883}"/>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E42CBB05-6EDF-6AED-4ED6-068121170B33}"/>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0A66EAF1-0B25-0207-7F67-FAB6DD6A92B3}"/>
              </a:ext>
            </a:extLst>
          </p:cNvPr>
          <p:cNvSpPr txBox="1"/>
          <p:nvPr/>
        </p:nvSpPr>
        <p:spPr>
          <a:xfrm>
            <a:off x="-3745419" y="362575"/>
            <a:ext cx="5061438" cy="307777"/>
          </a:xfrm>
          <a:prstGeom prst="rect">
            <a:avLst/>
          </a:prstGeom>
          <a:noFill/>
        </p:spPr>
        <p:txBody>
          <a:bodyPr wrap="square">
            <a:spAutoFit/>
          </a:bodyPr>
          <a:lstStyle/>
          <a:p>
            <a:r>
              <a:rPr lang="en-US" dirty="0">
                <a:latin typeface="Bahnschrift SemiBold Condensed" panose="020B0502040204020203" pitchFamily="34" charset="0"/>
              </a:rPr>
              <a:t>1. </a:t>
            </a:r>
            <a:r>
              <a:rPr lang="en-US" dirty="0" err="1">
                <a:latin typeface="Bahnschrift SemiBold Condensed" panose="020B0502040204020203" pitchFamily="34" charset="0"/>
              </a:rPr>
              <a:t>Bức</a:t>
            </a:r>
            <a:r>
              <a:rPr lang="en-US" dirty="0">
                <a:latin typeface="Bahnschrift SemiBold Condensed" panose="020B0502040204020203" pitchFamily="34" charset="0"/>
              </a:rPr>
              <a:t> </a:t>
            </a:r>
            <a:r>
              <a:rPr lang="en-US" dirty="0" err="1">
                <a:latin typeface="Bahnschrift SemiBold Condensed" panose="020B0502040204020203" pitchFamily="34" charset="0"/>
              </a:rPr>
              <a:t>tranh</a:t>
            </a:r>
            <a:r>
              <a:rPr lang="en-US" dirty="0">
                <a:latin typeface="Bahnschrift SemiBold Condensed" panose="020B0502040204020203" pitchFamily="34" charset="0"/>
              </a:rPr>
              <a:t> An </a:t>
            </a:r>
            <a:r>
              <a:rPr lang="en-US" dirty="0" err="1">
                <a:latin typeface="Bahnschrift SemiBold Condensed" panose="020B0502040204020203" pitchFamily="34" charset="0"/>
              </a:rPr>
              <a:t>ninh</a:t>
            </a:r>
            <a:r>
              <a:rPr lang="en-US" dirty="0">
                <a:latin typeface="Bahnschrift SemiBold Condensed" panose="020B0502040204020203" pitchFamily="34" charset="0"/>
              </a:rPr>
              <a:t> </a:t>
            </a:r>
            <a:r>
              <a:rPr lang="en-US" dirty="0" err="1">
                <a:latin typeface="Bahnschrift SemiBold Condensed" panose="020B0502040204020203" pitchFamily="34" charset="0"/>
              </a:rPr>
              <a:t>mạng</a:t>
            </a:r>
            <a:r>
              <a:rPr lang="en-US" dirty="0">
                <a:latin typeface="Bahnschrift SemiBold Condensed" panose="020B0502040204020203" pitchFamily="34" charset="0"/>
              </a:rPr>
              <a:t> &amp; DDoS (2025 - 2026)</a:t>
            </a:r>
          </a:p>
        </p:txBody>
      </p:sp>
      <p:sp>
        <p:nvSpPr>
          <p:cNvPr id="4" name="TextBox 3">
            <a:extLst>
              <a:ext uri="{FF2B5EF4-FFF2-40B4-BE49-F238E27FC236}">
                <a16:creationId xmlns:a16="http://schemas.microsoft.com/office/drawing/2014/main" id="{4FCE6093-2A1E-141A-A1F8-BB274245226A}"/>
              </a:ext>
            </a:extLst>
          </p:cNvPr>
          <p:cNvSpPr txBox="1"/>
          <p:nvPr/>
        </p:nvSpPr>
        <p:spPr>
          <a:xfrm>
            <a:off x="2989944" y="-1468308"/>
            <a:ext cx="5061438" cy="1169551"/>
          </a:xfrm>
          <a:prstGeom prst="rect">
            <a:avLst/>
          </a:prstGeom>
          <a:noFill/>
        </p:spPr>
        <p:txBody>
          <a:bodyPr wrap="square">
            <a:spAutoFit/>
          </a:bodyPr>
          <a:lstStyle/>
          <a:p>
            <a:r>
              <a:rPr lang="vi-VN" dirty="0">
                <a:latin typeface="Bahnschrift Light" panose="020B0502040204020203" pitchFamily="34" charset="0"/>
              </a:rPr>
              <a:t>Gia tăng bùng nổ: Tần suất tấn công DDoS toàn cầu và tại Việt Nam liên tục lập đỉnh mới (hàng triệu vụ/năm).</a:t>
            </a:r>
          </a:p>
          <a:p>
            <a:r>
              <a:rPr lang="vi-VN" dirty="0">
                <a:latin typeface="Bahnschrift Light" panose="020B0502040204020203" pitchFamily="34" charset="0"/>
              </a:rPr>
              <a:t>Vũ khí hóa AI &amp; Botnet: Ghi nhận khoảng 46% các vụ tấn công DDoS hiện nay có sự can thiệp của AI nhằm tự động hóa, chuyển hướng mục tiêu và lẩn tránh hệ thống phòng thủ.</a:t>
            </a:r>
            <a:endParaRPr lang="en-US" dirty="0">
              <a:latin typeface="Bahnschrift Light" panose="020B0502040204020203" pitchFamily="34" charset="0"/>
            </a:endParaRPr>
          </a:p>
        </p:txBody>
      </p:sp>
      <p:sp>
        <p:nvSpPr>
          <p:cNvPr id="6" name="TextBox 5">
            <a:extLst>
              <a:ext uri="{FF2B5EF4-FFF2-40B4-BE49-F238E27FC236}">
                <a16:creationId xmlns:a16="http://schemas.microsoft.com/office/drawing/2014/main" id="{51C2B881-ADF8-76B5-9278-D81BC9DDF51E}"/>
              </a:ext>
            </a:extLst>
          </p:cNvPr>
          <p:cNvSpPr txBox="1"/>
          <p:nvPr/>
        </p:nvSpPr>
        <p:spPr>
          <a:xfrm>
            <a:off x="6761599" y="5622573"/>
            <a:ext cx="5061438" cy="307777"/>
          </a:xfrm>
          <a:prstGeom prst="rect">
            <a:avLst/>
          </a:prstGeom>
          <a:noFill/>
        </p:spPr>
        <p:txBody>
          <a:bodyPr wrap="square">
            <a:spAutoFit/>
          </a:bodyPr>
          <a:lstStyle/>
          <a:p>
            <a:r>
              <a:rPr lang="en-US" dirty="0">
                <a:latin typeface="Bahnschrift SemiBold Condensed" panose="020B0502040204020203" pitchFamily="34" charset="0"/>
              </a:rPr>
              <a:t>2. </a:t>
            </a:r>
            <a:r>
              <a:rPr lang="en-US" dirty="0" err="1">
                <a:latin typeface="Bahnschrift SemiBold Condensed" panose="020B0502040204020203" pitchFamily="34" charset="0"/>
              </a:rPr>
              <a:t>Vấn</a:t>
            </a:r>
            <a:r>
              <a:rPr lang="en-US" dirty="0">
                <a:latin typeface="Bahnschrift SemiBold Condensed" panose="020B0502040204020203" pitchFamily="34" charset="0"/>
              </a:rPr>
              <a:t> </a:t>
            </a:r>
            <a:r>
              <a:rPr lang="en-US" dirty="0" err="1">
                <a:latin typeface="Bahnschrift SemiBold Condensed" panose="020B0502040204020203" pitchFamily="34" charset="0"/>
              </a:rPr>
              <a:t>đề</a:t>
            </a:r>
            <a:r>
              <a:rPr lang="en-US" dirty="0">
                <a:latin typeface="Bahnschrift SemiBold Condensed" panose="020B0502040204020203" pitchFamily="34" charset="0"/>
              </a:rPr>
              <a:t> </a:t>
            </a:r>
            <a:r>
              <a:rPr lang="en-US" dirty="0" err="1">
                <a:latin typeface="Bahnschrift SemiBold Condensed" panose="020B0502040204020203" pitchFamily="34" charset="0"/>
              </a:rPr>
              <a:t>cốt</a:t>
            </a:r>
            <a:r>
              <a:rPr lang="en-US" dirty="0">
                <a:latin typeface="Bahnschrift SemiBold Condensed" panose="020B0502040204020203" pitchFamily="34" charset="0"/>
              </a:rPr>
              <a:t> </a:t>
            </a:r>
            <a:r>
              <a:rPr lang="en-US" dirty="0" err="1">
                <a:latin typeface="Bahnschrift SemiBold Condensed" panose="020B0502040204020203" pitchFamily="34" charset="0"/>
              </a:rPr>
              <a:t>lõi</a:t>
            </a:r>
            <a:r>
              <a:rPr lang="en-US" dirty="0">
                <a:latin typeface="Bahnschrift SemiBold Condensed" panose="020B0502040204020203" pitchFamily="34" charset="0"/>
              </a:rPr>
              <a:t>: </a:t>
            </a:r>
            <a:r>
              <a:rPr lang="en-US" dirty="0" err="1">
                <a:latin typeface="Bahnschrift SemiBold Condensed" panose="020B0502040204020203" pitchFamily="34" charset="0"/>
              </a:rPr>
              <a:t>Tấn</a:t>
            </a:r>
            <a:r>
              <a:rPr lang="en-US" dirty="0">
                <a:latin typeface="Bahnschrift SemiBold Condensed" panose="020B0502040204020203" pitchFamily="34" charset="0"/>
              </a:rPr>
              <a:t> </a:t>
            </a:r>
            <a:r>
              <a:rPr lang="en-US" dirty="0" err="1">
                <a:latin typeface="Bahnschrift SemiBold Condensed" panose="020B0502040204020203" pitchFamily="34" charset="0"/>
              </a:rPr>
              <a:t>công</a:t>
            </a:r>
            <a:r>
              <a:rPr lang="en-US" dirty="0">
                <a:latin typeface="Bahnschrift SemiBold Condensed" panose="020B0502040204020203" pitchFamily="34" charset="0"/>
              </a:rPr>
              <a:t> SYN Flood</a:t>
            </a:r>
          </a:p>
        </p:txBody>
      </p:sp>
      <p:sp>
        <p:nvSpPr>
          <p:cNvPr id="7" name="TextBox 6">
            <a:extLst>
              <a:ext uri="{FF2B5EF4-FFF2-40B4-BE49-F238E27FC236}">
                <a16:creationId xmlns:a16="http://schemas.microsoft.com/office/drawing/2014/main" id="{A4A1D52F-EE17-17AC-3AC5-B717E7142BCA}"/>
              </a:ext>
            </a:extLst>
          </p:cNvPr>
          <p:cNvSpPr txBox="1"/>
          <p:nvPr/>
        </p:nvSpPr>
        <p:spPr>
          <a:xfrm>
            <a:off x="1903996" y="1610893"/>
            <a:ext cx="5061438" cy="1569660"/>
          </a:xfrm>
          <a:prstGeom prst="rect">
            <a:avLst/>
          </a:prstGeom>
          <a:noFill/>
        </p:spPr>
        <p:txBody>
          <a:bodyPr wrap="square">
            <a:spAutoFit/>
          </a:bodyPr>
          <a:lstStyle/>
          <a:p>
            <a:r>
              <a:rPr lang="vi-VN" sz="1600" b="1" dirty="0">
                <a:latin typeface="Bahnschrift Light SemiCondensed" panose="020B0502040204020203" pitchFamily="34" charset="0"/>
              </a:rPr>
              <a:t>DDoS (Distributed Denial of Service)</a:t>
            </a:r>
            <a:r>
              <a:rPr lang="vi-VN" sz="1600" dirty="0">
                <a:latin typeface="Bahnschrift Light SemiCondensed" panose="020B0502040204020203" pitchFamily="34" charset="0"/>
              </a:rPr>
              <a:t> là một kiểu tấn công mạng nhằm làm cho </a:t>
            </a:r>
            <a:r>
              <a:rPr lang="vi-VN" sz="1600" b="1" dirty="0">
                <a:latin typeface="Bahnschrift Light SemiCondensed" panose="020B0502040204020203" pitchFamily="34" charset="0"/>
              </a:rPr>
              <a:t>máy chủ, website hoặc hệ thống</a:t>
            </a:r>
            <a:r>
              <a:rPr lang="vi-VN" sz="1600" dirty="0">
                <a:latin typeface="Bahnschrift Light SemiCondensed" panose="020B0502040204020203" pitchFamily="34" charset="0"/>
              </a:rPr>
              <a:t> không thể phục vụ người dùng hợp lệ.</a:t>
            </a:r>
          </a:p>
          <a:p>
            <a:r>
              <a:rPr lang="vi-VN" sz="1600" dirty="0">
                <a:latin typeface="Bahnschrift Light SemiCondensed" panose="020B0502040204020203" pitchFamily="34" charset="0"/>
              </a:rPr>
              <a:t>Kẻ tấn công sử dụng </a:t>
            </a:r>
            <a:r>
              <a:rPr lang="vi-VN" sz="1600" b="1" dirty="0">
                <a:latin typeface="Bahnschrift Light SemiCondensed" panose="020B0502040204020203" pitchFamily="34" charset="0"/>
              </a:rPr>
              <a:t>nhiều máy tính (botnet)</a:t>
            </a:r>
            <a:r>
              <a:rPr lang="vi-VN" sz="1600" dirty="0">
                <a:latin typeface="Bahnschrift Light SemiCondensed" panose="020B0502040204020203" pitchFamily="34" charset="0"/>
              </a:rPr>
              <a:t> cùng lúc </a:t>
            </a:r>
          </a:p>
          <a:p>
            <a:r>
              <a:rPr lang="vi-VN" sz="1600" dirty="0">
                <a:latin typeface="Bahnschrift Light SemiCondensed" panose="020B0502040204020203" pitchFamily="34" charset="0"/>
              </a:rPr>
              <a:t>Gửi lượng lớn request/truy cập đến mục tiêu </a:t>
            </a:r>
          </a:p>
          <a:p>
            <a:r>
              <a:rPr lang="vi-VN" sz="1600" dirty="0">
                <a:latin typeface="Bahnschrift Light SemiCondensed" panose="020B0502040204020203" pitchFamily="34" charset="0"/>
              </a:rPr>
              <a:t>Làm </a:t>
            </a:r>
            <a:r>
              <a:rPr lang="vi-VN" sz="1600" b="1" dirty="0">
                <a:latin typeface="Bahnschrift Light SemiCondensed" panose="020B0502040204020203" pitchFamily="34" charset="0"/>
              </a:rPr>
              <a:t>quá tải tài nguyên (CPU, RAM, băng thông)</a:t>
            </a:r>
            <a:r>
              <a:rPr lang="vi-VN" sz="1600" dirty="0">
                <a:latin typeface="Bahnschrift Light SemiCondensed" panose="020B0502040204020203" pitchFamily="34" charset="0"/>
              </a:rPr>
              <a:t> </a:t>
            </a:r>
          </a:p>
        </p:txBody>
      </p:sp>
      <p:sp>
        <p:nvSpPr>
          <p:cNvPr id="8" name="TextBox 7">
            <a:extLst>
              <a:ext uri="{FF2B5EF4-FFF2-40B4-BE49-F238E27FC236}">
                <a16:creationId xmlns:a16="http://schemas.microsoft.com/office/drawing/2014/main" id="{1782D9D4-8C1A-1FEB-7830-75F27ED386DA}"/>
              </a:ext>
            </a:extLst>
          </p:cNvPr>
          <p:cNvSpPr txBox="1"/>
          <p:nvPr/>
        </p:nvSpPr>
        <p:spPr>
          <a:xfrm>
            <a:off x="751499" y="5143500"/>
            <a:ext cx="2238445" cy="1265924"/>
          </a:xfrm>
          <a:prstGeom prst="rect">
            <a:avLst/>
          </a:prstGeom>
          <a:noFill/>
        </p:spPr>
        <p:txBody>
          <a:bodyPr wrap="square">
            <a:spAutoFit/>
          </a:bodyPr>
          <a:lstStyle/>
          <a:p>
            <a:pPr>
              <a:lnSpc>
                <a:spcPts val="4850"/>
              </a:lnSpc>
            </a:pP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Cơ</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chế</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tấn</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công</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DDoS SYN Flood</a:t>
            </a:r>
            <a:endParaRPr lang="en-US" sz="2800" dirty="0">
              <a:solidFill>
                <a:schemeClr val="tx1">
                  <a:lumMod val="50000"/>
                </a:schemeClr>
              </a:solidFill>
              <a:latin typeface="Bahnschrift SemiBold Condensed" panose="020B0502040204020203" pitchFamily="34" charset="0"/>
            </a:endParaRPr>
          </a:p>
        </p:txBody>
      </p:sp>
      <p:grpSp>
        <p:nvGrpSpPr>
          <p:cNvPr id="9" name="Group 8">
            <a:extLst>
              <a:ext uri="{FF2B5EF4-FFF2-40B4-BE49-F238E27FC236}">
                <a16:creationId xmlns:a16="http://schemas.microsoft.com/office/drawing/2014/main" id="{DCCC7D86-5586-94A5-C12D-3E8BC3146CB2}"/>
              </a:ext>
            </a:extLst>
          </p:cNvPr>
          <p:cNvGrpSpPr/>
          <p:nvPr/>
        </p:nvGrpSpPr>
        <p:grpSpPr>
          <a:xfrm>
            <a:off x="9487161" y="-74726"/>
            <a:ext cx="5255784" cy="4787708"/>
            <a:chOff x="6280190" y="1651635"/>
            <a:chExt cx="7556421" cy="5844064"/>
          </a:xfrm>
        </p:grpSpPr>
        <p:pic>
          <p:nvPicPr>
            <p:cNvPr id="10" name="Image 1" descr="preencoded.png">
              <a:extLst>
                <a:ext uri="{FF2B5EF4-FFF2-40B4-BE49-F238E27FC236}">
                  <a16:creationId xmlns:a16="http://schemas.microsoft.com/office/drawing/2014/main" id="{3A6DAEC9-D257-E0C1-2380-C529777E4B9B}"/>
                </a:ext>
              </a:extLst>
            </p:cNvPr>
            <p:cNvPicPr>
              <a:picLocks noChangeAspect="1"/>
            </p:cNvPicPr>
            <p:nvPr/>
          </p:nvPicPr>
          <p:blipFill>
            <a:blip r:embed="rId3"/>
            <a:stretch>
              <a:fillRect/>
            </a:stretch>
          </p:blipFill>
          <p:spPr>
            <a:xfrm>
              <a:off x="6280190" y="1651635"/>
              <a:ext cx="992267" cy="1461016"/>
            </a:xfrm>
            <a:prstGeom prst="rect">
              <a:avLst/>
            </a:prstGeom>
          </p:spPr>
        </p:pic>
        <p:sp>
          <p:nvSpPr>
            <p:cNvPr id="11" name="Text 1">
              <a:extLst>
                <a:ext uri="{FF2B5EF4-FFF2-40B4-BE49-F238E27FC236}">
                  <a16:creationId xmlns:a16="http://schemas.microsoft.com/office/drawing/2014/main" id="{0A4BBD90-4EBA-2C8A-A4C5-1467B7730A6D}"/>
                </a:ext>
              </a:extLst>
            </p:cNvPr>
            <p:cNvSpPr/>
            <p:nvPr/>
          </p:nvSpPr>
          <p:spPr>
            <a:xfrm>
              <a:off x="7470815" y="1849993"/>
              <a:ext cx="2888813"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1: Khai thác lỗ hổng</a:t>
              </a:r>
              <a:endParaRPr lang="en-US" dirty="0">
                <a:solidFill>
                  <a:schemeClr val="tx1">
                    <a:lumMod val="50000"/>
                  </a:schemeClr>
                </a:solidFill>
                <a:latin typeface="Bahnschrift Light" panose="020B0502040204020203" pitchFamily="34" charset="0"/>
              </a:endParaRPr>
            </a:p>
          </p:txBody>
        </p:sp>
        <p:sp>
          <p:nvSpPr>
            <p:cNvPr id="12" name="Text 2">
              <a:extLst>
                <a:ext uri="{FF2B5EF4-FFF2-40B4-BE49-F238E27FC236}">
                  <a16:creationId xmlns:a16="http://schemas.microsoft.com/office/drawing/2014/main" id="{B899ED03-CCC3-AE98-1AA4-D90C5EE7C382}"/>
                </a:ext>
              </a:extLst>
            </p:cNvPr>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Kẻ tấn công khai thác lỗ hổng trong quá trình bắt tay 3 bước (TCP 3-way handshake) của giao thức TCP</a:t>
              </a:r>
              <a:endParaRPr lang="en-US" dirty="0">
                <a:solidFill>
                  <a:schemeClr val="tx1">
                    <a:lumMod val="50000"/>
                  </a:schemeClr>
                </a:solidFill>
                <a:latin typeface="Bahnschrift Light" panose="020B0502040204020203" pitchFamily="34" charset="0"/>
              </a:endParaRPr>
            </a:p>
          </p:txBody>
        </p:sp>
        <p:pic>
          <p:nvPicPr>
            <p:cNvPr id="13" name="Image 2" descr="preencoded.png">
              <a:extLst>
                <a:ext uri="{FF2B5EF4-FFF2-40B4-BE49-F238E27FC236}">
                  <a16:creationId xmlns:a16="http://schemas.microsoft.com/office/drawing/2014/main" id="{F7FA4212-E424-9CA0-5DD3-B2B3D21909F7}"/>
                </a:ext>
              </a:extLst>
            </p:cNvPr>
            <p:cNvPicPr>
              <a:picLocks noChangeAspect="1"/>
            </p:cNvPicPr>
            <p:nvPr/>
          </p:nvPicPr>
          <p:blipFill>
            <a:blip r:embed="rId4"/>
            <a:stretch>
              <a:fillRect/>
            </a:stretch>
          </p:blipFill>
          <p:spPr>
            <a:xfrm>
              <a:off x="6280190" y="3112651"/>
              <a:ext cx="992267" cy="1461016"/>
            </a:xfrm>
            <a:prstGeom prst="rect">
              <a:avLst/>
            </a:prstGeom>
          </p:spPr>
        </p:pic>
        <p:sp>
          <p:nvSpPr>
            <p:cNvPr id="14" name="Text 3">
              <a:extLst>
                <a:ext uri="{FF2B5EF4-FFF2-40B4-BE49-F238E27FC236}">
                  <a16:creationId xmlns:a16="http://schemas.microsoft.com/office/drawing/2014/main" id="{B021FFFF-0B53-94F9-B593-91895D5839CC}"/>
                </a:ext>
              </a:extLst>
            </p:cNvPr>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2: Gửi gói SYN</a:t>
              </a:r>
              <a:endParaRPr lang="en-US" dirty="0">
                <a:solidFill>
                  <a:schemeClr val="tx1">
                    <a:lumMod val="50000"/>
                  </a:schemeClr>
                </a:solidFill>
                <a:latin typeface="Bahnschrift Light" panose="020B0502040204020203" pitchFamily="34" charset="0"/>
              </a:endParaRPr>
            </a:p>
          </p:txBody>
        </p:sp>
        <p:sp>
          <p:nvSpPr>
            <p:cNvPr id="15" name="Text 4">
              <a:extLst>
                <a:ext uri="{FF2B5EF4-FFF2-40B4-BE49-F238E27FC236}">
                  <a16:creationId xmlns:a16="http://schemas.microsoft.com/office/drawing/2014/main" id="{E21E068C-E9EC-0260-1581-0836B341CFAB}"/>
                </a:ext>
              </a:extLst>
            </p:cNvPr>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Gửi ồ ạt các gói tin SYN với địa chỉ IP nguồn giả mạo (Spoofed IP) để che giấu danh tính thực</a:t>
              </a:r>
              <a:endParaRPr lang="en-US" dirty="0">
                <a:solidFill>
                  <a:schemeClr val="tx1">
                    <a:lumMod val="50000"/>
                  </a:schemeClr>
                </a:solidFill>
                <a:latin typeface="Bahnschrift Light" panose="020B0502040204020203" pitchFamily="34" charset="0"/>
              </a:endParaRPr>
            </a:p>
          </p:txBody>
        </p:sp>
        <p:pic>
          <p:nvPicPr>
            <p:cNvPr id="16" name="Image 3" descr="preencoded.png">
              <a:extLst>
                <a:ext uri="{FF2B5EF4-FFF2-40B4-BE49-F238E27FC236}">
                  <a16:creationId xmlns:a16="http://schemas.microsoft.com/office/drawing/2014/main" id="{5142E47F-9F2E-4BF9-7815-D6FD7F7FC47A}"/>
                </a:ext>
              </a:extLst>
            </p:cNvPr>
            <p:cNvPicPr>
              <a:picLocks noChangeAspect="1"/>
            </p:cNvPicPr>
            <p:nvPr/>
          </p:nvPicPr>
          <p:blipFill>
            <a:blip r:embed="rId5"/>
            <a:stretch>
              <a:fillRect/>
            </a:stretch>
          </p:blipFill>
          <p:spPr>
            <a:xfrm>
              <a:off x="6280190" y="4573667"/>
              <a:ext cx="992267" cy="1461016"/>
            </a:xfrm>
            <a:prstGeom prst="rect">
              <a:avLst/>
            </a:prstGeom>
          </p:spPr>
        </p:pic>
        <p:sp>
          <p:nvSpPr>
            <p:cNvPr id="17" name="Text 5">
              <a:extLst>
                <a:ext uri="{FF2B5EF4-FFF2-40B4-BE49-F238E27FC236}">
                  <a16:creationId xmlns:a16="http://schemas.microsoft.com/office/drawing/2014/main" id="{3959C0AF-D92A-060D-B5E6-8820D7883E0C}"/>
                </a:ext>
              </a:extLst>
            </p:cNvPr>
            <p:cNvSpPr/>
            <p:nvPr/>
          </p:nvSpPr>
          <p:spPr>
            <a:xfrm>
              <a:off x="7470815" y="4772025"/>
              <a:ext cx="2861548"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3: Đáp ứng SYN-ACK</a:t>
              </a:r>
              <a:endParaRPr lang="en-US" dirty="0">
                <a:solidFill>
                  <a:schemeClr val="tx1">
                    <a:lumMod val="50000"/>
                  </a:schemeClr>
                </a:solidFill>
                <a:latin typeface="Bahnschrift Light" panose="020B0502040204020203" pitchFamily="34" charset="0"/>
              </a:endParaRPr>
            </a:p>
          </p:txBody>
        </p:sp>
        <p:sp>
          <p:nvSpPr>
            <p:cNvPr id="18" name="Text 6">
              <a:extLst>
                <a:ext uri="{FF2B5EF4-FFF2-40B4-BE49-F238E27FC236}">
                  <a16:creationId xmlns:a16="http://schemas.microsoft.com/office/drawing/2014/main" id="{98CBB6E6-FE97-EBB6-0EC0-E463BA143FBA}"/>
                </a:ext>
              </a:extLst>
            </p:cNvPr>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Server phản hồi SYN-ACK và giữ trạng thái kết nối chờ (Half-open connection) trong bộ nhớ</a:t>
              </a:r>
              <a:endParaRPr lang="en-US" dirty="0">
                <a:solidFill>
                  <a:schemeClr val="tx1">
                    <a:lumMod val="50000"/>
                  </a:schemeClr>
                </a:solidFill>
                <a:latin typeface="Bahnschrift Light" panose="020B0502040204020203" pitchFamily="34" charset="0"/>
              </a:endParaRPr>
            </a:p>
          </p:txBody>
        </p:sp>
        <p:pic>
          <p:nvPicPr>
            <p:cNvPr id="19" name="Image 4" descr="preencoded.png">
              <a:extLst>
                <a:ext uri="{FF2B5EF4-FFF2-40B4-BE49-F238E27FC236}">
                  <a16:creationId xmlns:a16="http://schemas.microsoft.com/office/drawing/2014/main" id="{434CFCA7-5B36-D6DB-9842-321A0CA5A578}"/>
                </a:ext>
              </a:extLst>
            </p:cNvPr>
            <p:cNvPicPr>
              <a:picLocks noChangeAspect="1"/>
            </p:cNvPicPr>
            <p:nvPr/>
          </p:nvPicPr>
          <p:blipFill>
            <a:blip r:embed="rId6"/>
            <a:stretch>
              <a:fillRect/>
            </a:stretch>
          </p:blipFill>
          <p:spPr>
            <a:xfrm>
              <a:off x="6280190" y="6034683"/>
              <a:ext cx="992267" cy="1461016"/>
            </a:xfrm>
            <a:prstGeom prst="rect">
              <a:avLst/>
            </a:prstGeom>
          </p:spPr>
        </p:pic>
        <p:sp>
          <p:nvSpPr>
            <p:cNvPr id="20" name="Text 7">
              <a:extLst>
                <a:ext uri="{FF2B5EF4-FFF2-40B4-BE49-F238E27FC236}">
                  <a16:creationId xmlns:a16="http://schemas.microsoft.com/office/drawing/2014/main" id="{DEB40A7B-A65D-7F66-FE1E-7FFE98F462CD}"/>
                </a:ext>
              </a:extLst>
            </p:cNvPr>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4: Hậu quả</a:t>
              </a:r>
              <a:endParaRPr lang="en-US" dirty="0">
                <a:solidFill>
                  <a:schemeClr val="tx1">
                    <a:lumMod val="50000"/>
                  </a:schemeClr>
                </a:solidFill>
                <a:latin typeface="Bahnschrift Light" panose="020B0502040204020203" pitchFamily="34" charset="0"/>
              </a:endParaRPr>
            </a:p>
          </p:txBody>
        </p:sp>
        <p:sp>
          <p:nvSpPr>
            <p:cNvPr id="21" name="Text 8">
              <a:extLst>
                <a:ext uri="{FF2B5EF4-FFF2-40B4-BE49-F238E27FC236}">
                  <a16:creationId xmlns:a16="http://schemas.microsoft.com/office/drawing/2014/main" id="{11553292-1A22-4316-C142-BC27D997C8E8}"/>
                </a:ext>
              </a:extLst>
            </p:cNvPr>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Tràn bộ đệm kết nối (backlog queue), từ chối dịch vụ mới và làm sập máy chủ</a:t>
              </a:r>
              <a:endParaRPr lang="en-US" dirty="0">
                <a:solidFill>
                  <a:schemeClr val="tx1">
                    <a:lumMod val="50000"/>
                  </a:schemeClr>
                </a:solidFill>
                <a:latin typeface="Bahnschrift Light" panose="020B0502040204020203" pitchFamily="34" charset="0"/>
              </a:endParaRPr>
            </a:p>
          </p:txBody>
        </p:sp>
      </p:grpSp>
      <p:sp>
        <p:nvSpPr>
          <p:cNvPr id="2" name="TextBox 1">
            <a:extLst>
              <a:ext uri="{FF2B5EF4-FFF2-40B4-BE49-F238E27FC236}">
                <a16:creationId xmlns:a16="http://schemas.microsoft.com/office/drawing/2014/main" id="{327B2C6F-062F-F70A-407C-F13AB1387945}"/>
              </a:ext>
            </a:extLst>
          </p:cNvPr>
          <p:cNvSpPr txBox="1"/>
          <p:nvPr/>
        </p:nvSpPr>
        <p:spPr>
          <a:xfrm>
            <a:off x="1870721" y="5424474"/>
            <a:ext cx="5061438" cy="1777153"/>
          </a:xfrm>
          <a:prstGeom prst="rect">
            <a:avLst/>
          </a:prstGeom>
          <a:noFill/>
        </p:spPr>
        <p:txBody>
          <a:bodyPr wrap="square">
            <a:spAutoFit/>
          </a:bodyPr>
          <a:lstStyle/>
          <a:p>
            <a:pPr>
              <a:lnSpc>
                <a:spcPts val="1900"/>
              </a:lnSpc>
            </a:pPr>
            <a:r>
              <a:rPr lang="vi-VN" b="1" dirty="0">
                <a:solidFill>
                  <a:srgbClr val="FF0000"/>
                </a:solidFill>
                <a:latin typeface="Bahnschrift" panose="020B0502040204020203" pitchFamily="34" charset="0"/>
              </a:rPr>
              <a:t>SYN Flood</a:t>
            </a:r>
            <a:r>
              <a:rPr lang="vi-VN" dirty="0">
                <a:solidFill>
                  <a:srgbClr val="FF0000"/>
                </a:solidFill>
                <a:latin typeface="Bahnschrift" panose="020B0502040204020203" pitchFamily="34" charset="0"/>
              </a:rPr>
              <a:t> </a:t>
            </a:r>
            <a:r>
              <a:rPr lang="vi-VN" dirty="0">
                <a:latin typeface="Bahnschrift" panose="020B0502040204020203" pitchFamily="34" charset="0"/>
              </a:rPr>
              <a:t>là hành động gửi hàng loạt gói tin yêu cầu kết nối (SYN) đến một cổng (Port) dịch vụ của máy chủ, nhưng kẻ tấn công cố tình </a:t>
            </a:r>
            <a:r>
              <a:rPr lang="vi-VN" b="1" dirty="0">
                <a:solidFill>
                  <a:srgbClr val="FF0000"/>
                </a:solidFill>
                <a:latin typeface="Bahnschrift" panose="020B0502040204020203" pitchFamily="34" charset="0"/>
              </a:rPr>
              <a:t>không gửi</a:t>
            </a:r>
            <a:r>
              <a:rPr lang="vi-VN" dirty="0">
                <a:solidFill>
                  <a:srgbClr val="FF0000"/>
                </a:solidFill>
                <a:latin typeface="Bahnschrift" panose="020B0502040204020203" pitchFamily="34" charset="0"/>
              </a:rPr>
              <a:t> </a:t>
            </a:r>
            <a:r>
              <a:rPr lang="vi-VN" dirty="0">
                <a:latin typeface="Bahnschrift" panose="020B0502040204020203" pitchFamily="34" charset="0"/>
              </a:rPr>
              <a:t>xác nhận cuối cùng (ACK) hoặc sử dụng </a:t>
            </a:r>
            <a:r>
              <a:rPr lang="vi-VN" b="1" dirty="0">
                <a:solidFill>
                  <a:srgbClr val="FF0000"/>
                </a:solidFill>
                <a:latin typeface="Bahnschrift" panose="020B0502040204020203" pitchFamily="34" charset="0"/>
              </a:rPr>
              <a:t>IP giả</a:t>
            </a:r>
            <a:r>
              <a:rPr lang="vi-VN" dirty="0">
                <a:solidFill>
                  <a:srgbClr val="FF0000"/>
                </a:solidFill>
                <a:latin typeface="Bahnschrift" panose="020B0502040204020203" pitchFamily="34" charset="0"/>
              </a:rPr>
              <a:t> </a:t>
            </a:r>
            <a:r>
              <a:rPr lang="vi-VN" dirty="0">
                <a:latin typeface="Bahnschrift" panose="020B0502040204020203" pitchFamily="34" charset="0"/>
              </a:rPr>
              <a:t>để máy chủ không bao giờ nhận được phản hồi. Kết quả là bảng quản lý kết nối của máy chủ bị lấp đầy bởi các trạng thái "đang chờ", khiến nó không thể chấp nhận thêm bất kỳ người dùng thật nào nữa.</a:t>
            </a:r>
            <a:endParaRPr lang="en-US" dirty="0">
              <a:solidFill>
                <a:schemeClr val="tx1">
                  <a:lumMod val="50000"/>
                </a:schemeClr>
              </a:solidFill>
              <a:latin typeface="Bahnschrift" panose="020B0502040204020203" pitchFamily="34" charset="0"/>
            </a:endParaRPr>
          </a:p>
        </p:txBody>
      </p:sp>
      <p:sp>
        <p:nvSpPr>
          <p:cNvPr id="5" name="Google Shape;441;p31">
            <a:extLst>
              <a:ext uri="{FF2B5EF4-FFF2-40B4-BE49-F238E27FC236}">
                <a16:creationId xmlns:a16="http://schemas.microsoft.com/office/drawing/2014/main" id="{825931FE-450B-168A-945E-43D0470A14AB}"/>
              </a:ext>
            </a:extLst>
          </p:cNvPr>
          <p:cNvSpPr txBox="1">
            <a:spLocks/>
          </p:cNvSpPr>
          <p:nvPr/>
        </p:nvSpPr>
        <p:spPr>
          <a:xfrm>
            <a:off x="1020049" y="737381"/>
            <a:ext cx="6228900"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Oswald"/>
              <a:buNone/>
              <a:defRPr sz="48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en-US" dirty="0" err="1">
                <a:solidFill>
                  <a:schemeClr val="lt2"/>
                </a:solidFill>
                <a:latin typeface="Bahnschrift SemiBold Condensed" panose="020B0502040204020203" pitchFamily="34" charset="0"/>
              </a:rPr>
              <a:t>DDos</a:t>
            </a:r>
            <a:endParaRPr lang="en-US" dirty="0">
              <a:solidFill>
                <a:schemeClr val="lt2"/>
              </a:solidFill>
              <a:latin typeface="Bahnschrift SemiBold Condensed" panose="020B0502040204020203" pitchFamily="34" charset="0"/>
            </a:endParaRPr>
          </a:p>
        </p:txBody>
      </p:sp>
      <p:sp>
        <p:nvSpPr>
          <p:cNvPr id="22" name="TextBox 21">
            <a:extLst>
              <a:ext uri="{FF2B5EF4-FFF2-40B4-BE49-F238E27FC236}">
                <a16:creationId xmlns:a16="http://schemas.microsoft.com/office/drawing/2014/main" id="{77598D99-5DB6-ECCE-9CAC-D33B8BA0E8AB}"/>
              </a:ext>
            </a:extLst>
          </p:cNvPr>
          <p:cNvSpPr txBox="1"/>
          <p:nvPr/>
        </p:nvSpPr>
        <p:spPr>
          <a:xfrm>
            <a:off x="-489438" y="5776462"/>
            <a:ext cx="5061438" cy="1287660"/>
          </a:xfrm>
          <a:prstGeom prst="rect">
            <a:avLst/>
          </a:prstGeom>
          <a:noFill/>
        </p:spPr>
        <p:txBody>
          <a:bodyPr wrap="square">
            <a:spAutoFit/>
          </a:bodyPr>
          <a:lstStyle/>
          <a:p>
            <a:pPr>
              <a:lnSpc>
                <a:spcPts val="1900"/>
              </a:lnSpc>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DDoS SYN Flood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chiếm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tỷ</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trọng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lớn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trong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cuộc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tầng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Network/Transport (Layer 3/4),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khai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trực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tiếp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vào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nền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tảng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giao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thức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TCP.</a:t>
            </a:r>
            <a:endParaRPr lang="en-US" dirty="0">
              <a:solidFill>
                <a:schemeClr val="tx1">
                  <a:lumMod val="50000"/>
                </a:schemeClr>
              </a:solidFill>
              <a:latin typeface="Bahnschrift Light" panose="020B0502040204020203" pitchFamily="34" charset="0"/>
            </a:endParaRPr>
          </a:p>
          <a:p>
            <a:pPr>
              <a:lnSpc>
                <a:spcPts val="1900"/>
              </a:lnSpc>
            </a:pP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Mục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tiêu</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kẻ</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cạn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kiệt</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tài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nguyên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máy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chủ</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khiến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người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dùng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hợp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pháp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thể</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truy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cập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dịch</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vụ</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a:t>
            </a:r>
            <a:endParaRPr lang="en-US" dirty="0">
              <a:solidFill>
                <a:schemeClr val="tx1">
                  <a:lumMod val="50000"/>
                </a:schemeClr>
              </a:solidFill>
              <a:latin typeface="Bahnschrift Light" panose="020B0502040204020203" pitchFamily="34" charset="0"/>
            </a:endParaRPr>
          </a:p>
        </p:txBody>
      </p:sp>
    </p:spTree>
    <p:extLst>
      <p:ext uri="{BB962C8B-B14F-4D97-AF65-F5344CB8AC3E}">
        <p14:creationId xmlns:p14="http://schemas.microsoft.com/office/powerpoint/2010/main" val="41283763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C4E4F73C-892F-52A6-94F3-A21C9F2F41EC}"/>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C0E099C3-3700-E169-FD33-5FAA89413B46}"/>
              </a:ext>
            </a:extLst>
          </p:cNvPr>
          <p:cNvSpPr txBox="1">
            <a:spLocks noGrp="1"/>
          </p:cNvSpPr>
          <p:nvPr>
            <p:ph type="title"/>
          </p:nvPr>
        </p:nvSpPr>
        <p:spPr>
          <a:xfrm>
            <a:off x="-1073169" y="67552"/>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9C27DFC1-7EE0-5415-0E7D-3F52763D8BD4}"/>
              </a:ext>
            </a:extLst>
          </p:cNvPr>
          <p:cNvSpPr txBox="1">
            <a:spLocks noGrp="1"/>
          </p:cNvSpPr>
          <p:nvPr>
            <p:ph type="title" idx="2"/>
          </p:nvPr>
        </p:nvSpPr>
        <p:spPr>
          <a:xfrm>
            <a:off x="0" y="0"/>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grpSp>
        <p:nvGrpSpPr>
          <p:cNvPr id="445" name="Google Shape;445;p31">
            <a:extLst>
              <a:ext uri="{FF2B5EF4-FFF2-40B4-BE49-F238E27FC236}">
                <a16:creationId xmlns:a16="http://schemas.microsoft.com/office/drawing/2014/main" id="{28852D98-B2D6-AB41-69F1-48743EE7351D}"/>
              </a:ext>
            </a:extLst>
          </p:cNvPr>
          <p:cNvGrpSpPr/>
          <p:nvPr/>
        </p:nvGrpSpPr>
        <p:grpSpPr>
          <a:xfrm flipH="1">
            <a:off x="6995075" y="3099425"/>
            <a:ext cx="2008513" cy="2044060"/>
            <a:chOff x="179950" y="3099425"/>
            <a:chExt cx="2008513" cy="2044060"/>
          </a:xfrm>
        </p:grpSpPr>
        <p:sp>
          <p:nvSpPr>
            <p:cNvPr id="446" name="Google Shape;446;p31">
              <a:extLst>
                <a:ext uri="{FF2B5EF4-FFF2-40B4-BE49-F238E27FC236}">
                  <a16:creationId xmlns:a16="http://schemas.microsoft.com/office/drawing/2014/main" id="{A53119EC-6866-00CD-6613-F48C24530F74}"/>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6F27B733-8547-0C74-617A-1C0086CB9D4F}"/>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15CF1722-38C4-CB31-944D-BED3CFB56DF6}"/>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CEF646A4-1217-1CDC-C892-DA3844B9BE23}"/>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52C2D7EF-EC9A-055F-1455-AFEF457045FC}"/>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CCF61634-BEDD-92B5-8BE0-0FB1E4472595}"/>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6AB540D1-CE51-3346-BBC8-7AAAF75761EF}"/>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84D5757D-0413-0343-C5DC-E82BCE857A8A}"/>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DC718A3A-925C-D504-8E4F-88D543BBCB45}"/>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2FAB4F80-821E-1205-4A8D-3BFA45FE8E4D}"/>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1EA12FFC-1F67-31B8-6652-CED55BB2CFB3}"/>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35CD65CB-99EB-327C-EE6F-BEE8EE8FCCDE}"/>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025CB262-8C76-7420-7B33-94F76F2BEC31}"/>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1D6A5D41-FB3F-63E9-96CA-C9AE0E78B7DB}"/>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1E3950FE-93CF-F13E-19BF-8DA96DB22244}"/>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2439E90D-466C-B329-8311-280B12B5CE82}"/>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4DE6B043-24C9-CD17-A5D2-6161E05DF546}"/>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CEB2F074-52B1-354E-CA04-5AD960313916}"/>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76D0A1A8-DC22-5138-DAC9-3CEDF5D882BD}"/>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D7791DE8-C95B-50D5-967C-9AA4FE26E8CF}"/>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180F1BF9-D1F8-87B4-D087-B87B4EC6FC89}"/>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622243CB-1113-FE5A-E7F7-210744C2CFE6}"/>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5451F044-0146-87C2-84D5-68224665C59F}"/>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70248044-ECFB-35C5-09B8-3E138C7F4A05}"/>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4D941E4F-02F2-943D-6EBE-868BE7210646}"/>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37A4A847-374A-4D21-B8B3-2A5FFF7EB4AF}"/>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938AB101-B4EE-3EB1-2933-F52B6406704D}"/>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C9634F69-4702-A671-583B-4E7603A7CD98}"/>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64E186E9-EB09-2D4F-8311-27FAA1FD3A1D}"/>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65318437-7774-270C-9B1C-3021709EF484}"/>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DBC4BC09-04E5-1E62-9AB6-C83EAB277179}"/>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5EE3F473-E016-A8E6-0FA8-CE644B4CCDEB}"/>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49B3C236-5C7D-4D15-4477-C7674A0AD813}"/>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8E8FECA2-898F-3E19-584B-CE9C8C64B9D0}"/>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6C0EE9FD-883B-913E-450F-BDA7E7DA1383}"/>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AE06CC5F-D5DC-7C01-3C0D-4A5F38A53A07}"/>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46DD16D4-2CD8-EE97-A5B0-577501A50938}"/>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1A372E2B-E07E-3553-2E53-07E2602B0DBB}"/>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2ABC868B-1A15-273E-7B14-8A52E5FA0956}"/>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06A43C73-2876-22B9-8C9E-A096CC8C5052}"/>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BA4023D3-C00A-A0FB-DF25-28796038F90B}"/>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31E9CC51-D8C4-84F1-B687-2EA70B1070CF}"/>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32A6A078-A7AE-5AAB-06CF-7F18E574AB7E}"/>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832543DE-8328-27EF-5F00-E1D8FEF95048}"/>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C5515564-3658-B116-BFAF-5EE4590715A5}"/>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05F710C8-6D14-1810-1E10-F8A893E90E76}"/>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9D42CD33-F324-6C31-53EF-1BDE000F6699}"/>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E574D129-F5F5-8BFB-B356-6197C397C8E3}"/>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E92034E9-9936-62FA-358D-EC0B93AF28DE}"/>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4CE90523-E6D4-F02B-2B86-CEF290E53888}"/>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60FDB827-F0B8-6F2E-88FF-FF515F388C71}"/>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E3BA4D31-DEB7-801C-18A7-11DC5F1F7196}"/>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DFAD6DC6-072C-DDB6-A43A-BAC3DFE1796E}"/>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75EE48F5-F33E-7C38-0088-63606CA1126A}"/>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4EB08E38-ABA5-C2CF-D46B-FC50A452DBA5}"/>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5D69E726-B050-F7E3-E572-F171AAB67520}"/>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318CF337-1F29-A5EC-46DF-0787D9A7B348}"/>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3339E945-450E-4BA3-1782-CF75763A4AA3}"/>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389AA34D-B364-0916-CC83-633CD95A4CD9}"/>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0E9B2693-8EBC-9380-6719-DB16C5688A21}"/>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6BD9991D-A3E4-1674-05F9-7B168F374988}"/>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EFC1E97F-A107-64B0-D3F7-BCAFF1F01994}"/>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28CBCF76-32DC-BBCA-EDF0-47A279012BE8}"/>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8A825319-97A8-6BFD-3E8A-36094FDBB03A}"/>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0A536765-B3B8-34EB-F5EE-D0AFCF6A14B7}"/>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65E77D72-276B-0268-FC0F-F27D5B7179A2}"/>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76D6FB9C-B7A4-3635-D41B-1B3ED5F7A877}"/>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C8EF761A-1233-FB86-E9DC-A1C1E28FB362}"/>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4B092248-3E19-1E0A-D423-D6C7207DCE4F}"/>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63ABC449-6EC3-C766-6173-684418F857FC}"/>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C5B0D274-1D1A-6804-26E0-7C415DDE68BA}"/>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36F39980-773E-03D0-AB9A-2C1663F29983}"/>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06D98FC7-3A5F-0B3A-00A0-477C1C0BF2D3}"/>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C1E76D97-7F19-A0D6-2A85-29BF52C539FB}"/>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E5842359-A6D0-FA05-8134-FEB056BE4FE9}"/>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E126ED59-462C-ECEE-F46D-98D7BF42B176}"/>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0E4E623E-DE6C-53E1-F70B-9B84D2C64952}"/>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CCFE462E-A22F-471C-9BE2-68FE9DD3A92F}"/>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216ABA7E-6575-A526-2ED4-104EB42AA01A}"/>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22723B97-344B-96E2-4EF8-77D7F2C6B3B8}"/>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A72DA8C0-FECF-1795-3914-A082CCFCB6DA}"/>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0B352B96-292E-91BE-C1B4-5B824804C92E}"/>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CCE5E973-FAA1-B205-92CF-D012F51B2C34}"/>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9A03F3C9-A707-519D-CF3F-B176E782E94A}"/>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AAA7EF2B-D840-1A70-39E5-9132B97A40B2}"/>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DE21874B-FAC7-D093-0402-C8E24645EFC9}"/>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795EBBC8-D5FF-54A3-24EC-9F674C69BC89}"/>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68830283-22E6-1098-E86C-E848000F2212}"/>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06EBF803-A711-F37B-55F6-5A87676AC99B}"/>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CD0F94AE-6C29-8A47-01CE-F171844AB523}"/>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06A6B7EA-091C-B8CD-A9C9-25916B8ECD69}"/>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41FA0635-F243-7436-F178-119C0EF455A9}"/>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68936F45-88DE-D0CD-3C7E-C2CAAA1E9ED5}"/>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FFD85914-3BA0-3231-797F-CD36238CA211}"/>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E5C98C15-D625-8D89-4006-AFBD70ECFC69}"/>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1B767515-0F30-13D0-CA15-A6C154E69F22}"/>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0F589B97-D7D0-5C94-52F3-B33190133130}"/>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60CC44D0-9A81-6798-4055-04B6718BA900}"/>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D453EAAE-1E36-AB80-6EDA-995B32F3680F}"/>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8807C79F-6C3D-E638-5B88-47ED9ED5E32B}"/>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1E7287E9-9462-2394-B478-E404FB94AC92}"/>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689625C3-7560-EE17-3FC5-30FBB3E97599}"/>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626F7F3B-7F99-421C-513E-807C3C5D0870}"/>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AF1FF772-111F-DC89-35E9-CF3A75F9BA90}"/>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F508770C-6360-E477-1E94-17DDA2C35F65}"/>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A04F121E-F63B-DC8D-17EA-DC8B9EB10C64}"/>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AF1341F3-D978-6890-E305-CA47C094CC19}"/>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DDE5F359-7C36-3205-F47B-C4ED3E1B3775}"/>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EC1B132D-ECD4-5427-52AB-8440B90540E2}"/>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CDD78446-C0D7-9F2F-59A8-7A26DC30A8A9}"/>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AE5DD4C3-EE8C-4A4E-8627-DAF5A0C909A6}"/>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C52CD6C6-A625-E0D2-464A-9F17009775E5}"/>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BECB769A-B4FB-8951-D455-3943D4CC16D3}"/>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7704A32F-2C88-19DB-D77F-3612871CDCC4}"/>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235F211D-F3B2-55C9-4B91-166B59E8A790}"/>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95BC8A1C-9409-1116-B5E5-90A7E0FF6EB6}"/>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379DCB04-CF5D-9FF3-34F6-F2499C9C5C37}"/>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C56D8A07-EAD3-AA04-2969-DF88797AA119}"/>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7158AAE9-A8E2-CD38-D428-622257E62E19}"/>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538174F2-27F3-EA05-CF74-A374D36FB581}"/>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3D6E1FAE-1064-CE5C-A621-FED85F29CE24}"/>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57CD4127-3877-F773-E374-3D0BCABB9ECC}"/>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F15C2EA7-3885-848E-BD6C-FC7C12A9EA4C}"/>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CE060024-490D-F58F-8AE9-F979E6764AB7}"/>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030B9B91-F912-170C-2BCA-7B1FBCBE25DA}"/>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942A9F71-9251-32E0-2F92-088B50AB731D}"/>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C51BCBFA-FCDE-B7B2-AE63-EA1F7BB0BDAE}"/>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9740FD72-35B6-A398-0CC9-A23F22A74C51}"/>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C400286D-62C0-C4A9-DCA2-2B3612416919}"/>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99B0F075-C0DA-F152-D67D-3B265BD45D22}"/>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BEEABE84-C89F-D1FF-9AE5-458EDAE2665B}"/>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481879D1-2194-466B-E390-51D9725427B6}"/>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02139933-1937-104D-0816-CC20E439A00C}"/>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EDCF332F-AF7B-C028-2284-B6188281A717}"/>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5CAFE273-7FEB-ADBD-45AA-5C35C8FEE3A5}"/>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FCED1894-D15B-C177-4C25-9657ACFE8C6C}"/>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A2A65123-A480-FFFC-AED7-4B68E34D3CC0}"/>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A27C0D0F-E4FC-1339-85FD-E74A97C5E6A7}"/>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B6347D93-9881-179C-694D-A2D9249C492F}"/>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17B5B8B5-5F63-1ACF-1D9A-ECF3B6084090}"/>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732ADFA8-294E-68DD-03AA-0091C0CC80C7}"/>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E99C533C-F3F3-7DD7-FDA8-00B43A6C1AC4}"/>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135EF7A3-E4A8-1130-329C-EE4C9126AB02}"/>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BB14E60A-C7E9-5D3C-C124-D61EBE395B52}"/>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3055D5F4-319A-A0E0-EEC5-EC99460BC62A}"/>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115CA2BF-F0BB-F39B-5B0D-1E9317AB8EAD}"/>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A6B8A5C4-1733-4412-36B0-E851726913FB}"/>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BB79BEFE-6DB3-C308-D116-A62108A18DE1}"/>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E93C3C8A-5996-AF24-0FE4-C569D1791ECC}"/>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2D15F1DF-245D-BD0F-0606-0CACA3B31D17}"/>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0085FA36-9165-D881-F971-C1AB2F3D6378}"/>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ECAE17E1-4794-7B74-5BAB-7A266B4AB97F}"/>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6B60D902-4E11-BB31-64F7-770B3F0DD7B9}"/>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9CD617CA-F877-63F0-83BE-31714B35C1DD}"/>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A5F629BE-8929-5323-3101-072D69F4E5CC}"/>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0CDA0E1D-C84C-FB3A-6B91-E108E7C4945C}"/>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CC0B0205-149D-360A-32E1-FE5113F1B7D7}"/>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DA05961C-C6E0-28BB-0E9A-80115CF907B5}"/>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ABD92AC9-E545-7B1D-0DA6-2950CFDBC734}"/>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63B5D2DA-2356-85E9-3D24-6B0FE8435E8D}"/>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EA962A26-A41A-11E3-8FD3-9A25E39B8E1E}"/>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574050EA-3F86-102C-468D-B7E3D1904BCF}"/>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28A2E92B-1199-C566-F689-843351E6D217}"/>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88DD7B6D-F9FD-D3FE-5254-F1C4F4787E46}"/>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FEC3FC5C-FA83-1D09-D8C9-5BDB2F226686}"/>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AC9E8DA1-591C-F3AA-F21E-201E709C565A}"/>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A373D1A2-7B71-2942-A07E-EBBD6EEA0431}"/>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0DC33FC9-3338-DF94-869B-69777D62425C}"/>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19F9951D-74AF-C597-0008-4B4860C4DF93}"/>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8049C02C-77A6-4832-1F55-EB8CFF786BF9}"/>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6947AFFB-7139-98CA-4C1C-6CEEA8C8FE8D}"/>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6B4B140A-D795-6B3E-33FF-CB13C890396F}"/>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70E993C6-198B-2F67-E626-C48465C1E8CF}"/>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A96110A0-C515-ABE1-C66C-F4208DA13EB5}"/>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9585605E-467B-B8C0-E4E1-5B937A508078}"/>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EE4BBCDD-3739-7792-82FF-AE4D2BF86A0B}"/>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D76B76A6-8E3A-8344-389C-3F60D1D2EB4E}"/>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FC45D564-4D88-0C5D-39DA-C4E337CD336D}"/>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16C7BE6D-1053-998C-1EB6-4A06A2A77232}"/>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5F184970-3FE6-137E-0079-FACCC412073C}"/>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B461C34A-B58E-4BC0-98FA-514DFFB87B29}"/>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C0CC3849-EB5F-2B68-AD9F-53E30E9550C2}"/>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0DB9292E-EB11-0C39-9BD3-22AAE418CE2D}"/>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BE7D4691-B508-8C73-B604-3502842F37C4}"/>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4AE44059-8EB9-7F9C-9AD3-0A4337B58FAB}"/>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0C596371-BD95-B66C-F780-80151BBFD0AF}"/>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022A673D-3CFF-4E32-E130-E4AE4ECE3ECD}"/>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B252AEE2-2249-8713-C77C-6B6E53D7DFE6}"/>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42137927-0C75-EB78-8B5D-A02BE831FD3B}"/>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26B5C097-AD43-731A-B820-5C2672CA015E}"/>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18A4839F-4500-4439-660C-08B7DE95490A}"/>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DEE8A7FD-1F88-C52A-6E5F-07AA0A16D92C}"/>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40777F44-FE46-6BF8-A93B-045E47221DA3}"/>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B904D294-7334-F418-C5A5-262B0007DB62}"/>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463753F6-46BF-2464-5243-390BC2E7EEDA}"/>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664BAB0A-BBDA-8A52-63CC-FC0377314869}"/>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01014191-1AE1-A352-7250-DD1F02A1C7BC}"/>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22739162-7698-D468-CF24-0C4FA4FA5C55}"/>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586A6180-BC1C-9754-FC91-AE89E7A90CF6}"/>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AA666EB2-D1B7-BB5C-8260-93F213DA9F0B}"/>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19D2658B-4F2F-68C2-7024-3BE0A29A4CDE}"/>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B1897C13-189E-34CB-63D0-D5563990BF8E}"/>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930560E7-FFBF-F273-73DB-C827824814B8}"/>
              </a:ext>
            </a:extLst>
          </p:cNvPr>
          <p:cNvGrpSpPr/>
          <p:nvPr/>
        </p:nvGrpSpPr>
        <p:grpSpPr>
          <a:xfrm>
            <a:off x="-150972" y="644014"/>
            <a:ext cx="510276" cy="1011126"/>
            <a:chOff x="331179" y="148675"/>
            <a:chExt cx="557496" cy="1104693"/>
          </a:xfrm>
        </p:grpSpPr>
        <p:sp>
          <p:nvSpPr>
            <p:cNvPr id="649" name="Google Shape;649;p31">
              <a:extLst>
                <a:ext uri="{FF2B5EF4-FFF2-40B4-BE49-F238E27FC236}">
                  <a16:creationId xmlns:a16="http://schemas.microsoft.com/office/drawing/2014/main" id="{8748E1D9-56F7-A95E-AF63-C55E19E92F12}"/>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6968171A-5650-82F2-655F-A128CC8632B0}"/>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CE70D138-481B-F2BF-12F3-8EBB42465E88}"/>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A3AD7E7D-1E8A-20FC-5A09-562E8557FDFC}"/>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B433AA3B-C5CA-E837-EB8B-88B9B51D1B2D}"/>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BCA88E31-F25C-516D-A53A-834815076EEB}"/>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D5C817CA-FF49-CF99-A513-3FED1202AFE6}"/>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A77873A2-F709-2C5A-7B9B-89F2F4C1717B}"/>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A16E8BF6-FC1A-6C04-E7B0-9CD094EB6FF3}"/>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A33D5C69-B5A3-2195-92B1-E2FB945458F9}"/>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012D00BC-EB13-12C2-B03D-BDEEF6D1CE24}"/>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E8B9D084-510E-3F64-C8F6-FEEAF937135D}"/>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D049FF3F-84CE-2469-39ED-0366E6FB602A}"/>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D299D68F-211E-13A5-1866-D47C1DE73D80}"/>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F17D6315-64C2-D095-67DA-F8854CAC5BBB}"/>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042FD437-3CEB-AB16-80AE-7003CD8B644D}"/>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42BB9E20-56B6-5163-B023-1EC5DCCD552D}"/>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072A0C1E-565A-E444-3A8E-F591B2BD9AB5}"/>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D4B6A742-A811-9C08-85DB-926E99BEA5A2}"/>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8B0B448E-CC64-7D90-F37A-E53101FABABD}"/>
              </a:ext>
            </a:extLst>
          </p:cNvPr>
          <p:cNvSpPr txBox="1"/>
          <p:nvPr/>
        </p:nvSpPr>
        <p:spPr>
          <a:xfrm>
            <a:off x="-3190717" y="-962475"/>
            <a:ext cx="5061438" cy="307777"/>
          </a:xfrm>
          <a:prstGeom prst="rect">
            <a:avLst/>
          </a:prstGeom>
          <a:noFill/>
        </p:spPr>
        <p:txBody>
          <a:bodyPr wrap="square">
            <a:spAutoFit/>
          </a:bodyPr>
          <a:lstStyle/>
          <a:p>
            <a:r>
              <a:rPr lang="en-US" dirty="0">
                <a:latin typeface="Bahnschrift SemiBold Condensed" panose="020B0502040204020203" pitchFamily="34" charset="0"/>
              </a:rPr>
              <a:t>1. </a:t>
            </a:r>
            <a:r>
              <a:rPr lang="en-US" dirty="0" err="1">
                <a:latin typeface="Bahnschrift SemiBold Condensed" panose="020B0502040204020203" pitchFamily="34" charset="0"/>
              </a:rPr>
              <a:t>Bức</a:t>
            </a:r>
            <a:r>
              <a:rPr lang="en-US" dirty="0">
                <a:latin typeface="Bahnschrift SemiBold Condensed" panose="020B0502040204020203" pitchFamily="34" charset="0"/>
              </a:rPr>
              <a:t> </a:t>
            </a:r>
            <a:r>
              <a:rPr lang="en-US" dirty="0" err="1">
                <a:latin typeface="Bahnschrift SemiBold Condensed" panose="020B0502040204020203" pitchFamily="34" charset="0"/>
              </a:rPr>
              <a:t>tranh</a:t>
            </a:r>
            <a:r>
              <a:rPr lang="en-US" dirty="0">
                <a:latin typeface="Bahnschrift SemiBold Condensed" panose="020B0502040204020203" pitchFamily="34" charset="0"/>
              </a:rPr>
              <a:t> An </a:t>
            </a:r>
            <a:r>
              <a:rPr lang="en-US" dirty="0" err="1">
                <a:latin typeface="Bahnschrift SemiBold Condensed" panose="020B0502040204020203" pitchFamily="34" charset="0"/>
              </a:rPr>
              <a:t>ninh</a:t>
            </a:r>
            <a:r>
              <a:rPr lang="en-US" dirty="0">
                <a:latin typeface="Bahnschrift SemiBold Condensed" panose="020B0502040204020203" pitchFamily="34" charset="0"/>
              </a:rPr>
              <a:t> </a:t>
            </a:r>
            <a:r>
              <a:rPr lang="en-US" dirty="0" err="1">
                <a:latin typeface="Bahnschrift SemiBold Condensed" panose="020B0502040204020203" pitchFamily="34" charset="0"/>
              </a:rPr>
              <a:t>mạng</a:t>
            </a:r>
            <a:r>
              <a:rPr lang="en-US" dirty="0">
                <a:latin typeface="Bahnschrift SemiBold Condensed" panose="020B0502040204020203" pitchFamily="34" charset="0"/>
              </a:rPr>
              <a:t> &amp; DDoS (2025 - 2026)</a:t>
            </a:r>
          </a:p>
        </p:txBody>
      </p:sp>
      <p:sp>
        <p:nvSpPr>
          <p:cNvPr id="4" name="TextBox 3">
            <a:extLst>
              <a:ext uri="{FF2B5EF4-FFF2-40B4-BE49-F238E27FC236}">
                <a16:creationId xmlns:a16="http://schemas.microsoft.com/office/drawing/2014/main" id="{CACB4F92-7153-2211-8C00-4DDA44BC4EEA}"/>
              </a:ext>
            </a:extLst>
          </p:cNvPr>
          <p:cNvSpPr txBox="1"/>
          <p:nvPr/>
        </p:nvSpPr>
        <p:spPr>
          <a:xfrm>
            <a:off x="3402898" y="-2939592"/>
            <a:ext cx="5061438" cy="1169551"/>
          </a:xfrm>
          <a:prstGeom prst="rect">
            <a:avLst/>
          </a:prstGeom>
          <a:noFill/>
        </p:spPr>
        <p:txBody>
          <a:bodyPr wrap="square">
            <a:spAutoFit/>
          </a:bodyPr>
          <a:lstStyle/>
          <a:p>
            <a:r>
              <a:rPr lang="vi-VN" dirty="0">
                <a:latin typeface="Bahnschrift Light" panose="020B0502040204020203" pitchFamily="34" charset="0"/>
              </a:rPr>
              <a:t>Gia tăng bùng nổ: Tần suất tấn công DDoS toàn cầu và tại Việt Nam liên tục lập đỉnh mới (hàng triệu vụ/năm).</a:t>
            </a:r>
          </a:p>
          <a:p>
            <a:r>
              <a:rPr lang="vi-VN" dirty="0">
                <a:latin typeface="Bahnschrift Light" panose="020B0502040204020203" pitchFamily="34" charset="0"/>
              </a:rPr>
              <a:t>Vũ khí hóa AI &amp; Botnet: Ghi nhận khoảng 46% các vụ tấn công DDoS hiện nay có sự can thiệp của AI nhằm tự động hóa, chuyển hướng mục tiêu và lẩn tránh hệ thống phòng thủ.</a:t>
            </a:r>
            <a:endParaRPr lang="en-US" dirty="0">
              <a:latin typeface="Bahnschrift Light" panose="020B0502040204020203" pitchFamily="34" charset="0"/>
            </a:endParaRPr>
          </a:p>
        </p:txBody>
      </p:sp>
      <p:sp>
        <p:nvSpPr>
          <p:cNvPr id="6" name="TextBox 5">
            <a:extLst>
              <a:ext uri="{FF2B5EF4-FFF2-40B4-BE49-F238E27FC236}">
                <a16:creationId xmlns:a16="http://schemas.microsoft.com/office/drawing/2014/main" id="{F37E8A45-2FF9-AB8E-8642-C84A69E3819B}"/>
              </a:ext>
            </a:extLst>
          </p:cNvPr>
          <p:cNvSpPr txBox="1"/>
          <p:nvPr/>
        </p:nvSpPr>
        <p:spPr>
          <a:xfrm>
            <a:off x="7102719" y="5776462"/>
            <a:ext cx="5061438" cy="307777"/>
          </a:xfrm>
          <a:prstGeom prst="rect">
            <a:avLst/>
          </a:prstGeom>
          <a:noFill/>
        </p:spPr>
        <p:txBody>
          <a:bodyPr wrap="square">
            <a:spAutoFit/>
          </a:bodyPr>
          <a:lstStyle/>
          <a:p>
            <a:r>
              <a:rPr lang="en-US" dirty="0">
                <a:latin typeface="Bahnschrift SemiBold Condensed" panose="020B0502040204020203" pitchFamily="34" charset="0"/>
              </a:rPr>
              <a:t>2. </a:t>
            </a:r>
            <a:r>
              <a:rPr lang="en-US" dirty="0" err="1">
                <a:latin typeface="Bahnschrift SemiBold Condensed" panose="020B0502040204020203" pitchFamily="34" charset="0"/>
              </a:rPr>
              <a:t>Vấn</a:t>
            </a:r>
            <a:r>
              <a:rPr lang="en-US" dirty="0">
                <a:latin typeface="Bahnschrift SemiBold Condensed" panose="020B0502040204020203" pitchFamily="34" charset="0"/>
              </a:rPr>
              <a:t> </a:t>
            </a:r>
            <a:r>
              <a:rPr lang="en-US" dirty="0" err="1">
                <a:latin typeface="Bahnschrift SemiBold Condensed" panose="020B0502040204020203" pitchFamily="34" charset="0"/>
              </a:rPr>
              <a:t>đề</a:t>
            </a:r>
            <a:r>
              <a:rPr lang="en-US" dirty="0">
                <a:latin typeface="Bahnschrift SemiBold Condensed" panose="020B0502040204020203" pitchFamily="34" charset="0"/>
              </a:rPr>
              <a:t> </a:t>
            </a:r>
            <a:r>
              <a:rPr lang="en-US" dirty="0" err="1">
                <a:latin typeface="Bahnschrift SemiBold Condensed" panose="020B0502040204020203" pitchFamily="34" charset="0"/>
              </a:rPr>
              <a:t>cốt</a:t>
            </a:r>
            <a:r>
              <a:rPr lang="en-US" dirty="0">
                <a:latin typeface="Bahnschrift SemiBold Condensed" panose="020B0502040204020203" pitchFamily="34" charset="0"/>
              </a:rPr>
              <a:t> </a:t>
            </a:r>
            <a:r>
              <a:rPr lang="en-US" dirty="0" err="1">
                <a:latin typeface="Bahnschrift SemiBold Condensed" panose="020B0502040204020203" pitchFamily="34" charset="0"/>
              </a:rPr>
              <a:t>lõi</a:t>
            </a:r>
            <a:r>
              <a:rPr lang="en-US" dirty="0">
                <a:latin typeface="Bahnschrift SemiBold Condensed" panose="020B0502040204020203" pitchFamily="34" charset="0"/>
              </a:rPr>
              <a:t>: </a:t>
            </a:r>
            <a:r>
              <a:rPr lang="en-US" dirty="0" err="1">
                <a:latin typeface="Bahnschrift SemiBold Condensed" panose="020B0502040204020203" pitchFamily="34" charset="0"/>
              </a:rPr>
              <a:t>Tấn</a:t>
            </a:r>
            <a:r>
              <a:rPr lang="en-US" dirty="0">
                <a:latin typeface="Bahnschrift SemiBold Condensed" panose="020B0502040204020203" pitchFamily="34" charset="0"/>
              </a:rPr>
              <a:t> </a:t>
            </a:r>
            <a:r>
              <a:rPr lang="en-US" dirty="0" err="1">
                <a:latin typeface="Bahnschrift SemiBold Condensed" panose="020B0502040204020203" pitchFamily="34" charset="0"/>
              </a:rPr>
              <a:t>công</a:t>
            </a:r>
            <a:r>
              <a:rPr lang="en-US" dirty="0">
                <a:latin typeface="Bahnschrift SemiBold Condensed" panose="020B0502040204020203" pitchFamily="34" charset="0"/>
              </a:rPr>
              <a:t> SYN Flood</a:t>
            </a:r>
          </a:p>
        </p:txBody>
      </p:sp>
      <p:sp>
        <p:nvSpPr>
          <p:cNvPr id="7" name="TextBox 6">
            <a:extLst>
              <a:ext uri="{FF2B5EF4-FFF2-40B4-BE49-F238E27FC236}">
                <a16:creationId xmlns:a16="http://schemas.microsoft.com/office/drawing/2014/main" id="{87F13FCC-326D-212D-3B3E-9F7D964C34FF}"/>
              </a:ext>
            </a:extLst>
          </p:cNvPr>
          <p:cNvSpPr txBox="1"/>
          <p:nvPr/>
        </p:nvSpPr>
        <p:spPr>
          <a:xfrm>
            <a:off x="2041281" y="5776462"/>
            <a:ext cx="5061438" cy="1569660"/>
          </a:xfrm>
          <a:prstGeom prst="rect">
            <a:avLst/>
          </a:prstGeom>
          <a:noFill/>
        </p:spPr>
        <p:txBody>
          <a:bodyPr wrap="square">
            <a:spAutoFit/>
          </a:bodyPr>
          <a:lstStyle/>
          <a:p>
            <a:r>
              <a:rPr lang="vi-VN" sz="1600" b="1" dirty="0">
                <a:latin typeface="Bahnschrift Light SemiCondensed" panose="020B0502040204020203" pitchFamily="34" charset="0"/>
              </a:rPr>
              <a:t>DDoS (Distributed Denial of Service)</a:t>
            </a:r>
            <a:r>
              <a:rPr lang="vi-VN" sz="1600" dirty="0">
                <a:latin typeface="Bahnschrift Light SemiCondensed" panose="020B0502040204020203" pitchFamily="34" charset="0"/>
              </a:rPr>
              <a:t> là một kiểu tấn công mạng nhằm làm cho </a:t>
            </a:r>
            <a:r>
              <a:rPr lang="vi-VN" sz="1600" b="1" dirty="0">
                <a:latin typeface="Bahnschrift Light SemiCondensed" panose="020B0502040204020203" pitchFamily="34" charset="0"/>
              </a:rPr>
              <a:t>máy chủ, website hoặc hệ thống</a:t>
            </a:r>
            <a:r>
              <a:rPr lang="vi-VN" sz="1600" dirty="0">
                <a:latin typeface="Bahnschrift Light SemiCondensed" panose="020B0502040204020203" pitchFamily="34" charset="0"/>
              </a:rPr>
              <a:t> không thể phục vụ người dùng hợp lệ.</a:t>
            </a:r>
          </a:p>
          <a:p>
            <a:r>
              <a:rPr lang="vi-VN" sz="1600" dirty="0">
                <a:latin typeface="Bahnschrift Light SemiCondensed" panose="020B0502040204020203" pitchFamily="34" charset="0"/>
              </a:rPr>
              <a:t>Kẻ tấn công sử dụng </a:t>
            </a:r>
            <a:r>
              <a:rPr lang="vi-VN" sz="1600" b="1" dirty="0">
                <a:latin typeface="Bahnschrift Light SemiCondensed" panose="020B0502040204020203" pitchFamily="34" charset="0"/>
              </a:rPr>
              <a:t>nhiều máy tính (botnet)</a:t>
            </a:r>
            <a:r>
              <a:rPr lang="vi-VN" sz="1600" dirty="0">
                <a:latin typeface="Bahnschrift Light SemiCondensed" panose="020B0502040204020203" pitchFamily="34" charset="0"/>
              </a:rPr>
              <a:t> cùng lúc </a:t>
            </a:r>
          </a:p>
          <a:p>
            <a:r>
              <a:rPr lang="vi-VN" sz="1600" dirty="0">
                <a:latin typeface="Bahnschrift Light SemiCondensed" panose="020B0502040204020203" pitchFamily="34" charset="0"/>
              </a:rPr>
              <a:t>Gửi lượng lớn request/truy cập đến mục tiêu </a:t>
            </a:r>
          </a:p>
          <a:p>
            <a:r>
              <a:rPr lang="vi-VN" sz="1600" dirty="0">
                <a:latin typeface="Bahnschrift Light SemiCondensed" panose="020B0502040204020203" pitchFamily="34" charset="0"/>
              </a:rPr>
              <a:t>Làm </a:t>
            </a:r>
            <a:r>
              <a:rPr lang="vi-VN" sz="1600" b="1" dirty="0">
                <a:latin typeface="Bahnschrift Light SemiCondensed" panose="020B0502040204020203" pitchFamily="34" charset="0"/>
              </a:rPr>
              <a:t>quá tải tài nguyên (CPU, RAM, băng thông)</a:t>
            </a:r>
            <a:r>
              <a:rPr lang="vi-VN" sz="1600" dirty="0">
                <a:latin typeface="Bahnschrift Light SemiCondensed" panose="020B0502040204020203" pitchFamily="34" charset="0"/>
              </a:rPr>
              <a:t> </a:t>
            </a:r>
          </a:p>
        </p:txBody>
      </p:sp>
      <p:sp>
        <p:nvSpPr>
          <p:cNvPr id="8" name="TextBox 7">
            <a:extLst>
              <a:ext uri="{FF2B5EF4-FFF2-40B4-BE49-F238E27FC236}">
                <a16:creationId xmlns:a16="http://schemas.microsoft.com/office/drawing/2014/main" id="{5102F8D6-A5CB-4AE2-8586-233B96E3AC85}"/>
              </a:ext>
            </a:extLst>
          </p:cNvPr>
          <p:cNvSpPr txBox="1"/>
          <p:nvPr/>
        </p:nvSpPr>
        <p:spPr>
          <a:xfrm>
            <a:off x="751499" y="5143500"/>
            <a:ext cx="2238445" cy="1265924"/>
          </a:xfrm>
          <a:prstGeom prst="rect">
            <a:avLst/>
          </a:prstGeom>
          <a:noFill/>
        </p:spPr>
        <p:txBody>
          <a:bodyPr wrap="square">
            <a:spAutoFit/>
          </a:bodyPr>
          <a:lstStyle/>
          <a:p>
            <a:pPr>
              <a:lnSpc>
                <a:spcPts val="4850"/>
              </a:lnSpc>
            </a:pP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Cơ</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chế</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tấn</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công</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DDoS SYN Flood</a:t>
            </a:r>
            <a:endParaRPr lang="en-US" sz="2800" dirty="0">
              <a:solidFill>
                <a:schemeClr val="tx1">
                  <a:lumMod val="50000"/>
                </a:schemeClr>
              </a:solidFill>
              <a:latin typeface="Bahnschrift SemiBold Condensed" panose="020B0502040204020203" pitchFamily="34" charset="0"/>
            </a:endParaRPr>
          </a:p>
        </p:txBody>
      </p:sp>
      <p:grpSp>
        <p:nvGrpSpPr>
          <p:cNvPr id="9" name="Group 8">
            <a:extLst>
              <a:ext uri="{FF2B5EF4-FFF2-40B4-BE49-F238E27FC236}">
                <a16:creationId xmlns:a16="http://schemas.microsoft.com/office/drawing/2014/main" id="{9F851DB3-17EB-468D-672A-73C317871ABD}"/>
              </a:ext>
            </a:extLst>
          </p:cNvPr>
          <p:cNvGrpSpPr/>
          <p:nvPr/>
        </p:nvGrpSpPr>
        <p:grpSpPr>
          <a:xfrm>
            <a:off x="9487161" y="-74726"/>
            <a:ext cx="5255784" cy="4787708"/>
            <a:chOff x="6280190" y="1651635"/>
            <a:chExt cx="7556421" cy="5844064"/>
          </a:xfrm>
        </p:grpSpPr>
        <p:pic>
          <p:nvPicPr>
            <p:cNvPr id="10" name="Image 1" descr="preencoded.png">
              <a:extLst>
                <a:ext uri="{FF2B5EF4-FFF2-40B4-BE49-F238E27FC236}">
                  <a16:creationId xmlns:a16="http://schemas.microsoft.com/office/drawing/2014/main" id="{898B06FF-F76D-01B2-203D-5A612D356C0D}"/>
                </a:ext>
              </a:extLst>
            </p:cNvPr>
            <p:cNvPicPr>
              <a:picLocks noChangeAspect="1"/>
            </p:cNvPicPr>
            <p:nvPr/>
          </p:nvPicPr>
          <p:blipFill>
            <a:blip r:embed="rId3"/>
            <a:stretch>
              <a:fillRect/>
            </a:stretch>
          </p:blipFill>
          <p:spPr>
            <a:xfrm>
              <a:off x="6280190" y="1651635"/>
              <a:ext cx="992267" cy="1461016"/>
            </a:xfrm>
            <a:prstGeom prst="rect">
              <a:avLst/>
            </a:prstGeom>
          </p:spPr>
        </p:pic>
        <p:sp>
          <p:nvSpPr>
            <p:cNvPr id="11" name="Text 1">
              <a:extLst>
                <a:ext uri="{FF2B5EF4-FFF2-40B4-BE49-F238E27FC236}">
                  <a16:creationId xmlns:a16="http://schemas.microsoft.com/office/drawing/2014/main" id="{57C98387-AEAE-CEB4-CC00-27B57A86A271}"/>
                </a:ext>
              </a:extLst>
            </p:cNvPr>
            <p:cNvSpPr/>
            <p:nvPr/>
          </p:nvSpPr>
          <p:spPr>
            <a:xfrm>
              <a:off x="7470815" y="1849993"/>
              <a:ext cx="2888813"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1: Khai thác lỗ hổng</a:t>
              </a:r>
              <a:endParaRPr lang="en-US" dirty="0">
                <a:solidFill>
                  <a:schemeClr val="tx1">
                    <a:lumMod val="50000"/>
                  </a:schemeClr>
                </a:solidFill>
                <a:latin typeface="Bahnschrift Light" panose="020B0502040204020203" pitchFamily="34" charset="0"/>
              </a:endParaRPr>
            </a:p>
          </p:txBody>
        </p:sp>
        <p:sp>
          <p:nvSpPr>
            <p:cNvPr id="12" name="Text 2">
              <a:extLst>
                <a:ext uri="{FF2B5EF4-FFF2-40B4-BE49-F238E27FC236}">
                  <a16:creationId xmlns:a16="http://schemas.microsoft.com/office/drawing/2014/main" id="{72762DD6-8DA2-3D88-AE82-24FD725477B5}"/>
                </a:ext>
              </a:extLst>
            </p:cNvPr>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Kẻ tấn công khai thác lỗ hổng trong quá trình bắt tay 3 bước (TCP 3-way handshake) của giao thức TCP</a:t>
              </a:r>
              <a:endParaRPr lang="en-US" dirty="0">
                <a:solidFill>
                  <a:schemeClr val="tx1">
                    <a:lumMod val="50000"/>
                  </a:schemeClr>
                </a:solidFill>
                <a:latin typeface="Bahnschrift Light" panose="020B0502040204020203" pitchFamily="34" charset="0"/>
              </a:endParaRPr>
            </a:p>
          </p:txBody>
        </p:sp>
        <p:pic>
          <p:nvPicPr>
            <p:cNvPr id="13" name="Image 2" descr="preencoded.png">
              <a:extLst>
                <a:ext uri="{FF2B5EF4-FFF2-40B4-BE49-F238E27FC236}">
                  <a16:creationId xmlns:a16="http://schemas.microsoft.com/office/drawing/2014/main" id="{73409B27-F184-BC5C-53C6-FFB997D40101}"/>
                </a:ext>
              </a:extLst>
            </p:cNvPr>
            <p:cNvPicPr>
              <a:picLocks noChangeAspect="1"/>
            </p:cNvPicPr>
            <p:nvPr/>
          </p:nvPicPr>
          <p:blipFill>
            <a:blip r:embed="rId4"/>
            <a:stretch>
              <a:fillRect/>
            </a:stretch>
          </p:blipFill>
          <p:spPr>
            <a:xfrm>
              <a:off x="6280190" y="3112651"/>
              <a:ext cx="992267" cy="1461016"/>
            </a:xfrm>
            <a:prstGeom prst="rect">
              <a:avLst/>
            </a:prstGeom>
          </p:spPr>
        </p:pic>
        <p:sp>
          <p:nvSpPr>
            <p:cNvPr id="14" name="Text 3">
              <a:extLst>
                <a:ext uri="{FF2B5EF4-FFF2-40B4-BE49-F238E27FC236}">
                  <a16:creationId xmlns:a16="http://schemas.microsoft.com/office/drawing/2014/main" id="{5FBB8093-0FFB-F162-FF61-D8108D37EBA3}"/>
                </a:ext>
              </a:extLst>
            </p:cNvPr>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2: Gửi gói SYN</a:t>
              </a:r>
              <a:endParaRPr lang="en-US" dirty="0">
                <a:solidFill>
                  <a:schemeClr val="tx1">
                    <a:lumMod val="50000"/>
                  </a:schemeClr>
                </a:solidFill>
                <a:latin typeface="Bahnschrift Light" panose="020B0502040204020203" pitchFamily="34" charset="0"/>
              </a:endParaRPr>
            </a:p>
          </p:txBody>
        </p:sp>
        <p:sp>
          <p:nvSpPr>
            <p:cNvPr id="15" name="Text 4">
              <a:extLst>
                <a:ext uri="{FF2B5EF4-FFF2-40B4-BE49-F238E27FC236}">
                  <a16:creationId xmlns:a16="http://schemas.microsoft.com/office/drawing/2014/main" id="{00EA6565-E218-DA37-1E59-871E83DC7BE9}"/>
                </a:ext>
              </a:extLst>
            </p:cNvPr>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Gửi ồ ạt các gói tin SYN với địa chỉ IP nguồn giả mạo (Spoofed IP) để che giấu danh tính thực</a:t>
              </a:r>
              <a:endParaRPr lang="en-US" dirty="0">
                <a:solidFill>
                  <a:schemeClr val="tx1">
                    <a:lumMod val="50000"/>
                  </a:schemeClr>
                </a:solidFill>
                <a:latin typeface="Bahnschrift Light" panose="020B0502040204020203" pitchFamily="34" charset="0"/>
              </a:endParaRPr>
            </a:p>
          </p:txBody>
        </p:sp>
        <p:pic>
          <p:nvPicPr>
            <p:cNvPr id="16" name="Image 3" descr="preencoded.png">
              <a:extLst>
                <a:ext uri="{FF2B5EF4-FFF2-40B4-BE49-F238E27FC236}">
                  <a16:creationId xmlns:a16="http://schemas.microsoft.com/office/drawing/2014/main" id="{A2109B1C-C552-BF5D-3BE2-86344260FD14}"/>
                </a:ext>
              </a:extLst>
            </p:cNvPr>
            <p:cNvPicPr>
              <a:picLocks noChangeAspect="1"/>
            </p:cNvPicPr>
            <p:nvPr/>
          </p:nvPicPr>
          <p:blipFill>
            <a:blip r:embed="rId5"/>
            <a:stretch>
              <a:fillRect/>
            </a:stretch>
          </p:blipFill>
          <p:spPr>
            <a:xfrm>
              <a:off x="6280190" y="4573667"/>
              <a:ext cx="992267" cy="1461016"/>
            </a:xfrm>
            <a:prstGeom prst="rect">
              <a:avLst/>
            </a:prstGeom>
          </p:spPr>
        </p:pic>
        <p:sp>
          <p:nvSpPr>
            <p:cNvPr id="17" name="Text 5">
              <a:extLst>
                <a:ext uri="{FF2B5EF4-FFF2-40B4-BE49-F238E27FC236}">
                  <a16:creationId xmlns:a16="http://schemas.microsoft.com/office/drawing/2014/main" id="{AEB6F29E-AC1A-8C93-CB11-7550D3514A41}"/>
                </a:ext>
              </a:extLst>
            </p:cNvPr>
            <p:cNvSpPr/>
            <p:nvPr/>
          </p:nvSpPr>
          <p:spPr>
            <a:xfrm>
              <a:off x="7470815" y="4772025"/>
              <a:ext cx="2861548"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3: Đáp ứng SYN-ACK</a:t>
              </a:r>
              <a:endParaRPr lang="en-US" dirty="0">
                <a:solidFill>
                  <a:schemeClr val="tx1">
                    <a:lumMod val="50000"/>
                  </a:schemeClr>
                </a:solidFill>
                <a:latin typeface="Bahnschrift Light" panose="020B0502040204020203" pitchFamily="34" charset="0"/>
              </a:endParaRPr>
            </a:p>
          </p:txBody>
        </p:sp>
        <p:sp>
          <p:nvSpPr>
            <p:cNvPr id="18" name="Text 6">
              <a:extLst>
                <a:ext uri="{FF2B5EF4-FFF2-40B4-BE49-F238E27FC236}">
                  <a16:creationId xmlns:a16="http://schemas.microsoft.com/office/drawing/2014/main" id="{4DEFD4DE-81B5-A3C5-5F0E-20E8F013FBFE}"/>
                </a:ext>
              </a:extLst>
            </p:cNvPr>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Server phản hồi SYN-ACK và giữ trạng thái kết nối chờ (Half-open connection) trong bộ nhớ</a:t>
              </a:r>
              <a:endParaRPr lang="en-US" dirty="0">
                <a:solidFill>
                  <a:schemeClr val="tx1">
                    <a:lumMod val="50000"/>
                  </a:schemeClr>
                </a:solidFill>
                <a:latin typeface="Bahnschrift Light" panose="020B0502040204020203" pitchFamily="34" charset="0"/>
              </a:endParaRPr>
            </a:p>
          </p:txBody>
        </p:sp>
        <p:pic>
          <p:nvPicPr>
            <p:cNvPr id="19" name="Image 4" descr="preencoded.png">
              <a:extLst>
                <a:ext uri="{FF2B5EF4-FFF2-40B4-BE49-F238E27FC236}">
                  <a16:creationId xmlns:a16="http://schemas.microsoft.com/office/drawing/2014/main" id="{30BE4DE5-1E37-5028-1D56-D76199EC633C}"/>
                </a:ext>
              </a:extLst>
            </p:cNvPr>
            <p:cNvPicPr>
              <a:picLocks noChangeAspect="1"/>
            </p:cNvPicPr>
            <p:nvPr/>
          </p:nvPicPr>
          <p:blipFill>
            <a:blip r:embed="rId6"/>
            <a:stretch>
              <a:fillRect/>
            </a:stretch>
          </p:blipFill>
          <p:spPr>
            <a:xfrm>
              <a:off x="6280190" y="6034683"/>
              <a:ext cx="992267" cy="1461016"/>
            </a:xfrm>
            <a:prstGeom prst="rect">
              <a:avLst/>
            </a:prstGeom>
          </p:spPr>
        </p:pic>
        <p:sp>
          <p:nvSpPr>
            <p:cNvPr id="20" name="Text 7">
              <a:extLst>
                <a:ext uri="{FF2B5EF4-FFF2-40B4-BE49-F238E27FC236}">
                  <a16:creationId xmlns:a16="http://schemas.microsoft.com/office/drawing/2014/main" id="{979BA914-62D6-11AB-7E7F-1A8E8D546B7E}"/>
                </a:ext>
              </a:extLst>
            </p:cNvPr>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4: Hậu quả</a:t>
              </a:r>
              <a:endParaRPr lang="en-US" dirty="0">
                <a:solidFill>
                  <a:schemeClr val="tx1">
                    <a:lumMod val="50000"/>
                  </a:schemeClr>
                </a:solidFill>
                <a:latin typeface="Bahnschrift Light" panose="020B0502040204020203" pitchFamily="34" charset="0"/>
              </a:endParaRPr>
            </a:p>
          </p:txBody>
        </p:sp>
        <p:sp>
          <p:nvSpPr>
            <p:cNvPr id="21" name="Text 8">
              <a:extLst>
                <a:ext uri="{FF2B5EF4-FFF2-40B4-BE49-F238E27FC236}">
                  <a16:creationId xmlns:a16="http://schemas.microsoft.com/office/drawing/2014/main" id="{B253CC64-EAE2-0EE7-BFC7-281BAA001D8F}"/>
                </a:ext>
              </a:extLst>
            </p:cNvPr>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Tràn bộ đệm kết nối (backlog queue), từ chối dịch vụ mới và làm sập máy chủ</a:t>
              </a:r>
              <a:endParaRPr lang="en-US" dirty="0">
                <a:solidFill>
                  <a:schemeClr val="tx1">
                    <a:lumMod val="50000"/>
                  </a:schemeClr>
                </a:solidFill>
                <a:latin typeface="Bahnschrift Light" panose="020B0502040204020203" pitchFamily="34" charset="0"/>
              </a:endParaRPr>
            </a:p>
          </p:txBody>
        </p:sp>
      </p:grpSp>
      <p:sp>
        <p:nvSpPr>
          <p:cNvPr id="2" name="TextBox 1">
            <a:extLst>
              <a:ext uri="{FF2B5EF4-FFF2-40B4-BE49-F238E27FC236}">
                <a16:creationId xmlns:a16="http://schemas.microsoft.com/office/drawing/2014/main" id="{19145AA5-4B05-7F31-9BEB-02A020492A49}"/>
              </a:ext>
            </a:extLst>
          </p:cNvPr>
          <p:cNvSpPr txBox="1"/>
          <p:nvPr/>
        </p:nvSpPr>
        <p:spPr>
          <a:xfrm>
            <a:off x="1870721" y="5424474"/>
            <a:ext cx="5061438" cy="1777153"/>
          </a:xfrm>
          <a:prstGeom prst="rect">
            <a:avLst/>
          </a:prstGeom>
          <a:noFill/>
        </p:spPr>
        <p:txBody>
          <a:bodyPr wrap="square">
            <a:spAutoFit/>
          </a:bodyPr>
          <a:lstStyle/>
          <a:p>
            <a:pPr>
              <a:lnSpc>
                <a:spcPts val="1900"/>
              </a:lnSpc>
            </a:pPr>
            <a:r>
              <a:rPr lang="vi-VN" b="1" dirty="0">
                <a:solidFill>
                  <a:srgbClr val="FF0000"/>
                </a:solidFill>
                <a:latin typeface="Bahnschrift" panose="020B0502040204020203" pitchFamily="34" charset="0"/>
              </a:rPr>
              <a:t>SYN Flood</a:t>
            </a:r>
            <a:r>
              <a:rPr lang="vi-VN" dirty="0">
                <a:solidFill>
                  <a:srgbClr val="FF0000"/>
                </a:solidFill>
                <a:latin typeface="Bahnschrift" panose="020B0502040204020203" pitchFamily="34" charset="0"/>
              </a:rPr>
              <a:t> </a:t>
            </a:r>
            <a:r>
              <a:rPr lang="vi-VN" dirty="0">
                <a:latin typeface="Bahnschrift" panose="020B0502040204020203" pitchFamily="34" charset="0"/>
              </a:rPr>
              <a:t>là hành động gửi hàng loạt gói tin yêu cầu kết nối (SYN) đến một cổng (Port) dịch vụ của máy chủ, nhưng kẻ tấn công cố tình </a:t>
            </a:r>
            <a:r>
              <a:rPr lang="vi-VN" b="1" dirty="0">
                <a:solidFill>
                  <a:srgbClr val="FF0000"/>
                </a:solidFill>
                <a:latin typeface="Bahnschrift" panose="020B0502040204020203" pitchFamily="34" charset="0"/>
              </a:rPr>
              <a:t>không gửi</a:t>
            </a:r>
            <a:r>
              <a:rPr lang="vi-VN" dirty="0">
                <a:solidFill>
                  <a:srgbClr val="FF0000"/>
                </a:solidFill>
                <a:latin typeface="Bahnschrift" panose="020B0502040204020203" pitchFamily="34" charset="0"/>
              </a:rPr>
              <a:t> </a:t>
            </a:r>
            <a:r>
              <a:rPr lang="vi-VN" dirty="0">
                <a:latin typeface="Bahnschrift" panose="020B0502040204020203" pitchFamily="34" charset="0"/>
              </a:rPr>
              <a:t>xác nhận cuối cùng (ACK) hoặc sử dụng </a:t>
            </a:r>
            <a:r>
              <a:rPr lang="vi-VN" b="1" dirty="0">
                <a:solidFill>
                  <a:srgbClr val="FF0000"/>
                </a:solidFill>
                <a:latin typeface="Bahnschrift" panose="020B0502040204020203" pitchFamily="34" charset="0"/>
              </a:rPr>
              <a:t>IP giả</a:t>
            </a:r>
            <a:r>
              <a:rPr lang="vi-VN" dirty="0">
                <a:solidFill>
                  <a:srgbClr val="FF0000"/>
                </a:solidFill>
                <a:latin typeface="Bahnschrift" panose="020B0502040204020203" pitchFamily="34" charset="0"/>
              </a:rPr>
              <a:t> </a:t>
            </a:r>
            <a:r>
              <a:rPr lang="vi-VN" dirty="0">
                <a:latin typeface="Bahnschrift" panose="020B0502040204020203" pitchFamily="34" charset="0"/>
              </a:rPr>
              <a:t>để máy chủ không bao giờ nhận được phản hồi. Kết quả là bảng quản lý kết nối của máy chủ bị lấp đầy bởi các trạng thái "đang chờ", khiến nó không thể chấp nhận thêm bất kỳ người dùng thật nào nữa.</a:t>
            </a:r>
            <a:endParaRPr lang="en-US" dirty="0">
              <a:solidFill>
                <a:schemeClr val="tx1">
                  <a:lumMod val="50000"/>
                </a:schemeClr>
              </a:solidFill>
              <a:latin typeface="Bahnschrift" panose="020B0502040204020203" pitchFamily="34" charset="0"/>
            </a:endParaRPr>
          </a:p>
        </p:txBody>
      </p:sp>
      <p:sp>
        <p:nvSpPr>
          <p:cNvPr id="5" name="Google Shape;441;p31">
            <a:extLst>
              <a:ext uri="{FF2B5EF4-FFF2-40B4-BE49-F238E27FC236}">
                <a16:creationId xmlns:a16="http://schemas.microsoft.com/office/drawing/2014/main" id="{B0A9CD85-E403-D7AA-5B7D-09D23A5D3302}"/>
              </a:ext>
            </a:extLst>
          </p:cNvPr>
          <p:cNvSpPr txBox="1">
            <a:spLocks/>
          </p:cNvSpPr>
          <p:nvPr/>
        </p:nvSpPr>
        <p:spPr>
          <a:xfrm>
            <a:off x="45077" y="2255269"/>
            <a:ext cx="2238445"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Oswald"/>
              <a:buNone/>
              <a:defRPr sz="48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en-US" dirty="0" err="1">
                <a:solidFill>
                  <a:schemeClr val="lt2"/>
                </a:solidFill>
                <a:latin typeface="Bahnschrift SemiBold Condensed" panose="020B0502040204020203" pitchFamily="34" charset="0"/>
              </a:rPr>
              <a:t>DDos</a:t>
            </a:r>
            <a:endParaRPr lang="en-US" dirty="0">
              <a:solidFill>
                <a:schemeClr val="lt2"/>
              </a:solidFill>
              <a:latin typeface="Bahnschrift SemiBold Condensed" panose="020B0502040204020203" pitchFamily="34" charset="0"/>
            </a:endParaRPr>
          </a:p>
        </p:txBody>
      </p:sp>
      <p:sp>
        <p:nvSpPr>
          <p:cNvPr id="22" name="TextBox 21">
            <a:extLst>
              <a:ext uri="{FF2B5EF4-FFF2-40B4-BE49-F238E27FC236}">
                <a16:creationId xmlns:a16="http://schemas.microsoft.com/office/drawing/2014/main" id="{8248F080-799D-659B-A88E-2F48BFC294BC}"/>
              </a:ext>
            </a:extLst>
          </p:cNvPr>
          <p:cNvSpPr txBox="1"/>
          <p:nvPr/>
        </p:nvSpPr>
        <p:spPr>
          <a:xfrm>
            <a:off x="-2071494" y="5776462"/>
            <a:ext cx="5061438" cy="1287660"/>
          </a:xfrm>
          <a:prstGeom prst="rect">
            <a:avLst/>
          </a:prstGeom>
          <a:noFill/>
        </p:spPr>
        <p:txBody>
          <a:bodyPr wrap="square">
            <a:spAutoFit/>
          </a:bodyPr>
          <a:lstStyle/>
          <a:p>
            <a:pPr>
              <a:lnSpc>
                <a:spcPts val="1900"/>
              </a:lnSpc>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DDoS SYN Flood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chiếm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tỷ</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trọng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lớn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trong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cuộc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tầng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Network/Transport (Layer 3/4),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khai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trực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tiếp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vào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nền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tảng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giao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thức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TCP.</a:t>
            </a:r>
            <a:endParaRPr lang="en-US" dirty="0">
              <a:solidFill>
                <a:schemeClr val="tx1">
                  <a:lumMod val="50000"/>
                </a:schemeClr>
              </a:solidFill>
              <a:latin typeface="Bahnschrift Light" panose="020B0502040204020203" pitchFamily="34" charset="0"/>
            </a:endParaRPr>
          </a:p>
          <a:p>
            <a:pPr>
              <a:lnSpc>
                <a:spcPts val="1900"/>
              </a:lnSpc>
            </a:pP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Mục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tiêu</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kẻ</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cạn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kiệt</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tài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nguyên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máy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chủ</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khiến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người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dùng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hợp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pháp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thể</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truy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cập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dịch</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vụ</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a:t>
            </a:r>
            <a:endParaRPr lang="en-US" dirty="0">
              <a:solidFill>
                <a:schemeClr val="tx1">
                  <a:lumMod val="50000"/>
                </a:schemeClr>
              </a:solidFill>
              <a:latin typeface="Bahnschrift Light" panose="020B0502040204020203" pitchFamily="34" charset="0"/>
            </a:endParaRPr>
          </a:p>
        </p:txBody>
      </p:sp>
      <p:grpSp>
        <p:nvGrpSpPr>
          <p:cNvPr id="678" name="Group 677">
            <a:extLst>
              <a:ext uri="{FF2B5EF4-FFF2-40B4-BE49-F238E27FC236}">
                <a16:creationId xmlns:a16="http://schemas.microsoft.com/office/drawing/2014/main" id="{DC032C5C-2ACC-89F2-1CED-59E758C3C2C1}"/>
              </a:ext>
            </a:extLst>
          </p:cNvPr>
          <p:cNvGrpSpPr/>
          <p:nvPr/>
        </p:nvGrpSpPr>
        <p:grpSpPr>
          <a:xfrm>
            <a:off x="2283522" y="489812"/>
            <a:ext cx="3609153" cy="3972798"/>
            <a:chOff x="2283522" y="489812"/>
            <a:chExt cx="3609153" cy="3972798"/>
          </a:xfrm>
        </p:grpSpPr>
        <p:cxnSp>
          <p:nvCxnSpPr>
            <p:cNvPr id="24" name="Straight Arrow Connector 23">
              <a:extLst>
                <a:ext uri="{FF2B5EF4-FFF2-40B4-BE49-F238E27FC236}">
                  <a16:creationId xmlns:a16="http://schemas.microsoft.com/office/drawing/2014/main" id="{3B62F053-DF25-E4D8-15CD-855D8186358E}"/>
                </a:ext>
              </a:extLst>
            </p:cNvPr>
            <p:cNvCxnSpPr>
              <a:cxnSpLocks/>
              <a:stCxn id="5" idx="3"/>
              <a:endCxn id="35" idx="1"/>
            </p:cNvCxnSpPr>
            <p:nvPr/>
          </p:nvCxnSpPr>
          <p:spPr>
            <a:xfrm flipV="1">
              <a:off x="2283522" y="643701"/>
              <a:ext cx="1984403" cy="2032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779C7B8-8DC9-DC98-08F8-4DF29D9B6B86}"/>
                </a:ext>
              </a:extLst>
            </p:cNvPr>
            <p:cNvCxnSpPr>
              <a:cxnSpLocks/>
              <a:stCxn id="5" idx="3"/>
              <a:endCxn id="37" idx="1"/>
            </p:cNvCxnSpPr>
            <p:nvPr/>
          </p:nvCxnSpPr>
          <p:spPr>
            <a:xfrm flipV="1">
              <a:off x="2283522" y="1081166"/>
              <a:ext cx="1968669" cy="1595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44D65A1-E23F-865A-E821-D3C7E4BDC0D2}"/>
                </a:ext>
              </a:extLst>
            </p:cNvPr>
            <p:cNvCxnSpPr>
              <a:cxnSpLocks/>
              <a:stCxn id="5" idx="3"/>
              <a:endCxn id="40" idx="1"/>
            </p:cNvCxnSpPr>
            <p:nvPr/>
          </p:nvCxnSpPr>
          <p:spPr>
            <a:xfrm flipV="1">
              <a:off x="2283522" y="1454830"/>
              <a:ext cx="1984403" cy="1221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2253F30-9E91-2209-9B24-8BF7101118DD}"/>
                </a:ext>
              </a:extLst>
            </p:cNvPr>
            <p:cNvCxnSpPr>
              <a:cxnSpLocks/>
              <a:stCxn id="5" idx="3"/>
              <a:endCxn id="41" idx="1"/>
            </p:cNvCxnSpPr>
            <p:nvPr/>
          </p:nvCxnSpPr>
          <p:spPr>
            <a:xfrm flipV="1">
              <a:off x="2283522" y="1841532"/>
              <a:ext cx="1984403" cy="834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C667FED-2D82-0176-C608-30A8898FD594}"/>
                </a:ext>
              </a:extLst>
            </p:cNvPr>
            <p:cNvSpPr txBox="1"/>
            <p:nvPr/>
          </p:nvSpPr>
          <p:spPr>
            <a:xfrm>
              <a:off x="4267925" y="489812"/>
              <a:ext cx="827061" cy="307777"/>
            </a:xfrm>
            <a:prstGeom prst="rect">
              <a:avLst/>
            </a:prstGeom>
            <a:noFill/>
          </p:spPr>
          <p:txBody>
            <a:bodyPr wrap="square" rtlCol="0">
              <a:spAutoFit/>
            </a:bodyPr>
            <a:lstStyle/>
            <a:p>
              <a:r>
                <a:rPr lang="en-US" dirty="0">
                  <a:latin typeface="Bahnschrift" panose="020B0502040204020203" pitchFamily="34" charset="0"/>
                </a:rPr>
                <a:t>DNS</a:t>
              </a:r>
            </a:p>
          </p:txBody>
        </p:sp>
        <p:sp>
          <p:nvSpPr>
            <p:cNvPr id="37" name="TextBox 36">
              <a:extLst>
                <a:ext uri="{FF2B5EF4-FFF2-40B4-BE49-F238E27FC236}">
                  <a16:creationId xmlns:a16="http://schemas.microsoft.com/office/drawing/2014/main" id="{8BF17680-7D25-843F-E069-CBDCD5AED707}"/>
                </a:ext>
              </a:extLst>
            </p:cNvPr>
            <p:cNvSpPr txBox="1"/>
            <p:nvPr/>
          </p:nvSpPr>
          <p:spPr>
            <a:xfrm>
              <a:off x="4252191" y="927277"/>
              <a:ext cx="827061" cy="307777"/>
            </a:xfrm>
            <a:prstGeom prst="rect">
              <a:avLst/>
            </a:prstGeom>
            <a:noFill/>
          </p:spPr>
          <p:txBody>
            <a:bodyPr wrap="square" rtlCol="0">
              <a:spAutoFit/>
            </a:bodyPr>
            <a:lstStyle/>
            <a:p>
              <a:r>
                <a:rPr lang="en-US" dirty="0">
                  <a:latin typeface="Bahnschrift" panose="020B0502040204020203" pitchFamily="34" charset="0"/>
                </a:rPr>
                <a:t>LDAP</a:t>
              </a:r>
            </a:p>
          </p:txBody>
        </p:sp>
        <p:sp>
          <p:nvSpPr>
            <p:cNvPr id="38" name="TextBox 37">
              <a:extLst>
                <a:ext uri="{FF2B5EF4-FFF2-40B4-BE49-F238E27FC236}">
                  <a16:creationId xmlns:a16="http://schemas.microsoft.com/office/drawing/2014/main" id="{D0163CD3-31B9-960F-0BC0-13B345C26114}"/>
                </a:ext>
              </a:extLst>
            </p:cNvPr>
            <p:cNvSpPr txBox="1"/>
            <p:nvPr/>
          </p:nvSpPr>
          <p:spPr>
            <a:xfrm>
              <a:off x="4262087" y="3105609"/>
              <a:ext cx="827061" cy="307777"/>
            </a:xfrm>
            <a:prstGeom prst="rect">
              <a:avLst/>
            </a:prstGeom>
            <a:noFill/>
          </p:spPr>
          <p:txBody>
            <a:bodyPr wrap="square" rtlCol="0">
              <a:spAutoFit/>
            </a:bodyPr>
            <a:lstStyle/>
            <a:p>
              <a:r>
                <a:rPr lang="en-US" dirty="0">
                  <a:latin typeface="Bahnschrift" panose="020B0502040204020203" pitchFamily="34" charset="0"/>
                </a:rPr>
                <a:t>TFTP</a:t>
              </a:r>
            </a:p>
          </p:txBody>
        </p:sp>
        <p:sp>
          <p:nvSpPr>
            <p:cNvPr id="39" name="TextBox 38">
              <a:extLst>
                <a:ext uri="{FF2B5EF4-FFF2-40B4-BE49-F238E27FC236}">
                  <a16:creationId xmlns:a16="http://schemas.microsoft.com/office/drawing/2014/main" id="{BDF25AC4-6D59-81D2-8E82-CE54E157F29B}"/>
                </a:ext>
              </a:extLst>
            </p:cNvPr>
            <p:cNvSpPr txBox="1"/>
            <p:nvPr/>
          </p:nvSpPr>
          <p:spPr>
            <a:xfrm>
              <a:off x="4262087" y="2721829"/>
              <a:ext cx="1049395" cy="307777"/>
            </a:xfrm>
            <a:prstGeom prst="rect">
              <a:avLst/>
            </a:prstGeom>
            <a:noFill/>
          </p:spPr>
          <p:txBody>
            <a:bodyPr wrap="square" rtlCol="0">
              <a:spAutoFit/>
            </a:bodyPr>
            <a:lstStyle/>
            <a:p>
              <a:r>
                <a:rPr lang="en-US" dirty="0" err="1">
                  <a:latin typeface="Bahnschrift" panose="020B0502040204020203" pitchFamily="34" charset="0"/>
                </a:rPr>
                <a:t>Portmap</a:t>
              </a:r>
              <a:endParaRPr lang="en-US" dirty="0">
                <a:latin typeface="Bahnschrift" panose="020B0502040204020203" pitchFamily="34" charset="0"/>
              </a:endParaRPr>
            </a:p>
          </p:txBody>
        </p:sp>
        <p:sp>
          <p:nvSpPr>
            <p:cNvPr id="40" name="TextBox 39">
              <a:extLst>
                <a:ext uri="{FF2B5EF4-FFF2-40B4-BE49-F238E27FC236}">
                  <a16:creationId xmlns:a16="http://schemas.microsoft.com/office/drawing/2014/main" id="{85850F97-7D13-E927-80EE-55A9CDB904C5}"/>
                </a:ext>
              </a:extLst>
            </p:cNvPr>
            <p:cNvSpPr txBox="1"/>
            <p:nvPr/>
          </p:nvSpPr>
          <p:spPr>
            <a:xfrm>
              <a:off x="4267925" y="1300941"/>
              <a:ext cx="827061" cy="307777"/>
            </a:xfrm>
            <a:prstGeom prst="rect">
              <a:avLst/>
            </a:prstGeom>
            <a:noFill/>
          </p:spPr>
          <p:txBody>
            <a:bodyPr wrap="square" rtlCol="0">
              <a:spAutoFit/>
            </a:bodyPr>
            <a:lstStyle/>
            <a:p>
              <a:r>
                <a:rPr lang="en-US" dirty="0">
                  <a:latin typeface="Bahnschrift" panose="020B0502040204020203" pitchFamily="34" charset="0"/>
                </a:rPr>
                <a:t>SNMP</a:t>
              </a:r>
            </a:p>
          </p:txBody>
        </p:sp>
        <p:sp>
          <p:nvSpPr>
            <p:cNvPr id="41" name="TextBox 40">
              <a:extLst>
                <a:ext uri="{FF2B5EF4-FFF2-40B4-BE49-F238E27FC236}">
                  <a16:creationId xmlns:a16="http://schemas.microsoft.com/office/drawing/2014/main" id="{086A4AB6-80FA-A17E-C265-82D2E69AA45E}"/>
                </a:ext>
              </a:extLst>
            </p:cNvPr>
            <p:cNvSpPr txBox="1"/>
            <p:nvPr/>
          </p:nvSpPr>
          <p:spPr>
            <a:xfrm>
              <a:off x="4267925" y="1687643"/>
              <a:ext cx="1624750" cy="307777"/>
            </a:xfrm>
            <a:prstGeom prst="rect">
              <a:avLst/>
            </a:prstGeom>
            <a:noFill/>
          </p:spPr>
          <p:txBody>
            <a:bodyPr wrap="square" rtlCol="0">
              <a:spAutoFit/>
            </a:bodyPr>
            <a:lstStyle/>
            <a:p>
              <a:r>
                <a:rPr lang="en-US" dirty="0">
                  <a:latin typeface="Bahnschrift" panose="020B0502040204020203" pitchFamily="34" charset="0"/>
                </a:rPr>
                <a:t>NetBIOS</a:t>
              </a:r>
            </a:p>
          </p:txBody>
        </p:sp>
        <p:sp>
          <p:nvSpPr>
            <p:cNvPr id="42" name="TextBox 41">
              <a:extLst>
                <a:ext uri="{FF2B5EF4-FFF2-40B4-BE49-F238E27FC236}">
                  <a16:creationId xmlns:a16="http://schemas.microsoft.com/office/drawing/2014/main" id="{C0FB7225-93F4-ABAE-20CE-6C5C105A7F91}"/>
                </a:ext>
              </a:extLst>
            </p:cNvPr>
            <p:cNvSpPr txBox="1"/>
            <p:nvPr/>
          </p:nvSpPr>
          <p:spPr>
            <a:xfrm>
              <a:off x="4262087" y="2438884"/>
              <a:ext cx="827061" cy="307777"/>
            </a:xfrm>
            <a:prstGeom prst="rect">
              <a:avLst/>
            </a:prstGeom>
            <a:noFill/>
          </p:spPr>
          <p:txBody>
            <a:bodyPr wrap="square" rtlCol="0">
              <a:spAutoFit/>
            </a:bodyPr>
            <a:lstStyle/>
            <a:p>
              <a:r>
                <a:rPr lang="en-US" dirty="0">
                  <a:latin typeface="Bahnschrift" panose="020B0502040204020203" pitchFamily="34" charset="0"/>
                </a:rPr>
                <a:t>NTP</a:t>
              </a:r>
            </a:p>
          </p:txBody>
        </p:sp>
        <p:sp>
          <p:nvSpPr>
            <p:cNvPr id="43" name="TextBox 42">
              <a:extLst>
                <a:ext uri="{FF2B5EF4-FFF2-40B4-BE49-F238E27FC236}">
                  <a16:creationId xmlns:a16="http://schemas.microsoft.com/office/drawing/2014/main" id="{F7F2442D-7D53-3F41-BBD0-A72F4CFA136D}"/>
                </a:ext>
              </a:extLst>
            </p:cNvPr>
            <p:cNvSpPr txBox="1"/>
            <p:nvPr/>
          </p:nvSpPr>
          <p:spPr>
            <a:xfrm>
              <a:off x="4262088" y="2062064"/>
              <a:ext cx="827061" cy="307777"/>
            </a:xfrm>
            <a:prstGeom prst="rect">
              <a:avLst/>
            </a:prstGeom>
            <a:noFill/>
          </p:spPr>
          <p:txBody>
            <a:bodyPr wrap="square" rtlCol="0">
              <a:spAutoFit/>
            </a:bodyPr>
            <a:lstStyle/>
            <a:p>
              <a:r>
                <a:rPr lang="en-US" dirty="0">
                  <a:latin typeface="Bahnschrift" panose="020B0502040204020203" pitchFamily="34" charset="0"/>
                </a:rPr>
                <a:t>MSSQL</a:t>
              </a:r>
            </a:p>
          </p:txBody>
        </p:sp>
        <p:sp>
          <p:nvSpPr>
            <p:cNvPr id="44" name="TextBox 43">
              <a:extLst>
                <a:ext uri="{FF2B5EF4-FFF2-40B4-BE49-F238E27FC236}">
                  <a16:creationId xmlns:a16="http://schemas.microsoft.com/office/drawing/2014/main" id="{6A72021F-2AA5-A495-BC79-5BEC6FCB7CB9}"/>
                </a:ext>
              </a:extLst>
            </p:cNvPr>
            <p:cNvSpPr txBox="1"/>
            <p:nvPr/>
          </p:nvSpPr>
          <p:spPr>
            <a:xfrm>
              <a:off x="4252191" y="4154833"/>
              <a:ext cx="1354544" cy="307777"/>
            </a:xfrm>
            <a:prstGeom prst="rect">
              <a:avLst/>
            </a:prstGeom>
            <a:noFill/>
          </p:spPr>
          <p:txBody>
            <a:bodyPr wrap="square" rtlCol="0">
              <a:spAutoFit/>
            </a:bodyPr>
            <a:lstStyle/>
            <a:p>
              <a:r>
                <a:rPr lang="en-US" dirty="0">
                  <a:latin typeface="Bahnschrift" panose="020B0502040204020203" pitchFamily="34" charset="0"/>
                </a:rPr>
                <a:t>UDP-Lag</a:t>
              </a:r>
            </a:p>
          </p:txBody>
        </p:sp>
        <p:sp>
          <p:nvSpPr>
            <p:cNvPr id="45" name="TextBox 44">
              <a:extLst>
                <a:ext uri="{FF2B5EF4-FFF2-40B4-BE49-F238E27FC236}">
                  <a16:creationId xmlns:a16="http://schemas.microsoft.com/office/drawing/2014/main" id="{E10B492B-C297-3968-5132-E9D6181D8687}"/>
                </a:ext>
              </a:extLst>
            </p:cNvPr>
            <p:cNvSpPr txBox="1"/>
            <p:nvPr/>
          </p:nvSpPr>
          <p:spPr>
            <a:xfrm>
              <a:off x="4262087" y="3812911"/>
              <a:ext cx="1240592" cy="307777"/>
            </a:xfrm>
            <a:prstGeom prst="rect">
              <a:avLst/>
            </a:prstGeom>
            <a:noFill/>
          </p:spPr>
          <p:txBody>
            <a:bodyPr wrap="square" rtlCol="0">
              <a:spAutoFit/>
            </a:bodyPr>
            <a:lstStyle/>
            <a:p>
              <a:r>
                <a:rPr lang="en-US" dirty="0">
                  <a:latin typeface="Bahnschrift" panose="020B0502040204020203" pitchFamily="34" charset="0"/>
                </a:rPr>
                <a:t>UDP Flood</a:t>
              </a:r>
            </a:p>
          </p:txBody>
        </p:sp>
        <p:sp>
          <p:nvSpPr>
            <p:cNvPr id="46" name="TextBox 45">
              <a:extLst>
                <a:ext uri="{FF2B5EF4-FFF2-40B4-BE49-F238E27FC236}">
                  <a16:creationId xmlns:a16="http://schemas.microsoft.com/office/drawing/2014/main" id="{B89ACC7E-4820-3643-CE4F-3EB09F190311}"/>
                </a:ext>
              </a:extLst>
            </p:cNvPr>
            <p:cNvSpPr txBox="1"/>
            <p:nvPr/>
          </p:nvSpPr>
          <p:spPr>
            <a:xfrm>
              <a:off x="4252191" y="3465917"/>
              <a:ext cx="1240592" cy="307777"/>
            </a:xfrm>
            <a:prstGeom prst="rect">
              <a:avLst/>
            </a:prstGeom>
            <a:noFill/>
          </p:spPr>
          <p:txBody>
            <a:bodyPr wrap="square" rtlCol="0">
              <a:spAutoFit/>
            </a:bodyPr>
            <a:lstStyle/>
            <a:p>
              <a:r>
                <a:rPr lang="en-US" dirty="0">
                  <a:latin typeface="Bahnschrift" panose="020B0502040204020203" pitchFamily="34" charset="0"/>
                </a:rPr>
                <a:t>SYN Flood</a:t>
              </a:r>
            </a:p>
          </p:txBody>
        </p:sp>
        <p:cxnSp>
          <p:nvCxnSpPr>
            <p:cNvPr id="51" name="Straight Arrow Connector 50">
              <a:extLst>
                <a:ext uri="{FF2B5EF4-FFF2-40B4-BE49-F238E27FC236}">
                  <a16:creationId xmlns:a16="http://schemas.microsoft.com/office/drawing/2014/main" id="{D2D57E8A-4609-9B8D-0014-A3BDA16D9425}"/>
                </a:ext>
              </a:extLst>
            </p:cNvPr>
            <p:cNvCxnSpPr>
              <a:cxnSpLocks/>
              <a:stCxn id="5" idx="3"/>
              <a:endCxn id="43" idx="1"/>
            </p:cNvCxnSpPr>
            <p:nvPr/>
          </p:nvCxnSpPr>
          <p:spPr>
            <a:xfrm flipV="1">
              <a:off x="2283522" y="2215953"/>
              <a:ext cx="1978566" cy="4602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AF64C972-D426-A8EA-C33F-482C32677B1B}"/>
                </a:ext>
              </a:extLst>
            </p:cNvPr>
            <p:cNvCxnSpPr>
              <a:cxnSpLocks/>
              <a:stCxn id="5" idx="3"/>
              <a:endCxn id="42" idx="1"/>
            </p:cNvCxnSpPr>
            <p:nvPr/>
          </p:nvCxnSpPr>
          <p:spPr>
            <a:xfrm flipV="1">
              <a:off x="2283522" y="2592773"/>
              <a:ext cx="1978565" cy="83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6F7698DA-70C4-D345-6C0B-7C776345D18A}"/>
                </a:ext>
              </a:extLst>
            </p:cNvPr>
            <p:cNvCxnSpPr>
              <a:cxnSpLocks/>
              <a:stCxn id="5" idx="3"/>
              <a:endCxn id="39" idx="1"/>
            </p:cNvCxnSpPr>
            <p:nvPr/>
          </p:nvCxnSpPr>
          <p:spPr>
            <a:xfrm>
              <a:off x="2283522" y="2676169"/>
              <a:ext cx="1978565" cy="199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58808329-8581-591C-FE80-8EC9C158E53C}"/>
                </a:ext>
              </a:extLst>
            </p:cNvPr>
            <p:cNvCxnSpPr>
              <a:cxnSpLocks/>
              <a:stCxn id="5" idx="3"/>
              <a:endCxn id="38" idx="1"/>
            </p:cNvCxnSpPr>
            <p:nvPr/>
          </p:nvCxnSpPr>
          <p:spPr>
            <a:xfrm>
              <a:off x="2283522" y="2676169"/>
              <a:ext cx="1978565" cy="5833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E711666-6B58-560A-6F8A-66767E86F5EF}"/>
                </a:ext>
              </a:extLst>
            </p:cNvPr>
            <p:cNvCxnSpPr>
              <a:cxnSpLocks/>
              <a:endCxn id="46" idx="1"/>
            </p:cNvCxnSpPr>
            <p:nvPr/>
          </p:nvCxnSpPr>
          <p:spPr>
            <a:xfrm>
              <a:off x="2293418" y="2662946"/>
              <a:ext cx="1958773" cy="956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1" name="Straight Arrow Connector 670">
              <a:extLst>
                <a:ext uri="{FF2B5EF4-FFF2-40B4-BE49-F238E27FC236}">
                  <a16:creationId xmlns:a16="http://schemas.microsoft.com/office/drawing/2014/main" id="{EABC2CCE-F7F0-06C0-DB6C-5124878F0CD0}"/>
                </a:ext>
              </a:extLst>
            </p:cNvPr>
            <p:cNvCxnSpPr>
              <a:cxnSpLocks/>
              <a:endCxn id="45" idx="1"/>
            </p:cNvCxnSpPr>
            <p:nvPr/>
          </p:nvCxnSpPr>
          <p:spPr>
            <a:xfrm>
              <a:off x="2293417" y="2662945"/>
              <a:ext cx="1968670" cy="13038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4" name="Straight Arrow Connector 673">
              <a:extLst>
                <a:ext uri="{FF2B5EF4-FFF2-40B4-BE49-F238E27FC236}">
                  <a16:creationId xmlns:a16="http://schemas.microsoft.com/office/drawing/2014/main" id="{3457DF65-F42F-01D5-F636-8CA6A5415761}"/>
                </a:ext>
              </a:extLst>
            </p:cNvPr>
            <p:cNvCxnSpPr>
              <a:cxnSpLocks/>
              <a:stCxn id="5" idx="3"/>
              <a:endCxn id="44" idx="1"/>
            </p:cNvCxnSpPr>
            <p:nvPr/>
          </p:nvCxnSpPr>
          <p:spPr>
            <a:xfrm>
              <a:off x="2283522" y="2676169"/>
              <a:ext cx="1968669" cy="1632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962720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678"/>
                                        </p:tgtEl>
                                        <p:attrNameLst>
                                          <p:attrName>style.visibility</p:attrName>
                                        </p:attrNameLst>
                                      </p:cBhvr>
                                      <p:to>
                                        <p:strVal val="visible"/>
                                      </p:to>
                                    </p:set>
                                    <p:animEffect transition="in" filter="barn(inVertical)">
                                      <p:cBhvr>
                                        <p:cTn id="7" dur="1000"/>
                                        <p:tgtEl>
                                          <p:spTgt spid="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143693A3-1A87-6E2A-E773-6D3EEF5E667C}"/>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3DF5120B-F181-1DB4-9133-4E6B16681B40}"/>
              </a:ext>
            </a:extLst>
          </p:cNvPr>
          <p:cNvSpPr txBox="1">
            <a:spLocks noGrp="1"/>
          </p:cNvSpPr>
          <p:nvPr>
            <p:ph type="title"/>
          </p:nvPr>
        </p:nvSpPr>
        <p:spPr>
          <a:xfrm>
            <a:off x="-955968" y="0"/>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42205339-5C04-7329-D68F-3F0D745140BF}"/>
              </a:ext>
            </a:extLst>
          </p:cNvPr>
          <p:cNvSpPr txBox="1">
            <a:spLocks noGrp="1"/>
          </p:cNvSpPr>
          <p:nvPr>
            <p:ph type="title" idx="2"/>
          </p:nvPr>
        </p:nvSpPr>
        <p:spPr>
          <a:xfrm>
            <a:off x="0" y="0"/>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grpSp>
        <p:nvGrpSpPr>
          <p:cNvPr id="445" name="Google Shape;445;p31">
            <a:extLst>
              <a:ext uri="{FF2B5EF4-FFF2-40B4-BE49-F238E27FC236}">
                <a16:creationId xmlns:a16="http://schemas.microsoft.com/office/drawing/2014/main" id="{82F60D09-D525-57D7-C5AA-93C618EA35EE}"/>
              </a:ext>
            </a:extLst>
          </p:cNvPr>
          <p:cNvGrpSpPr/>
          <p:nvPr/>
        </p:nvGrpSpPr>
        <p:grpSpPr>
          <a:xfrm flipH="1">
            <a:off x="6995075" y="3099425"/>
            <a:ext cx="2008513" cy="2044060"/>
            <a:chOff x="179950" y="3099425"/>
            <a:chExt cx="2008513" cy="2044060"/>
          </a:xfrm>
        </p:grpSpPr>
        <p:sp>
          <p:nvSpPr>
            <p:cNvPr id="446" name="Google Shape;446;p31">
              <a:extLst>
                <a:ext uri="{FF2B5EF4-FFF2-40B4-BE49-F238E27FC236}">
                  <a16:creationId xmlns:a16="http://schemas.microsoft.com/office/drawing/2014/main" id="{2580A873-6B89-0A6E-0CC4-81C63632F520}"/>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BAB995F2-A3E0-0D80-527B-8D372A4F8F82}"/>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FAD92099-1398-B799-F0D7-890427A1514A}"/>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0C408B96-E75F-1A91-D56A-8A89EC618201}"/>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D052DB02-9FAC-424F-09A0-0AD7599E6521}"/>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347412D3-BD93-16A5-E981-DAFABE158D41}"/>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E38FA11C-275B-FF65-D7FC-EFD7B8E6AEDF}"/>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A2E358DD-8733-EB6D-ABA6-79448EF1A6B3}"/>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A7280388-DD20-B485-F2A1-43A35F1BCFE2}"/>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2006650E-B359-7302-BECC-854AB3ACDFF7}"/>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7C4CCBB7-FAA7-7193-0021-0464684DA332}"/>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77A2F129-B6B8-D8B0-4935-31668ABC76C0}"/>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3D2A7753-96CE-0837-4D3C-463314F98DDA}"/>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CC138C1F-D3CB-9FDD-74FB-5E1C49AE4845}"/>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6A3ACA1F-F695-66CB-16AC-DA6528D2BB96}"/>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6099EB9E-AF65-C4AB-A16E-3485A698CA4D}"/>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00C9F529-10A1-E7E7-78EA-F5A7294886F0}"/>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3AE8F19D-6F45-A414-5F4F-C2AF325F706A}"/>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749E5E20-AE72-3ED3-B991-C0C4A00F5F26}"/>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F32DDCA5-C626-1512-7A53-57CC195B2B24}"/>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CB3D9770-4672-B951-2631-B5263BFF168F}"/>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0C570558-92E2-E041-DF66-C3A8359665B9}"/>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11BCDD43-C209-AD37-BC0F-8BE0DB6766CD}"/>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503D82C4-D320-2B4B-D880-17E4726A6657}"/>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F84B15D3-ECC8-5C87-4102-7894D2410378}"/>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DBDDEDEE-B504-D1B8-F9E1-993DB3C7481D}"/>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C20AC2DA-621E-0D95-1FC7-6271AA9CDC91}"/>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76C7F752-A1FE-8D9A-CD97-43380FA9CF9C}"/>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B2174B50-845E-5D24-0B6B-48C9678E48E6}"/>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FA68974E-218F-DFBC-AEC0-0DF389C86B2E}"/>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BE3CA7ED-5491-E907-E8A1-854AA951F0C7}"/>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03DBBA90-14FE-E232-6202-6F014B7A98FA}"/>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BAEA1C1B-0E61-5D6F-F5F7-B5B550750B58}"/>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6952C071-51E6-368A-9DE9-86993DEC32EA}"/>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DBAEE443-6186-1DC0-EE36-60B28D5CA1B6}"/>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97924890-6553-33A2-C465-5FA93A7B58C3}"/>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7655D331-0853-22FD-3B27-952302C4F97D}"/>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67B0EF33-79C7-58DF-390D-28D02A9EEA9F}"/>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61E0DCA2-1229-7201-A765-4B2B986EA895}"/>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323775E4-DFDC-9D88-C3F6-104019020D02}"/>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846E954D-397F-EE9A-669D-96B092280466}"/>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4088765D-DE93-FC08-5B8E-DEA5E2E0177C}"/>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6C5F4968-E16C-1FDD-F7E2-B68421304893}"/>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F4FC55A6-4369-2D54-1E2F-D4E299814FC3}"/>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ECFB26DD-5ABC-1F11-F274-167F7668C958}"/>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4828D926-3D64-2A61-01B9-C5DD36F89888}"/>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9FE8024F-C540-54EF-6361-E8348C1F7E82}"/>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FD7B239B-13AF-5A11-9752-101BDB7FE508}"/>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96F14D49-F601-0310-9E4B-29A88E4DA581}"/>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7590425A-AEF8-7DA3-0317-D993233B80D6}"/>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9ABBEBF8-0F2D-ECFD-84FF-A521CB6C0D6D}"/>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51F02494-605E-217B-4DDD-822DAA126D2B}"/>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96ED6519-1098-6285-F798-61EA58656B79}"/>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FA1B4A23-4369-57B1-422B-FB30B87CA468}"/>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8339D796-541E-A078-4E7D-2DB11B3BF337}"/>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49682A11-9E83-31C6-4F80-1E8FD66E5A43}"/>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21B229C1-B95C-8002-4393-E7C2925757DA}"/>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9D0E027D-40B2-4F2C-09C0-B2AECBB1B9A7}"/>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798F9146-DFF3-5C37-D338-1A59FF62EC02}"/>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E21F76EA-4F14-DA8A-9830-E0539F1A2A7E}"/>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AA855AA8-4CBA-C0DC-99AF-C55DFFCE8036}"/>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162FE3EC-D3EB-9FDA-9E70-5A5BCE850C83}"/>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CEAB2403-B017-5C92-3C09-B755F9325FAA}"/>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6DDF17BE-BDE4-F374-4F4A-9FA39EA9AF72}"/>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6AD8987B-ED2F-2683-1C02-986F5BBBB7D8}"/>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1C0FF228-5EA4-CEEC-8F91-CD93D7817F7A}"/>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DBBAF6A1-9A30-4523-1050-C0E17B688C26}"/>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77231A7C-E18E-8A4A-53F6-AEB94A6B5382}"/>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19C04BD1-6055-C8EE-9230-CC59C42722C7}"/>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493E6899-5AB1-B2A3-08B5-92D1998DC5CE}"/>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6CA8F12F-CA25-A5A3-B474-D28948760419}"/>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B7A96FA7-C421-868F-D23D-75D001ECE1E8}"/>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BD48706A-4F20-1033-8899-15D0EFB65E97}"/>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57DC7F7A-73D9-DA0E-FDF4-E99E20E9F611}"/>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E506F0C2-7E00-9265-D02D-F1ED61C7A95B}"/>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5EE95B51-2C1D-4789-3DD3-B95B3B25C969}"/>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4BB4A9CA-1957-47DA-85C2-2773EA956129}"/>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5E0ED980-E047-03E4-1615-5C5CDAADC955}"/>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F65D05D1-B1C5-A910-4B5F-E5854316882F}"/>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D874F8FC-CB68-EDA5-9DD0-B9A9664E6A2A}"/>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2FB4E264-8205-E082-A743-A51E47403D72}"/>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EE866682-A9C4-DFFA-1AA3-5223FB175AB8}"/>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D97748C0-ABEC-1310-E30A-06F56AF9FE2D}"/>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E3EB0607-CB8D-5E3D-07BA-340DFFA1C44E}"/>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2D17C77F-BB5E-7D43-45F5-73FF05E28DF8}"/>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6A634AD0-404E-9FD3-BC08-F193D11CB5C8}"/>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DE1CB40B-7143-1AEA-9A70-DD41AF042BD0}"/>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EBFD4F70-D442-B4B8-9B6D-C477C74B99F0}"/>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E6AF2236-DBDA-88F9-973F-183AAE1F66CE}"/>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09522B70-41D1-7052-DCF1-6405F6274478}"/>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8275A8F8-8D54-D800-5AD3-55D094319AF4}"/>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977DA0BD-0391-7E0E-E305-909A9E2563AB}"/>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8BBD4AE2-FE10-2C57-B322-D794828B04C3}"/>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9E243543-4F04-E805-3023-8C0F741C12ED}"/>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4F5E63F5-E644-7475-645E-975542731477}"/>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3899F706-6B1A-8C0C-A232-1F9167350660}"/>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E9C3CC63-E870-8B02-8960-C260E48F112F}"/>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6BC6C750-509A-8985-84E2-01CD43496A5A}"/>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3EA266B1-F524-A846-663D-924D24DD9014}"/>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CA33625D-7520-3D73-DDE2-B39203DEF958}"/>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0307B950-C10C-C43D-74DB-682F9A88E150}"/>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1D5F56A3-4CEC-BD58-ABA9-AAD6C26ADF94}"/>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E2176652-1C26-88D5-3F02-2AE46963F334}"/>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247AA1FB-DC4D-FA66-1347-6A0AD06D1B78}"/>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035173DF-1C17-5ECF-A6D0-BA5422464522}"/>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13B53328-18C5-1CB7-E28B-97388DB56AFF}"/>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B9B68A0C-853A-6F3F-CA57-781F3FB0045E}"/>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46445CF7-8149-075D-7A9D-CDEAE515C5CE}"/>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C09E8DD0-0273-9D90-8054-B08A5055A095}"/>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1816F154-42AB-464A-04DE-E47BE1204A27}"/>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1DDBAAC2-AF24-CC36-3DF5-BCA8496D33BF}"/>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4E75444F-FD8A-D100-0F49-18CA2955C061}"/>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E3C9E109-9FAD-43DB-2D6B-39994EBC6871}"/>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4C757C6E-DEB6-7350-28C3-CDC653717EA7}"/>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6C8CF8B8-29E3-495E-7978-8ECD8721FBD8}"/>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37A62B38-BCE9-29A9-0773-4A7390F8C022}"/>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B97FBFBE-15B1-8F1C-5140-BF8AC4615CCA}"/>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F592FEE6-2AF0-038A-E221-EDEF5853A80F}"/>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CFF21539-67CD-3617-E3ED-69C1EBB1479F}"/>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7B9CFD0C-6826-DAA4-1FDD-CD733FD7F2DD}"/>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AEF32A73-AADE-CDF8-070C-C04B985BCC2C}"/>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8843CD82-6544-4E51-F2CD-12C4F38B1E15}"/>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A9E828F6-BD22-F4ED-7F98-C3101393F2A0}"/>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5B21014B-60EB-2A7A-9A17-94BF80CD90CD}"/>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3F23C8B0-0F1E-1CBC-15C3-A52AB2094EE2}"/>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763A9190-894E-1F76-ABD6-BD0A2AA63A70}"/>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387FA921-0652-807F-0A44-5D7B07FC8CDE}"/>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85E1359C-7052-CAB9-AE08-67B4C4F12672}"/>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BED7E8BE-9006-0D44-02A6-EA8CF4D4EF7C}"/>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45D058A1-094D-9F35-9198-B3A579BDF2A3}"/>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0885E566-9282-058D-401B-B6AA5F90C959}"/>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A3F7ABCF-A211-DBD1-38FF-1CAFFEA78F5B}"/>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1B0BC6BD-3F09-D07A-D840-FF1D64736B2E}"/>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31575473-49A2-5A83-8032-AEC65F9DA59C}"/>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E0A106A7-A83E-CBC8-7CA8-A6BADB138A83}"/>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CECA76A1-6809-E721-C1B8-EE67672B3510}"/>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2752C244-4BDE-58B8-E944-C1A392C67FE7}"/>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8E310938-74FC-1FA6-D557-23A5BB44DF27}"/>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51C454D8-39B0-DA00-1514-D35C1D014E39}"/>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EDD711A8-9A7D-04D6-6922-8D58B49422A9}"/>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1EB1448D-D5EE-9FAE-B3BB-9AA3864544B3}"/>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99F9BBC9-5315-F3AB-7628-D5B9D395A8DD}"/>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1C0DA202-C656-2B6E-43B3-CF7E2165A939}"/>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2EDECFE9-6F8B-C45C-2DDF-BE57F0FC2387}"/>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D725D810-48F4-E7A8-B76F-3498022B17AB}"/>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94420E75-A431-6694-1AC7-521DDBF575B0}"/>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BDC1A9F0-21CB-9F76-967E-8F6A42D6E1B9}"/>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76BDFB77-8983-A79B-9AB4-FFC07AD1A1F2}"/>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2EF3353D-DC9D-F203-FC47-52F4088AD59A}"/>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50CC65A7-6268-24AE-A853-A434C509CA7E}"/>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4EE4DA3A-7FF8-72E6-1326-8FA99BF50950}"/>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94FC2E47-5A92-A100-EB08-D3D422EE70B8}"/>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4CCC40E4-9D6A-15AA-4048-7D26351FBD26}"/>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B6C5CC06-391C-0C9D-F468-162236A617E8}"/>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38A1FA0A-1EB8-ABD6-BA17-3431658210F9}"/>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853EBC6D-3B55-6874-BBF1-7695291A54B4}"/>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68D8102B-F40D-86C6-B9DD-B1FCCD938EA6}"/>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3C748683-BC70-B310-1D45-272022FDF378}"/>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B0861C0E-126C-C29D-D0B7-90455ABF5B2E}"/>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D939245F-6336-0FCF-A35E-44B83BA2341B}"/>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D4BC1B10-7F62-0F9A-5503-13AB2454091D}"/>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7CF3452C-BC36-6C10-0FF8-67125C0D67AE}"/>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C024C1A6-CA00-B66E-DD9E-C482CB2F6E66}"/>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9D0E4891-4DE3-6B6C-D339-15DE62BF4BC2}"/>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AD321E57-B903-CAA5-3BFE-61659E823447}"/>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406CCAD3-AA62-BCB2-AED1-02B3C8FEE4FF}"/>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0FE0132E-8A60-9FE3-135C-0CEF3E91806D}"/>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95132668-25B1-D003-B239-3627D9D9022A}"/>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B7AC9CC2-D318-5C36-54A0-8DE533261009}"/>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06757824-A491-F0CC-F465-7BEAFED58ACD}"/>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DF6E82B0-7E41-D3D6-49AB-8AC200DD9D2C}"/>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6C66FEE2-0E34-B265-1F5B-7A26372C1AC3}"/>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2508AD70-C4F8-2BE3-AF2A-D91A4461A0F8}"/>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3E8A274F-7DCB-3C34-07F3-46114F43BF85}"/>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5641F623-C862-3A61-FEE2-4FFC9AAA241E}"/>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FA878580-2697-5D66-740A-843712910E41}"/>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E69187E0-D636-E5AA-77C9-2530E3042DAB}"/>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E2C08D31-C487-7C71-41CD-0222D7F93A9E}"/>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43EAB961-7B97-A504-33BD-8CFFEAC412FD}"/>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AC8781EF-54BD-EDC7-3BFD-6B8D0710D432}"/>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C2A1591C-87C2-2281-DFF8-110F090938FF}"/>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CB6D4684-9CFD-D7AF-8AA9-050C9AD14E45}"/>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66DA96E3-BC12-9C9C-F60A-EE27B31A202F}"/>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B2CB9F65-860C-922E-BA4A-99F5D9C50114}"/>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96B301A4-0EA5-14E1-D776-E7D80D3E8A6A}"/>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8A84446B-A6FF-792A-AB65-196D4FE7D7A1}"/>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D4513B0B-03AD-0DCC-B47D-EC023AE070BE}"/>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DBC8F64D-1B64-E9F3-4764-034BE49AFF22}"/>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7F3C4CB6-1DDF-7131-FE10-F8C379308E4C}"/>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7022E88C-8A8A-48F5-E1D9-64355EC48857}"/>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B41BC780-89B6-118C-BDCC-B1BAEEF786B5}"/>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58E2016B-6F73-EF63-1935-7150E4D23240}"/>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C2C3D4DF-0FB2-093C-DF92-C6A07896D501}"/>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F9778413-3AAB-2088-0988-939794496A95}"/>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A8BBA8F2-5D61-5B32-AC72-2E35642D7756}"/>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6086490D-923E-9505-9E2A-614036509C77}"/>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531C06B1-F91E-E5F8-20A7-245EBBE67EDA}"/>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B8ABC5F3-2323-9CD1-9AC9-D5845A583DAA}"/>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D0F71AD9-4879-26EF-D5A0-814EA93C4601}"/>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D1891BE9-D390-6D31-3DFF-CC0544F534F1}"/>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FF90A562-FAF1-DAA7-3DBD-DBC5430A03E9}"/>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CD95C5DF-33CC-DDD1-0F8E-1B18B9D6D325}"/>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BCC7E422-3C19-B017-2B13-BF707B4EA0F2}"/>
              </a:ext>
            </a:extLst>
          </p:cNvPr>
          <p:cNvGrpSpPr/>
          <p:nvPr/>
        </p:nvGrpSpPr>
        <p:grpSpPr>
          <a:xfrm>
            <a:off x="-150972" y="644014"/>
            <a:ext cx="510276" cy="1011126"/>
            <a:chOff x="331179" y="148675"/>
            <a:chExt cx="557496" cy="1104693"/>
          </a:xfrm>
        </p:grpSpPr>
        <p:sp>
          <p:nvSpPr>
            <p:cNvPr id="649" name="Google Shape;649;p31">
              <a:extLst>
                <a:ext uri="{FF2B5EF4-FFF2-40B4-BE49-F238E27FC236}">
                  <a16:creationId xmlns:a16="http://schemas.microsoft.com/office/drawing/2014/main" id="{A0ECA2A6-8B99-B9A6-3CB1-23E87B9A2D6F}"/>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4C66F56A-9207-416E-0794-C6CA0C532D07}"/>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03385062-B1CA-FA55-8A0A-59F95420B249}"/>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39317A76-7ECC-85E7-E538-292DC4D3A6AF}"/>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E67458CE-68BE-4987-CD52-DA8D1747C646}"/>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00E11D1C-81FD-9262-69D8-C60F4DF4E37D}"/>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0617A995-97E9-1E1B-550A-9283C18A84FC}"/>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AB8BC968-C6CE-DD2D-8925-01AAFA5ABDB5}"/>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856436BB-6A3B-201B-7A71-8FA4C1F8C6D0}"/>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4310AA77-6773-6054-1C88-A26B7347C627}"/>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A9B71FD0-926B-67D9-5FA7-1F6940FA3BA8}"/>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A4B00A42-C913-15B4-2FC5-F3CF9FC91B9F}"/>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EF05678C-C93B-A2CE-56CD-FEB5A4517835}"/>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DC853F58-44A7-EE73-423C-C266D1A91F3E}"/>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B2DD06F2-5131-8ABE-2BC9-C792C8FE0C82}"/>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C002E45C-6360-3C55-7DA5-6B30A94DC7DF}"/>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934A7AA6-707E-5362-1800-C54D61A2FE25}"/>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E93A0014-914B-EA03-7117-09A2A0460EC4}"/>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C6299F0B-D6CF-B145-8EDB-0EDA9692E238}"/>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9078DCF1-36BD-1D5F-ADA7-B69A943D94D7}"/>
              </a:ext>
            </a:extLst>
          </p:cNvPr>
          <p:cNvSpPr txBox="1"/>
          <p:nvPr/>
        </p:nvSpPr>
        <p:spPr>
          <a:xfrm>
            <a:off x="-5539422" y="687911"/>
            <a:ext cx="5061438" cy="307777"/>
          </a:xfrm>
          <a:prstGeom prst="rect">
            <a:avLst/>
          </a:prstGeom>
          <a:noFill/>
        </p:spPr>
        <p:txBody>
          <a:bodyPr wrap="square">
            <a:spAutoFit/>
          </a:bodyPr>
          <a:lstStyle/>
          <a:p>
            <a:r>
              <a:rPr lang="en-US" dirty="0">
                <a:latin typeface="Bahnschrift SemiBold Condensed" panose="020B0502040204020203" pitchFamily="34" charset="0"/>
              </a:rPr>
              <a:t>1. </a:t>
            </a:r>
            <a:r>
              <a:rPr lang="en-US" dirty="0" err="1">
                <a:latin typeface="Bahnschrift SemiBold Condensed" panose="020B0502040204020203" pitchFamily="34" charset="0"/>
              </a:rPr>
              <a:t>Bức</a:t>
            </a:r>
            <a:r>
              <a:rPr lang="en-US" dirty="0">
                <a:latin typeface="Bahnschrift SemiBold Condensed" panose="020B0502040204020203" pitchFamily="34" charset="0"/>
              </a:rPr>
              <a:t> </a:t>
            </a:r>
            <a:r>
              <a:rPr lang="en-US" dirty="0" err="1">
                <a:latin typeface="Bahnschrift SemiBold Condensed" panose="020B0502040204020203" pitchFamily="34" charset="0"/>
              </a:rPr>
              <a:t>tranh</a:t>
            </a:r>
            <a:r>
              <a:rPr lang="en-US" dirty="0">
                <a:latin typeface="Bahnschrift SemiBold Condensed" panose="020B0502040204020203" pitchFamily="34" charset="0"/>
              </a:rPr>
              <a:t> An </a:t>
            </a:r>
            <a:r>
              <a:rPr lang="en-US" dirty="0" err="1">
                <a:latin typeface="Bahnschrift SemiBold Condensed" panose="020B0502040204020203" pitchFamily="34" charset="0"/>
              </a:rPr>
              <a:t>ninh</a:t>
            </a:r>
            <a:r>
              <a:rPr lang="en-US" dirty="0">
                <a:latin typeface="Bahnschrift SemiBold Condensed" panose="020B0502040204020203" pitchFamily="34" charset="0"/>
              </a:rPr>
              <a:t> </a:t>
            </a:r>
            <a:r>
              <a:rPr lang="en-US" dirty="0" err="1">
                <a:latin typeface="Bahnschrift SemiBold Condensed" panose="020B0502040204020203" pitchFamily="34" charset="0"/>
              </a:rPr>
              <a:t>mạng</a:t>
            </a:r>
            <a:r>
              <a:rPr lang="en-US" dirty="0">
                <a:latin typeface="Bahnschrift SemiBold Condensed" panose="020B0502040204020203" pitchFamily="34" charset="0"/>
              </a:rPr>
              <a:t> &amp; DDoS (2025 - 2026)</a:t>
            </a:r>
          </a:p>
        </p:txBody>
      </p:sp>
      <p:sp>
        <p:nvSpPr>
          <p:cNvPr id="4" name="TextBox 3">
            <a:extLst>
              <a:ext uri="{FF2B5EF4-FFF2-40B4-BE49-F238E27FC236}">
                <a16:creationId xmlns:a16="http://schemas.microsoft.com/office/drawing/2014/main" id="{D761340B-10E3-ED96-181D-A37BA77ABED4}"/>
              </a:ext>
            </a:extLst>
          </p:cNvPr>
          <p:cNvSpPr txBox="1"/>
          <p:nvPr/>
        </p:nvSpPr>
        <p:spPr>
          <a:xfrm>
            <a:off x="-1536404" y="-1291673"/>
            <a:ext cx="5061438" cy="1169551"/>
          </a:xfrm>
          <a:prstGeom prst="rect">
            <a:avLst/>
          </a:prstGeom>
          <a:noFill/>
        </p:spPr>
        <p:txBody>
          <a:bodyPr wrap="square">
            <a:spAutoFit/>
          </a:bodyPr>
          <a:lstStyle/>
          <a:p>
            <a:r>
              <a:rPr lang="vi-VN" dirty="0">
                <a:latin typeface="Bahnschrift Light" panose="020B0502040204020203" pitchFamily="34" charset="0"/>
              </a:rPr>
              <a:t>Gia tăng bùng nổ: Tần suất tấn công DDoS toàn cầu và tại Việt Nam liên tục lập đỉnh mới (hàng triệu vụ/năm).</a:t>
            </a:r>
          </a:p>
          <a:p>
            <a:r>
              <a:rPr lang="vi-VN" dirty="0">
                <a:latin typeface="Bahnschrift Light" panose="020B0502040204020203" pitchFamily="34" charset="0"/>
              </a:rPr>
              <a:t>Vũ khí hóa AI &amp; Botnet: Ghi nhận khoảng 46% các vụ tấn công DDoS hiện nay có sự can thiệp của AI nhằm tự động hóa, chuyển hướng mục tiêu và lẩn tránh hệ thống phòng thủ.</a:t>
            </a:r>
            <a:endParaRPr lang="en-US" dirty="0">
              <a:latin typeface="Bahnschrift Light" panose="020B0502040204020203" pitchFamily="34" charset="0"/>
            </a:endParaRPr>
          </a:p>
        </p:txBody>
      </p:sp>
      <p:sp>
        <p:nvSpPr>
          <p:cNvPr id="6" name="TextBox 5">
            <a:extLst>
              <a:ext uri="{FF2B5EF4-FFF2-40B4-BE49-F238E27FC236}">
                <a16:creationId xmlns:a16="http://schemas.microsoft.com/office/drawing/2014/main" id="{300F9F5F-C9FA-630F-C234-186084696573}"/>
              </a:ext>
            </a:extLst>
          </p:cNvPr>
          <p:cNvSpPr txBox="1"/>
          <p:nvPr/>
        </p:nvSpPr>
        <p:spPr>
          <a:xfrm>
            <a:off x="2265810" y="845399"/>
            <a:ext cx="5061438" cy="461665"/>
          </a:xfrm>
          <a:prstGeom prst="rect">
            <a:avLst/>
          </a:prstGeom>
          <a:noFill/>
        </p:spPr>
        <p:txBody>
          <a:bodyPr wrap="square">
            <a:spAutoFit/>
          </a:bodyPr>
          <a:lstStyle/>
          <a:p>
            <a:r>
              <a:rPr lang="en-US" sz="2400" dirty="0">
                <a:latin typeface="Bahnschrift SemiBold Condensed" panose="020B0502040204020203" pitchFamily="34" charset="0"/>
              </a:rPr>
              <a:t>2. </a:t>
            </a:r>
            <a:r>
              <a:rPr lang="en-US" sz="2400" dirty="0" err="1">
                <a:latin typeface="Bahnschrift SemiBold Condensed" panose="020B0502040204020203" pitchFamily="34" charset="0"/>
              </a:rPr>
              <a:t>Vấn</a:t>
            </a:r>
            <a:r>
              <a:rPr lang="en-US" sz="2400" dirty="0">
                <a:latin typeface="Bahnschrift SemiBold Condensed" panose="020B0502040204020203" pitchFamily="34" charset="0"/>
              </a:rPr>
              <a:t> </a:t>
            </a:r>
            <a:r>
              <a:rPr lang="en-US" sz="2400" dirty="0" err="1">
                <a:latin typeface="Bahnschrift SemiBold Condensed" panose="020B0502040204020203" pitchFamily="34" charset="0"/>
              </a:rPr>
              <a:t>đề</a:t>
            </a:r>
            <a:r>
              <a:rPr lang="en-US" sz="2400" dirty="0">
                <a:latin typeface="Bahnschrift SemiBold Condensed" panose="020B0502040204020203" pitchFamily="34" charset="0"/>
              </a:rPr>
              <a:t> </a:t>
            </a:r>
            <a:r>
              <a:rPr lang="en-US" sz="2400" dirty="0" err="1">
                <a:latin typeface="Bahnschrift SemiBold Condensed" panose="020B0502040204020203" pitchFamily="34" charset="0"/>
              </a:rPr>
              <a:t>cốt</a:t>
            </a:r>
            <a:r>
              <a:rPr lang="en-US" sz="2400" dirty="0">
                <a:latin typeface="Bahnschrift SemiBold Condensed" panose="020B0502040204020203" pitchFamily="34" charset="0"/>
              </a:rPr>
              <a:t> </a:t>
            </a:r>
            <a:r>
              <a:rPr lang="en-US" sz="2400" dirty="0" err="1">
                <a:latin typeface="Bahnschrift SemiBold Condensed" panose="020B0502040204020203" pitchFamily="34" charset="0"/>
              </a:rPr>
              <a:t>lõi</a:t>
            </a:r>
            <a:r>
              <a:rPr lang="en-US" sz="2400" dirty="0">
                <a:latin typeface="Bahnschrift SemiBold Condensed" panose="020B0502040204020203" pitchFamily="34" charset="0"/>
              </a:rPr>
              <a:t>: </a:t>
            </a:r>
            <a:r>
              <a:rPr lang="en-US" sz="2400" dirty="0" err="1">
                <a:latin typeface="Bahnschrift SemiBold Condensed" panose="020B0502040204020203" pitchFamily="34" charset="0"/>
              </a:rPr>
              <a:t>Tấn</a:t>
            </a:r>
            <a:r>
              <a:rPr lang="en-US" sz="2400" dirty="0">
                <a:latin typeface="Bahnschrift SemiBold Condensed" panose="020B0502040204020203" pitchFamily="34" charset="0"/>
              </a:rPr>
              <a:t> </a:t>
            </a:r>
            <a:r>
              <a:rPr lang="en-US" sz="2400" dirty="0" err="1">
                <a:latin typeface="Bahnschrift SemiBold Condensed" panose="020B0502040204020203" pitchFamily="34" charset="0"/>
              </a:rPr>
              <a:t>công</a:t>
            </a:r>
            <a:r>
              <a:rPr lang="en-US" sz="2400" dirty="0">
                <a:latin typeface="Bahnschrift SemiBold Condensed" panose="020B0502040204020203" pitchFamily="34" charset="0"/>
              </a:rPr>
              <a:t> SYN Flood</a:t>
            </a:r>
          </a:p>
        </p:txBody>
      </p:sp>
      <p:sp>
        <p:nvSpPr>
          <p:cNvPr id="7" name="TextBox 6">
            <a:extLst>
              <a:ext uri="{FF2B5EF4-FFF2-40B4-BE49-F238E27FC236}">
                <a16:creationId xmlns:a16="http://schemas.microsoft.com/office/drawing/2014/main" id="{4DC45290-BCF0-0B75-B1D5-E87236370982}"/>
              </a:ext>
            </a:extLst>
          </p:cNvPr>
          <p:cNvSpPr txBox="1"/>
          <p:nvPr/>
        </p:nvSpPr>
        <p:spPr>
          <a:xfrm>
            <a:off x="-6017406" y="5776462"/>
            <a:ext cx="5061438" cy="1287660"/>
          </a:xfrm>
          <a:prstGeom prst="rect">
            <a:avLst/>
          </a:prstGeom>
          <a:noFill/>
        </p:spPr>
        <p:txBody>
          <a:bodyPr wrap="square">
            <a:spAutoFit/>
          </a:bodyPr>
          <a:lstStyle/>
          <a:p>
            <a:pPr>
              <a:lnSpc>
                <a:spcPts val="1900"/>
              </a:lnSpc>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DDoS SYN Flood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chiếm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tỷ</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trọng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lớn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trong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cuộc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tầng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Network/Transport (Layer 3/4),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khai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trực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tiếp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vào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nền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tảng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giao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thức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TCP.</a:t>
            </a:r>
            <a:endParaRPr lang="en-US" dirty="0">
              <a:solidFill>
                <a:schemeClr val="tx1">
                  <a:lumMod val="50000"/>
                </a:schemeClr>
              </a:solidFill>
              <a:latin typeface="Bahnschrift Light" panose="020B0502040204020203" pitchFamily="34" charset="0"/>
            </a:endParaRPr>
          </a:p>
          <a:p>
            <a:pPr>
              <a:lnSpc>
                <a:spcPts val="1900"/>
              </a:lnSpc>
            </a:pP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Mục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tiêu</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kẻ</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cạn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kiệt</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tài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nguyên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máy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chủ</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khiến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người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dùng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hợp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pháp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thể</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truy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cập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dịch</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vụ</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a:t>
            </a:r>
            <a:endParaRPr lang="en-US" dirty="0">
              <a:solidFill>
                <a:schemeClr val="tx1">
                  <a:lumMod val="50000"/>
                </a:schemeClr>
              </a:solidFill>
              <a:latin typeface="Bahnschrift Light" panose="020B0502040204020203" pitchFamily="34" charset="0"/>
            </a:endParaRPr>
          </a:p>
        </p:txBody>
      </p:sp>
      <p:sp>
        <p:nvSpPr>
          <p:cNvPr id="8" name="TextBox 7">
            <a:extLst>
              <a:ext uri="{FF2B5EF4-FFF2-40B4-BE49-F238E27FC236}">
                <a16:creationId xmlns:a16="http://schemas.microsoft.com/office/drawing/2014/main" id="{391F7975-84C4-283D-0C79-0C13EB5758EA}"/>
              </a:ext>
            </a:extLst>
          </p:cNvPr>
          <p:cNvSpPr txBox="1"/>
          <p:nvPr/>
        </p:nvSpPr>
        <p:spPr>
          <a:xfrm>
            <a:off x="751499" y="5143500"/>
            <a:ext cx="2238445" cy="1265924"/>
          </a:xfrm>
          <a:prstGeom prst="rect">
            <a:avLst/>
          </a:prstGeom>
          <a:noFill/>
        </p:spPr>
        <p:txBody>
          <a:bodyPr wrap="square">
            <a:spAutoFit/>
          </a:bodyPr>
          <a:lstStyle/>
          <a:p>
            <a:pPr>
              <a:lnSpc>
                <a:spcPts val="4850"/>
              </a:lnSpc>
            </a:pP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Cơ</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chế</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tấn</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công</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DDoS SYN Flood</a:t>
            </a:r>
            <a:endParaRPr lang="en-US" sz="2800" dirty="0">
              <a:solidFill>
                <a:schemeClr val="tx1">
                  <a:lumMod val="50000"/>
                </a:schemeClr>
              </a:solidFill>
              <a:latin typeface="Bahnschrift SemiBold Condensed" panose="020B0502040204020203" pitchFamily="34" charset="0"/>
            </a:endParaRPr>
          </a:p>
        </p:txBody>
      </p:sp>
      <p:grpSp>
        <p:nvGrpSpPr>
          <p:cNvPr id="9" name="Group 8">
            <a:extLst>
              <a:ext uri="{FF2B5EF4-FFF2-40B4-BE49-F238E27FC236}">
                <a16:creationId xmlns:a16="http://schemas.microsoft.com/office/drawing/2014/main" id="{21BC9D9B-D183-F641-F225-B88A978B1DAB}"/>
              </a:ext>
            </a:extLst>
          </p:cNvPr>
          <p:cNvGrpSpPr/>
          <p:nvPr/>
        </p:nvGrpSpPr>
        <p:grpSpPr>
          <a:xfrm>
            <a:off x="9487161" y="-74726"/>
            <a:ext cx="5255784" cy="4787708"/>
            <a:chOff x="6280190" y="1651635"/>
            <a:chExt cx="7556421" cy="5844064"/>
          </a:xfrm>
        </p:grpSpPr>
        <p:pic>
          <p:nvPicPr>
            <p:cNvPr id="10" name="Image 1" descr="preencoded.png">
              <a:extLst>
                <a:ext uri="{FF2B5EF4-FFF2-40B4-BE49-F238E27FC236}">
                  <a16:creationId xmlns:a16="http://schemas.microsoft.com/office/drawing/2014/main" id="{3AA57303-CA8B-CA4D-A113-9A19A9779470}"/>
                </a:ext>
              </a:extLst>
            </p:cNvPr>
            <p:cNvPicPr>
              <a:picLocks noChangeAspect="1"/>
            </p:cNvPicPr>
            <p:nvPr/>
          </p:nvPicPr>
          <p:blipFill>
            <a:blip r:embed="rId3"/>
            <a:stretch>
              <a:fillRect/>
            </a:stretch>
          </p:blipFill>
          <p:spPr>
            <a:xfrm>
              <a:off x="6280190" y="1651635"/>
              <a:ext cx="992267" cy="1461016"/>
            </a:xfrm>
            <a:prstGeom prst="rect">
              <a:avLst/>
            </a:prstGeom>
          </p:spPr>
        </p:pic>
        <p:sp>
          <p:nvSpPr>
            <p:cNvPr id="11" name="Text 1">
              <a:extLst>
                <a:ext uri="{FF2B5EF4-FFF2-40B4-BE49-F238E27FC236}">
                  <a16:creationId xmlns:a16="http://schemas.microsoft.com/office/drawing/2014/main" id="{9B60434E-EF8D-B273-D0DA-FE69376920ED}"/>
                </a:ext>
              </a:extLst>
            </p:cNvPr>
            <p:cNvSpPr/>
            <p:nvPr/>
          </p:nvSpPr>
          <p:spPr>
            <a:xfrm>
              <a:off x="7470815" y="1849993"/>
              <a:ext cx="2888813"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1: Khai thác lỗ hổng</a:t>
              </a:r>
              <a:endParaRPr lang="en-US" dirty="0">
                <a:solidFill>
                  <a:schemeClr val="tx1">
                    <a:lumMod val="50000"/>
                  </a:schemeClr>
                </a:solidFill>
                <a:latin typeface="Bahnschrift Light" panose="020B0502040204020203" pitchFamily="34" charset="0"/>
              </a:endParaRPr>
            </a:p>
          </p:txBody>
        </p:sp>
        <p:sp>
          <p:nvSpPr>
            <p:cNvPr id="12" name="Text 2">
              <a:extLst>
                <a:ext uri="{FF2B5EF4-FFF2-40B4-BE49-F238E27FC236}">
                  <a16:creationId xmlns:a16="http://schemas.microsoft.com/office/drawing/2014/main" id="{D434275D-C45F-34DD-EB7F-5B36AC75B893}"/>
                </a:ext>
              </a:extLst>
            </p:cNvPr>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Kẻ tấn công khai thác lỗ hổng trong quá trình bắt tay 3 bước (TCP 3-way handshake) của giao thức TCP</a:t>
              </a:r>
              <a:endParaRPr lang="en-US" dirty="0">
                <a:solidFill>
                  <a:schemeClr val="tx1">
                    <a:lumMod val="50000"/>
                  </a:schemeClr>
                </a:solidFill>
                <a:latin typeface="Bahnschrift Light" panose="020B0502040204020203" pitchFamily="34" charset="0"/>
              </a:endParaRPr>
            </a:p>
          </p:txBody>
        </p:sp>
        <p:pic>
          <p:nvPicPr>
            <p:cNvPr id="13" name="Image 2" descr="preencoded.png">
              <a:extLst>
                <a:ext uri="{FF2B5EF4-FFF2-40B4-BE49-F238E27FC236}">
                  <a16:creationId xmlns:a16="http://schemas.microsoft.com/office/drawing/2014/main" id="{E67AF964-1D68-59EB-F329-2F90ED25FF44}"/>
                </a:ext>
              </a:extLst>
            </p:cNvPr>
            <p:cNvPicPr>
              <a:picLocks noChangeAspect="1"/>
            </p:cNvPicPr>
            <p:nvPr/>
          </p:nvPicPr>
          <p:blipFill>
            <a:blip r:embed="rId4"/>
            <a:stretch>
              <a:fillRect/>
            </a:stretch>
          </p:blipFill>
          <p:spPr>
            <a:xfrm>
              <a:off x="6280190" y="3112651"/>
              <a:ext cx="992267" cy="1461016"/>
            </a:xfrm>
            <a:prstGeom prst="rect">
              <a:avLst/>
            </a:prstGeom>
          </p:spPr>
        </p:pic>
        <p:sp>
          <p:nvSpPr>
            <p:cNvPr id="14" name="Text 3">
              <a:extLst>
                <a:ext uri="{FF2B5EF4-FFF2-40B4-BE49-F238E27FC236}">
                  <a16:creationId xmlns:a16="http://schemas.microsoft.com/office/drawing/2014/main" id="{88EC1A3E-FBB3-5418-FA5F-411208CB0F90}"/>
                </a:ext>
              </a:extLst>
            </p:cNvPr>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2: Gửi gói SYN</a:t>
              </a:r>
              <a:endParaRPr lang="en-US" dirty="0">
                <a:solidFill>
                  <a:schemeClr val="tx1">
                    <a:lumMod val="50000"/>
                  </a:schemeClr>
                </a:solidFill>
                <a:latin typeface="Bahnschrift Light" panose="020B0502040204020203" pitchFamily="34" charset="0"/>
              </a:endParaRPr>
            </a:p>
          </p:txBody>
        </p:sp>
        <p:sp>
          <p:nvSpPr>
            <p:cNvPr id="15" name="Text 4">
              <a:extLst>
                <a:ext uri="{FF2B5EF4-FFF2-40B4-BE49-F238E27FC236}">
                  <a16:creationId xmlns:a16="http://schemas.microsoft.com/office/drawing/2014/main" id="{A78DE6AD-6EF1-5A47-E257-92462A897828}"/>
                </a:ext>
              </a:extLst>
            </p:cNvPr>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Gửi ồ ạt các gói tin SYN với địa chỉ IP nguồn giả mạo (Spoofed IP) để che giấu danh tính thực</a:t>
              </a:r>
              <a:endParaRPr lang="en-US" dirty="0">
                <a:solidFill>
                  <a:schemeClr val="tx1">
                    <a:lumMod val="50000"/>
                  </a:schemeClr>
                </a:solidFill>
                <a:latin typeface="Bahnschrift Light" panose="020B0502040204020203" pitchFamily="34" charset="0"/>
              </a:endParaRPr>
            </a:p>
          </p:txBody>
        </p:sp>
        <p:pic>
          <p:nvPicPr>
            <p:cNvPr id="16" name="Image 3" descr="preencoded.png">
              <a:extLst>
                <a:ext uri="{FF2B5EF4-FFF2-40B4-BE49-F238E27FC236}">
                  <a16:creationId xmlns:a16="http://schemas.microsoft.com/office/drawing/2014/main" id="{8350EC95-553F-803B-0F4D-92220C146AB6}"/>
                </a:ext>
              </a:extLst>
            </p:cNvPr>
            <p:cNvPicPr>
              <a:picLocks noChangeAspect="1"/>
            </p:cNvPicPr>
            <p:nvPr/>
          </p:nvPicPr>
          <p:blipFill>
            <a:blip r:embed="rId5"/>
            <a:stretch>
              <a:fillRect/>
            </a:stretch>
          </p:blipFill>
          <p:spPr>
            <a:xfrm>
              <a:off x="6280190" y="4573667"/>
              <a:ext cx="992267" cy="1461016"/>
            </a:xfrm>
            <a:prstGeom prst="rect">
              <a:avLst/>
            </a:prstGeom>
          </p:spPr>
        </p:pic>
        <p:sp>
          <p:nvSpPr>
            <p:cNvPr id="17" name="Text 5">
              <a:extLst>
                <a:ext uri="{FF2B5EF4-FFF2-40B4-BE49-F238E27FC236}">
                  <a16:creationId xmlns:a16="http://schemas.microsoft.com/office/drawing/2014/main" id="{D031D851-3325-022E-71E6-E6220D03FCFD}"/>
                </a:ext>
              </a:extLst>
            </p:cNvPr>
            <p:cNvSpPr/>
            <p:nvPr/>
          </p:nvSpPr>
          <p:spPr>
            <a:xfrm>
              <a:off x="7470815" y="4772025"/>
              <a:ext cx="2861548"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3: Đáp ứng SYN-ACK</a:t>
              </a:r>
              <a:endParaRPr lang="en-US" dirty="0">
                <a:solidFill>
                  <a:schemeClr val="tx1">
                    <a:lumMod val="50000"/>
                  </a:schemeClr>
                </a:solidFill>
                <a:latin typeface="Bahnschrift Light" panose="020B0502040204020203" pitchFamily="34" charset="0"/>
              </a:endParaRPr>
            </a:p>
          </p:txBody>
        </p:sp>
        <p:sp>
          <p:nvSpPr>
            <p:cNvPr id="18" name="Text 6">
              <a:extLst>
                <a:ext uri="{FF2B5EF4-FFF2-40B4-BE49-F238E27FC236}">
                  <a16:creationId xmlns:a16="http://schemas.microsoft.com/office/drawing/2014/main" id="{2E43E8D8-990F-DDE7-6855-46C03019311B}"/>
                </a:ext>
              </a:extLst>
            </p:cNvPr>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Server phản hồi SYN-ACK và giữ trạng thái kết nối chờ (Half-open connection) trong bộ nhớ</a:t>
              </a:r>
              <a:endParaRPr lang="en-US" dirty="0">
                <a:solidFill>
                  <a:schemeClr val="tx1">
                    <a:lumMod val="50000"/>
                  </a:schemeClr>
                </a:solidFill>
                <a:latin typeface="Bahnschrift Light" panose="020B0502040204020203" pitchFamily="34" charset="0"/>
              </a:endParaRPr>
            </a:p>
          </p:txBody>
        </p:sp>
        <p:pic>
          <p:nvPicPr>
            <p:cNvPr id="19" name="Image 4" descr="preencoded.png">
              <a:extLst>
                <a:ext uri="{FF2B5EF4-FFF2-40B4-BE49-F238E27FC236}">
                  <a16:creationId xmlns:a16="http://schemas.microsoft.com/office/drawing/2014/main" id="{B9517A41-A778-8DBF-BC5E-95D6E3BE6FA4}"/>
                </a:ext>
              </a:extLst>
            </p:cNvPr>
            <p:cNvPicPr>
              <a:picLocks noChangeAspect="1"/>
            </p:cNvPicPr>
            <p:nvPr/>
          </p:nvPicPr>
          <p:blipFill>
            <a:blip r:embed="rId6"/>
            <a:stretch>
              <a:fillRect/>
            </a:stretch>
          </p:blipFill>
          <p:spPr>
            <a:xfrm>
              <a:off x="6280190" y="6034683"/>
              <a:ext cx="992267" cy="1461016"/>
            </a:xfrm>
            <a:prstGeom prst="rect">
              <a:avLst/>
            </a:prstGeom>
          </p:spPr>
        </p:pic>
        <p:sp>
          <p:nvSpPr>
            <p:cNvPr id="20" name="Text 7">
              <a:extLst>
                <a:ext uri="{FF2B5EF4-FFF2-40B4-BE49-F238E27FC236}">
                  <a16:creationId xmlns:a16="http://schemas.microsoft.com/office/drawing/2014/main" id="{F381EAC3-0E19-7615-C027-9E7837B969FA}"/>
                </a:ext>
              </a:extLst>
            </p:cNvPr>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4: Hậu quả</a:t>
              </a:r>
              <a:endParaRPr lang="en-US" dirty="0">
                <a:solidFill>
                  <a:schemeClr val="tx1">
                    <a:lumMod val="50000"/>
                  </a:schemeClr>
                </a:solidFill>
                <a:latin typeface="Bahnschrift Light" panose="020B0502040204020203" pitchFamily="34" charset="0"/>
              </a:endParaRPr>
            </a:p>
          </p:txBody>
        </p:sp>
        <p:sp>
          <p:nvSpPr>
            <p:cNvPr id="21" name="Text 8">
              <a:extLst>
                <a:ext uri="{FF2B5EF4-FFF2-40B4-BE49-F238E27FC236}">
                  <a16:creationId xmlns:a16="http://schemas.microsoft.com/office/drawing/2014/main" id="{B333D3A1-3E5B-9AA0-3606-47953B2D6080}"/>
                </a:ext>
              </a:extLst>
            </p:cNvPr>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Tràn bộ đệm kết nối (backlog queue), từ chối dịch vụ mới và làm sập máy chủ</a:t>
              </a:r>
              <a:endParaRPr lang="en-US" dirty="0">
                <a:solidFill>
                  <a:schemeClr val="tx1">
                    <a:lumMod val="50000"/>
                  </a:schemeClr>
                </a:solidFill>
                <a:latin typeface="Bahnschrift Light" panose="020B0502040204020203" pitchFamily="34" charset="0"/>
              </a:endParaRPr>
            </a:p>
          </p:txBody>
        </p:sp>
      </p:grpSp>
      <p:sp>
        <p:nvSpPr>
          <p:cNvPr id="2" name="TextBox 1">
            <a:extLst>
              <a:ext uri="{FF2B5EF4-FFF2-40B4-BE49-F238E27FC236}">
                <a16:creationId xmlns:a16="http://schemas.microsoft.com/office/drawing/2014/main" id="{FB7274AD-A4BB-9F4F-EAEB-D5F8F627952A}"/>
              </a:ext>
            </a:extLst>
          </p:cNvPr>
          <p:cNvSpPr txBox="1"/>
          <p:nvPr/>
        </p:nvSpPr>
        <p:spPr>
          <a:xfrm>
            <a:off x="1870721" y="1430551"/>
            <a:ext cx="5061438" cy="1777153"/>
          </a:xfrm>
          <a:prstGeom prst="rect">
            <a:avLst/>
          </a:prstGeom>
          <a:noFill/>
        </p:spPr>
        <p:txBody>
          <a:bodyPr wrap="square">
            <a:spAutoFit/>
          </a:bodyPr>
          <a:lstStyle/>
          <a:p>
            <a:pPr>
              <a:lnSpc>
                <a:spcPts val="1900"/>
              </a:lnSpc>
            </a:pPr>
            <a:r>
              <a:rPr lang="vi-VN" b="1" dirty="0">
                <a:solidFill>
                  <a:srgbClr val="FF0000"/>
                </a:solidFill>
                <a:latin typeface="Bahnschrift" panose="020B0502040204020203" pitchFamily="34" charset="0"/>
              </a:rPr>
              <a:t>SYN Flood</a:t>
            </a:r>
            <a:r>
              <a:rPr lang="vi-VN" dirty="0">
                <a:solidFill>
                  <a:srgbClr val="FF0000"/>
                </a:solidFill>
                <a:latin typeface="Bahnschrift" panose="020B0502040204020203" pitchFamily="34" charset="0"/>
              </a:rPr>
              <a:t> </a:t>
            </a:r>
            <a:r>
              <a:rPr lang="vi-VN" dirty="0">
                <a:latin typeface="Bahnschrift" panose="020B0502040204020203" pitchFamily="34" charset="0"/>
              </a:rPr>
              <a:t>là hành động gửi hàng loạt gói tin yêu cầu kết nối (SYN) đến một cổng (Port) dịch vụ của máy chủ, nhưng kẻ tấn công cố tình </a:t>
            </a:r>
            <a:r>
              <a:rPr lang="vi-VN" b="1" dirty="0">
                <a:solidFill>
                  <a:srgbClr val="FF0000"/>
                </a:solidFill>
                <a:latin typeface="Bahnschrift" panose="020B0502040204020203" pitchFamily="34" charset="0"/>
              </a:rPr>
              <a:t>không gửi</a:t>
            </a:r>
            <a:r>
              <a:rPr lang="vi-VN" dirty="0">
                <a:solidFill>
                  <a:srgbClr val="FF0000"/>
                </a:solidFill>
                <a:latin typeface="Bahnschrift" panose="020B0502040204020203" pitchFamily="34" charset="0"/>
              </a:rPr>
              <a:t> </a:t>
            </a:r>
            <a:r>
              <a:rPr lang="vi-VN" dirty="0">
                <a:latin typeface="Bahnschrift" panose="020B0502040204020203" pitchFamily="34" charset="0"/>
              </a:rPr>
              <a:t>xác nhận cuối cùng (ACK) hoặc sử dụng </a:t>
            </a:r>
            <a:r>
              <a:rPr lang="vi-VN" b="1" dirty="0">
                <a:solidFill>
                  <a:srgbClr val="FF0000"/>
                </a:solidFill>
                <a:latin typeface="Bahnschrift" panose="020B0502040204020203" pitchFamily="34" charset="0"/>
              </a:rPr>
              <a:t>IP giả</a:t>
            </a:r>
            <a:r>
              <a:rPr lang="vi-VN" dirty="0">
                <a:solidFill>
                  <a:srgbClr val="FF0000"/>
                </a:solidFill>
                <a:latin typeface="Bahnschrift" panose="020B0502040204020203" pitchFamily="34" charset="0"/>
              </a:rPr>
              <a:t> </a:t>
            </a:r>
            <a:r>
              <a:rPr lang="vi-VN" dirty="0">
                <a:latin typeface="Bahnschrift" panose="020B0502040204020203" pitchFamily="34" charset="0"/>
              </a:rPr>
              <a:t>để máy chủ không bao giờ nhận được phản hồi. Kết quả là bảng quản lý kết nối của máy chủ bị lấp đầy bởi các trạng thái "đang chờ", khiến nó không thể chấp nhận thêm bất kỳ người dùng thật nào nữa.</a:t>
            </a:r>
            <a:endParaRPr lang="en-US" dirty="0">
              <a:solidFill>
                <a:schemeClr val="tx1">
                  <a:lumMod val="50000"/>
                </a:schemeClr>
              </a:solidFill>
              <a:latin typeface="Bahnschrift" panose="020B0502040204020203" pitchFamily="34" charset="0"/>
            </a:endParaRPr>
          </a:p>
        </p:txBody>
      </p:sp>
    </p:spTree>
    <p:extLst>
      <p:ext uri="{BB962C8B-B14F-4D97-AF65-F5344CB8AC3E}">
        <p14:creationId xmlns:p14="http://schemas.microsoft.com/office/powerpoint/2010/main" val="1815560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a:extLst>
            <a:ext uri="{FF2B5EF4-FFF2-40B4-BE49-F238E27FC236}">
              <a16:creationId xmlns:a16="http://schemas.microsoft.com/office/drawing/2014/main" id="{4EBDF979-3DEC-E4D3-384E-40DC895DBACB}"/>
            </a:ext>
          </a:extLst>
        </p:cNvPr>
        <p:cNvGrpSpPr/>
        <p:nvPr/>
      </p:nvGrpSpPr>
      <p:grpSpPr>
        <a:xfrm>
          <a:off x="0" y="0"/>
          <a:ext cx="0" cy="0"/>
          <a:chOff x="0" y="0"/>
          <a:chExt cx="0" cy="0"/>
        </a:xfrm>
      </p:grpSpPr>
      <p:sp>
        <p:nvSpPr>
          <p:cNvPr id="441" name="Google Shape;441;p31">
            <a:extLst>
              <a:ext uri="{FF2B5EF4-FFF2-40B4-BE49-F238E27FC236}">
                <a16:creationId xmlns:a16="http://schemas.microsoft.com/office/drawing/2014/main" id="{1BC7FC1E-9CF0-9B84-3B2C-2447FBBD2F8E}"/>
              </a:ext>
            </a:extLst>
          </p:cNvPr>
          <p:cNvSpPr txBox="1">
            <a:spLocks noGrp="1"/>
          </p:cNvSpPr>
          <p:nvPr>
            <p:ph type="title"/>
          </p:nvPr>
        </p:nvSpPr>
        <p:spPr>
          <a:xfrm>
            <a:off x="-1043054" y="-7628"/>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MỞ ĐẦU</a:t>
            </a:r>
            <a:endParaRPr dirty="0">
              <a:solidFill>
                <a:schemeClr val="lt2"/>
              </a:solidFill>
              <a:latin typeface="Bahnschrift SemiBold Condensed" panose="020B0502040204020203" pitchFamily="34" charset="0"/>
            </a:endParaRPr>
          </a:p>
        </p:txBody>
      </p:sp>
      <p:sp>
        <p:nvSpPr>
          <p:cNvPr id="442" name="Google Shape;442;p31">
            <a:extLst>
              <a:ext uri="{FF2B5EF4-FFF2-40B4-BE49-F238E27FC236}">
                <a16:creationId xmlns:a16="http://schemas.microsoft.com/office/drawing/2014/main" id="{E85B8399-A678-ADFF-ABE5-0F5AF7283EF8}"/>
              </a:ext>
            </a:extLst>
          </p:cNvPr>
          <p:cNvSpPr txBox="1">
            <a:spLocks noGrp="1"/>
          </p:cNvSpPr>
          <p:nvPr>
            <p:ph type="title" idx="2"/>
          </p:nvPr>
        </p:nvSpPr>
        <p:spPr>
          <a:xfrm>
            <a:off x="0" y="0"/>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01</a:t>
            </a:r>
            <a:endParaRPr dirty="0"/>
          </a:p>
        </p:txBody>
      </p:sp>
      <p:grpSp>
        <p:nvGrpSpPr>
          <p:cNvPr id="445" name="Google Shape;445;p31">
            <a:extLst>
              <a:ext uri="{FF2B5EF4-FFF2-40B4-BE49-F238E27FC236}">
                <a16:creationId xmlns:a16="http://schemas.microsoft.com/office/drawing/2014/main" id="{6D3A8B7A-A240-210D-C8C4-35A4F9296C4B}"/>
              </a:ext>
            </a:extLst>
          </p:cNvPr>
          <p:cNvGrpSpPr/>
          <p:nvPr/>
        </p:nvGrpSpPr>
        <p:grpSpPr>
          <a:xfrm flipH="1">
            <a:off x="8554605" y="1411154"/>
            <a:ext cx="2008513" cy="2044060"/>
            <a:chOff x="179950" y="3099425"/>
            <a:chExt cx="2008513" cy="2044060"/>
          </a:xfrm>
        </p:grpSpPr>
        <p:sp>
          <p:nvSpPr>
            <p:cNvPr id="446" name="Google Shape;446;p31">
              <a:extLst>
                <a:ext uri="{FF2B5EF4-FFF2-40B4-BE49-F238E27FC236}">
                  <a16:creationId xmlns:a16="http://schemas.microsoft.com/office/drawing/2014/main" id="{3B7E4456-B5EE-7622-27D6-26F3DFD4AF9F}"/>
                </a:ext>
              </a:extLst>
            </p:cNvPr>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a:extLst>
                <a:ext uri="{FF2B5EF4-FFF2-40B4-BE49-F238E27FC236}">
                  <a16:creationId xmlns:a16="http://schemas.microsoft.com/office/drawing/2014/main" id="{724B8835-42B0-D309-CAD0-2C51C25C410B}"/>
                </a:ext>
              </a:extLst>
            </p:cNvPr>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a:extLst>
                <a:ext uri="{FF2B5EF4-FFF2-40B4-BE49-F238E27FC236}">
                  <a16:creationId xmlns:a16="http://schemas.microsoft.com/office/drawing/2014/main" id="{86B4C815-F04F-5BFD-4929-52AC148D62EE}"/>
                </a:ext>
              </a:extLst>
            </p:cNvPr>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a:extLst>
                <a:ext uri="{FF2B5EF4-FFF2-40B4-BE49-F238E27FC236}">
                  <a16:creationId xmlns:a16="http://schemas.microsoft.com/office/drawing/2014/main" id="{EE9D16A5-1DAF-ECB5-98DD-D379C7CE931B}"/>
                </a:ext>
              </a:extLst>
            </p:cNvPr>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a:extLst>
                <a:ext uri="{FF2B5EF4-FFF2-40B4-BE49-F238E27FC236}">
                  <a16:creationId xmlns:a16="http://schemas.microsoft.com/office/drawing/2014/main" id="{A0DF3BE1-C21D-7050-E710-5814298E6FDA}"/>
                </a:ext>
              </a:extLst>
            </p:cNvPr>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a:extLst>
                <a:ext uri="{FF2B5EF4-FFF2-40B4-BE49-F238E27FC236}">
                  <a16:creationId xmlns:a16="http://schemas.microsoft.com/office/drawing/2014/main" id="{B15C6C74-A5F1-D764-A0A6-33F7A975201F}"/>
                </a:ext>
              </a:extLst>
            </p:cNvPr>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a:extLst>
                <a:ext uri="{FF2B5EF4-FFF2-40B4-BE49-F238E27FC236}">
                  <a16:creationId xmlns:a16="http://schemas.microsoft.com/office/drawing/2014/main" id="{65E8DAF0-7020-8ABB-CD4A-16D6983A8407}"/>
                </a:ext>
              </a:extLst>
            </p:cNvPr>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a:extLst>
                <a:ext uri="{FF2B5EF4-FFF2-40B4-BE49-F238E27FC236}">
                  <a16:creationId xmlns:a16="http://schemas.microsoft.com/office/drawing/2014/main" id="{E7F75D33-B0AB-31C3-BD05-A96CCE8AB2B0}"/>
                </a:ext>
              </a:extLst>
            </p:cNvPr>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a:extLst>
                <a:ext uri="{FF2B5EF4-FFF2-40B4-BE49-F238E27FC236}">
                  <a16:creationId xmlns:a16="http://schemas.microsoft.com/office/drawing/2014/main" id="{12DC8184-8B2D-A2C4-A452-F075630CC3F4}"/>
                </a:ext>
              </a:extLst>
            </p:cNvPr>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a:extLst>
                <a:ext uri="{FF2B5EF4-FFF2-40B4-BE49-F238E27FC236}">
                  <a16:creationId xmlns:a16="http://schemas.microsoft.com/office/drawing/2014/main" id="{6F284922-52DC-10A8-B1C4-A768C2B54CBA}"/>
                </a:ext>
              </a:extLst>
            </p:cNvPr>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a:extLst>
                <a:ext uri="{FF2B5EF4-FFF2-40B4-BE49-F238E27FC236}">
                  <a16:creationId xmlns:a16="http://schemas.microsoft.com/office/drawing/2014/main" id="{BFF7364B-E4A9-6983-80A7-290F032AF91D}"/>
                </a:ext>
              </a:extLst>
            </p:cNvPr>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a:extLst>
                <a:ext uri="{FF2B5EF4-FFF2-40B4-BE49-F238E27FC236}">
                  <a16:creationId xmlns:a16="http://schemas.microsoft.com/office/drawing/2014/main" id="{21C6DE87-E624-2749-56A7-15A633751AA5}"/>
                </a:ext>
              </a:extLst>
            </p:cNvPr>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a:extLst>
                <a:ext uri="{FF2B5EF4-FFF2-40B4-BE49-F238E27FC236}">
                  <a16:creationId xmlns:a16="http://schemas.microsoft.com/office/drawing/2014/main" id="{E7AE5AE2-B5A7-E2E1-6623-4405BE64B6E9}"/>
                </a:ext>
              </a:extLst>
            </p:cNvPr>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a:extLst>
                <a:ext uri="{FF2B5EF4-FFF2-40B4-BE49-F238E27FC236}">
                  <a16:creationId xmlns:a16="http://schemas.microsoft.com/office/drawing/2014/main" id="{460F2C09-416A-4ED7-4A65-37F343ADA169}"/>
                </a:ext>
              </a:extLst>
            </p:cNvPr>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a:extLst>
                <a:ext uri="{FF2B5EF4-FFF2-40B4-BE49-F238E27FC236}">
                  <a16:creationId xmlns:a16="http://schemas.microsoft.com/office/drawing/2014/main" id="{F74FBA55-C144-5A58-5657-2E16493591C9}"/>
                </a:ext>
              </a:extLst>
            </p:cNvPr>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a:extLst>
                <a:ext uri="{FF2B5EF4-FFF2-40B4-BE49-F238E27FC236}">
                  <a16:creationId xmlns:a16="http://schemas.microsoft.com/office/drawing/2014/main" id="{C3A0662B-3D49-B476-3E3D-9CFB6BD580F1}"/>
                </a:ext>
              </a:extLst>
            </p:cNvPr>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a:extLst>
                <a:ext uri="{FF2B5EF4-FFF2-40B4-BE49-F238E27FC236}">
                  <a16:creationId xmlns:a16="http://schemas.microsoft.com/office/drawing/2014/main" id="{963F1F76-C117-0000-29BB-8DF54E5CC39B}"/>
                </a:ext>
              </a:extLst>
            </p:cNvPr>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a:extLst>
                <a:ext uri="{FF2B5EF4-FFF2-40B4-BE49-F238E27FC236}">
                  <a16:creationId xmlns:a16="http://schemas.microsoft.com/office/drawing/2014/main" id="{9FA843D2-CE47-284E-D355-90F55380AB14}"/>
                </a:ext>
              </a:extLst>
            </p:cNvPr>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a:extLst>
                <a:ext uri="{FF2B5EF4-FFF2-40B4-BE49-F238E27FC236}">
                  <a16:creationId xmlns:a16="http://schemas.microsoft.com/office/drawing/2014/main" id="{F1118FB9-8256-DDC2-52A5-C56315F5154A}"/>
                </a:ext>
              </a:extLst>
            </p:cNvPr>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a:extLst>
                <a:ext uri="{FF2B5EF4-FFF2-40B4-BE49-F238E27FC236}">
                  <a16:creationId xmlns:a16="http://schemas.microsoft.com/office/drawing/2014/main" id="{8E966219-B0AF-43C9-FAF7-3809B0D74261}"/>
                </a:ext>
              </a:extLst>
            </p:cNvPr>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a:extLst>
                <a:ext uri="{FF2B5EF4-FFF2-40B4-BE49-F238E27FC236}">
                  <a16:creationId xmlns:a16="http://schemas.microsoft.com/office/drawing/2014/main" id="{8DCF05F3-ADDD-473B-0E77-671AF2BFE1B3}"/>
                </a:ext>
              </a:extLst>
            </p:cNvPr>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a:extLst>
                <a:ext uri="{FF2B5EF4-FFF2-40B4-BE49-F238E27FC236}">
                  <a16:creationId xmlns:a16="http://schemas.microsoft.com/office/drawing/2014/main" id="{7076092C-1477-BBE5-E02B-89FB00C7E452}"/>
                </a:ext>
              </a:extLst>
            </p:cNvPr>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a:extLst>
                <a:ext uri="{FF2B5EF4-FFF2-40B4-BE49-F238E27FC236}">
                  <a16:creationId xmlns:a16="http://schemas.microsoft.com/office/drawing/2014/main" id="{9B3C7102-7B1D-CA0E-9CEE-A85B984ABE5E}"/>
                </a:ext>
              </a:extLst>
            </p:cNvPr>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a:extLst>
                <a:ext uri="{FF2B5EF4-FFF2-40B4-BE49-F238E27FC236}">
                  <a16:creationId xmlns:a16="http://schemas.microsoft.com/office/drawing/2014/main" id="{AA75F08D-BAA4-1D1B-A2B6-5A7E5001D26B}"/>
                </a:ext>
              </a:extLst>
            </p:cNvPr>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a:extLst>
                <a:ext uri="{FF2B5EF4-FFF2-40B4-BE49-F238E27FC236}">
                  <a16:creationId xmlns:a16="http://schemas.microsoft.com/office/drawing/2014/main" id="{8C8EDC96-3F1C-2F8B-1C0B-3131588F1472}"/>
                </a:ext>
              </a:extLst>
            </p:cNvPr>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a:extLst>
                <a:ext uri="{FF2B5EF4-FFF2-40B4-BE49-F238E27FC236}">
                  <a16:creationId xmlns:a16="http://schemas.microsoft.com/office/drawing/2014/main" id="{D6F3B721-6457-19F9-E569-C65EBF74002E}"/>
                </a:ext>
              </a:extLst>
            </p:cNvPr>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a:extLst>
                <a:ext uri="{FF2B5EF4-FFF2-40B4-BE49-F238E27FC236}">
                  <a16:creationId xmlns:a16="http://schemas.microsoft.com/office/drawing/2014/main" id="{33490B18-4A44-7B81-8A3C-13927A78A522}"/>
                </a:ext>
              </a:extLst>
            </p:cNvPr>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a:extLst>
                <a:ext uri="{FF2B5EF4-FFF2-40B4-BE49-F238E27FC236}">
                  <a16:creationId xmlns:a16="http://schemas.microsoft.com/office/drawing/2014/main" id="{A64DA720-6368-5571-E89C-87518EA9C2E0}"/>
                </a:ext>
              </a:extLst>
            </p:cNvPr>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a:extLst>
                <a:ext uri="{FF2B5EF4-FFF2-40B4-BE49-F238E27FC236}">
                  <a16:creationId xmlns:a16="http://schemas.microsoft.com/office/drawing/2014/main" id="{11C2B408-B621-9592-2492-4CF5D31BC9AB}"/>
                </a:ext>
              </a:extLst>
            </p:cNvPr>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a:extLst>
                <a:ext uri="{FF2B5EF4-FFF2-40B4-BE49-F238E27FC236}">
                  <a16:creationId xmlns:a16="http://schemas.microsoft.com/office/drawing/2014/main" id="{7F12FACA-BF83-2A2C-4A08-A12077AE3F6D}"/>
                </a:ext>
              </a:extLst>
            </p:cNvPr>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a:extLst>
                <a:ext uri="{FF2B5EF4-FFF2-40B4-BE49-F238E27FC236}">
                  <a16:creationId xmlns:a16="http://schemas.microsoft.com/office/drawing/2014/main" id="{893500E7-1097-20DD-871E-2C9E55AE68A8}"/>
                </a:ext>
              </a:extLst>
            </p:cNvPr>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a:extLst>
                <a:ext uri="{FF2B5EF4-FFF2-40B4-BE49-F238E27FC236}">
                  <a16:creationId xmlns:a16="http://schemas.microsoft.com/office/drawing/2014/main" id="{6213755F-CD80-78C4-8905-51E749016681}"/>
                </a:ext>
              </a:extLst>
            </p:cNvPr>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a:extLst>
                <a:ext uri="{FF2B5EF4-FFF2-40B4-BE49-F238E27FC236}">
                  <a16:creationId xmlns:a16="http://schemas.microsoft.com/office/drawing/2014/main" id="{D7FB2DBB-6650-8429-EB01-E35D1A948269}"/>
                </a:ext>
              </a:extLst>
            </p:cNvPr>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a:extLst>
                <a:ext uri="{FF2B5EF4-FFF2-40B4-BE49-F238E27FC236}">
                  <a16:creationId xmlns:a16="http://schemas.microsoft.com/office/drawing/2014/main" id="{20C83CC2-C79F-4317-2823-BC240F8C2F47}"/>
                </a:ext>
              </a:extLst>
            </p:cNvPr>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a:extLst>
                <a:ext uri="{FF2B5EF4-FFF2-40B4-BE49-F238E27FC236}">
                  <a16:creationId xmlns:a16="http://schemas.microsoft.com/office/drawing/2014/main" id="{670CF412-2C59-8E83-3D77-3E734496D22E}"/>
                </a:ext>
              </a:extLst>
            </p:cNvPr>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a:extLst>
                <a:ext uri="{FF2B5EF4-FFF2-40B4-BE49-F238E27FC236}">
                  <a16:creationId xmlns:a16="http://schemas.microsoft.com/office/drawing/2014/main" id="{E81FAB8D-CCA0-A16B-AC20-76A5FA6C7CDE}"/>
                </a:ext>
              </a:extLst>
            </p:cNvPr>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a:extLst>
                <a:ext uri="{FF2B5EF4-FFF2-40B4-BE49-F238E27FC236}">
                  <a16:creationId xmlns:a16="http://schemas.microsoft.com/office/drawing/2014/main" id="{5CF1B192-B130-C201-E4C4-358A6847249B}"/>
                </a:ext>
              </a:extLst>
            </p:cNvPr>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a:extLst>
                <a:ext uri="{FF2B5EF4-FFF2-40B4-BE49-F238E27FC236}">
                  <a16:creationId xmlns:a16="http://schemas.microsoft.com/office/drawing/2014/main" id="{02465864-2C15-68B8-5B69-E467782C8ACC}"/>
                </a:ext>
              </a:extLst>
            </p:cNvPr>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a:extLst>
                <a:ext uri="{FF2B5EF4-FFF2-40B4-BE49-F238E27FC236}">
                  <a16:creationId xmlns:a16="http://schemas.microsoft.com/office/drawing/2014/main" id="{F9515AA5-5F19-98FC-FA76-067B6B628999}"/>
                </a:ext>
              </a:extLst>
            </p:cNvPr>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a:extLst>
                <a:ext uri="{FF2B5EF4-FFF2-40B4-BE49-F238E27FC236}">
                  <a16:creationId xmlns:a16="http://schemas.microsoft.com/office/drawing/2014/main" id="{D81D5A8A-693A-4D5E-42EC-1A08A723CA28}"/>
                </a:ext>
              </a:extLst>
            </p:cNvPr>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a:extLst>
                <a:ext uri="{FF2B5EF4-FFF2-40B4-BE49-F238E27FC236}">
                  <a16:creationId xmlns:a16="http://schemas.microsoft.com/office/drawing/2014/main" id="{808258F1-55FF-1485-54BB-5D7A916B8DA2}"/>
                </a:ext>
              </a:extLst>
            </p:cNvPr>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a:extLst>
                <a:ext uri="{FF2B5EF4-FFF2-40B4-BE49-F238E27FC236}">
                  <a16:creationId xmlns:a16="http://schemas.microsoft.com/office/drawing/2014/main" id="{7B04DD49-4C2C-ADD0-374A-C2287CB4DF57}"/>
                </a:ext>
              </a:extLst>
            </p:cNvPr>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a:extLst>
                <a:ext uri="{FF2B5EF4-FFF2-40B4-BE49-F238E27FC236}">
                  <a16:creationId xmlns:a16="http://schemas.microsoft.com/office/drawing/2014/main" id="{893AB32D-D0D5-0329-1B8B-B8A3475BB517}"/>
                </a:ext>
              </a:extLst>
            </p:cNvPr>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a:extLst>
                <a:ext uri="{FF2B5EF4-FFF2-40B4-BE49-F238E27FC236}">
                  <a16:creationId xmlns:a16="http://schemas.microsoft.com/office/drawing/2014/main" id="{0193D59B-2656-EE3C-AF33-853155CE3188}"/>
                </a:ext>
              </a:extLst>
            </p:cNvPr>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a:extLst>
                <a:ext uri="{FF2B5EF4-FFF2-40B4-BE49-F238E27FC236}">
                  <a16:creationId xmlns:a16="http://schemas.microsoft.com/office/drawing/2014/main" id="{C76B930A-2FEB-E948-0A44-E4A416C54EAD}"/>
                </a:ext>
              </a:extLst>
            </p:cNvPr>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a:extLst>
                <a:ext uri="{FF2B5EF4-FFF2-40B4-BE49-F238E27FC236}">
                  <a16:creationId xmlns:a16="http://schemas.microsoft.com/office/drawing/2014/main" id="{AD19AC5B-4E8C-BD65-0035-72AF9F4BB6D5}"/>
                </a:ext>
              </a:extLst>
            </p:cNvPr>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a:extLst>
                <a:ext uri="{FF2B5EF4-FFF2-40B4-BE49-F238E27FC236}">
                  <a16:creationId xmlns:a16="http://schemas.microsoft.com/office/drawing/2014/main" id="{09F6A11B-FB32-6163-30CF-9FACF96B6F2F}"/>
                </a:ext>
              </a:extLst>
            </p:cNvPr>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a:extLst>
                <a:ext uri="{FF2B5EF4-FFF2-40B4-BE49-F238E27FC236}">
                  <a16:creationId xmlns:a16="http://schemas.microsoft.com/office/drawing/2014/main" id="{9A839A98-990B-8629-BD14-FE1AA441DFD9}"/>
                </a:ext>
              </a:extLst>
            </p:cNvPr>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a:extLst>
                <a:ext uri="{FF2B5EF4-FFF2-40B4-BE49-F238E27FC236}">
                  <a16:creationId xmlns:a16="http://schemas.microsoft.com/office/drawing/2014/main" id="{1F483B9D-D099-A17B-EBD4-D4FD96AFAED7}"/>
                </a:ext>
              </a:extLst>
            </p:cNvPr>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a:extLst>
                <a:ext uri="{FF2B5EF4-FFF2-40B4-BE49-F238E27FC236}">
                  <a16:creationId xmlns:a16="http://schemas.microsoft.com/office/drawing/2014/main" id="{2AC518CE-B542-99A8-477C-179D7CF496BD}"/>
                </a:ext>
              </a:extLst>
            </p:cNvPr>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a:extLst>
                <a:ext uri="{FF2B5EF4-FFF2-40B4-BE49-F238E27FC236}">
                  <a16:creationId xmlns:a16="http://schemas.microsoft.com/office/drawing/2014/main" id="{2CD03211-0C8D-F0FB-772F-572B9F1EA542}"/>
                </a:ext>
              </a:extLst>
            </p:cNvPr>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a:extLst>
                <a:ext uri="{FF2B5EF4-FFF2-40B4-BE49-F238E27FC236}">
                  <a16:creationId xmlns:a16="http://schemas.microsoft.com/office/drawing/2014/main" id="{3A621CDF-774E-DC2A-A25D-6C48C666B50D}"/>
                </a:ext>
              </a:extLst>
            </p:cNvPr>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a:extLst>
                <a:ext uri="{FF2B5EF4-FFF2-40B4-BE49-F238E27FC236}">
                  <a16:creationId xmlns:a16="http://schemas.microsoft.com/office/drawing/2014/main" id="{6C54EEF2-B810-C8C1-D3DC-AC77E0669730}"/>
                </a:ext>
              </a:extLst>
            </p:cNvPr>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a:extLst>
                <a:ext uri="{FF2B5EF4-FFF2-40B4-BE49-F238E27FC236}">
                  <a16:creationId xmlns:a16="http://schemas.microsoft.com/office/drawing/2014/main" id="{C6272BB6-C384-8DC0-22A1-C637E62A06C0}"/>
                </a:ext>
              </a:extLst>
            </p:cNvPr>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a:extLst>
                <a:ext uri="{FF2B5EF4-FFF2-40B4-BE49-F238E27FC236}">
                  <a16:creationId xmlns:a16="http://schemas.microsoft.com/office/drawing/2014/main" id="{B506D75B-AD4D-1C91-F19F-4D79C6DB7BFE}"/>
                </a:ext>
              </a:extLst>
            </p:cNvPr>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a:extLst>
                <a:ext uri="{FF2B5EF4-FFF2-40B4-BE49-F238E27FC236}">
                  <a16:creationId xmlns:a16="http://schemas.microsoft.com/office/drawing/2014/main" id="{C11E8853-3722-46ED-4B55-00EF4F8F864D}"/>
                </a:ext>
              </a:extLst>
            </p:cNvPr>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a:extLst>
                <a:ext uri="{FF2B5EF4-FFF2-40B4-BE49-F238E27FC236}">
                  <a16:creationId xmlns:a16="http://schemas.microsoft.com/office/drawing/2014/main" id="{DD455B6E-58FF-F0A4-1BA5-29584396A7A4}"/>
                </a:ext>
              </a:extLst>
            </p:cNvPr>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a:extLst>
                <a:ext uri="{FF2B5EF4-FFF2-40B4-BE49-F238E27FC236}">
                  <a16:creationId xmlns:a16="http://schemas.microsoft.com/office/drawing/2014/main" id="{DCE12162-101A-9708-E365-EEA1C30A396D}"/>
                </a:ext>
              </a:extLst>
            </p:cNvPr>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a:extLst>
                <a:ext uri="{FF2B5EF4-FFF2-40B4-BE49-F238E27FC236}">
                  <a16:creationId xmlns:a16="http://schemas.microsoft.com/office/drawing/2014/main" id="{0CC2E031-50D3-9E99-7404-A9092330D0AE}"/>
                </a:ext>
              </a:extLst>
            </p:cNvPr>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a:extLst>
                <a:ext uri="{FF2B5EF4-FFF2-40B4-BE49-F238E27FC236}">
                  <a16:creationId xmlns:a16="http://schemas.microsoft.com/office/drawing/2014/main" id="{A0F921F5-AD8D-797E-34E4-1DB6942A922A}"/>
                </a:ext>
              </a:extLst>
            </p:cNvPr>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a:extLst>
                <a:ext uri="{FF2B5EF4-FFF2-40B4-BE49-F238E27FC236}">
                  <a16:creationId xmlns:a16="http://schemas.microsoft.com/office/drawing/2014/main" id="{7472034F-182A-6D8F-2883-9F423985067C}"/>
                </a:ext>
              </a:extLst>
            </p:cNvPr>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a:extLst>
                <a:ext uri="{FF2B5EF4-FFF2-40B4-BE49-F238E27FC236}">
                  <a16:creationId xmlns:a16="http://schemas.microsoft.com/office/drawing/2014/main" id="{2B1F2792-4687-CA94-A38D-7B47DA2BA3CE}"/>
                </a:ext>
              </a:extLst>
            </p:cNvPr>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a:extLst>
                <a:ext uri="{FF2B5EF4-FFF2-40B4-BE49-F238E27FC236}">
                  <a16:creationId xmlns:a16="http://schemas.microsoft.com/office/drawing/2014/main" id="{376BAD09-D706-45CA-ACFC-DCEF30E50A1A}"/>
                </a:ext>
              </a:extLst>
            </p:cNvPr>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a:extLst>
                <a:ext uri="{FF2B5EF4-FFF2-40B4-BE49-F238E27FC236}">
                  <a16:creationId xmlns:a16="http://schemas.microsoft.com/office/drawing/2014/main" id="{5E2A27AD-1645-40DD-6A84-50778A381035}"/>
                </a:ext>
              </a:extLst>
            </p:cNvPr>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a:extLst>
                <a:ext uri="{FF2B5EF4-FFF2-40B4-BE49-F238E27FC236}">
                  <a16:creationId xmlns:a16="http://schemas.microsoft.com/office/drawing/2014/main" id="{AD936D50-78C8-5C3B-0215-82F7138441ED}"/>
                </a:ext>
              </a:extLst>
            </p:cNvPr>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a:extLst>
                <a:ext uri="{FF2B5EF4-FFF2-40B4-BE49-F238E27FC236}">
                  <a16:creationId xmlns:a16="http://schemas.microsoft.com/office/drawing/2014/main" id="{F6FB2CC3-A8C6-CCF6-0BAE-66333D299CD2}"/>
                </a:ext>
              </a:extLst>
            </p:cNvPr>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a:extLst>
                <a:ext uri="{FF2B5EF4-FFF2-40B4-BE49-F238E27FC236}">
                  <a16:creationId xmlns:a16="http://schemas.microsoft.com/office/drawing/2014/main" id="{BE8D8205-65A9-122C-7C62-121A5238F1E3}"/>
                </a:ext>
              </a:extLst>
            </p:cNvPr>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a:extLst>
                <a:ext uri="{FF2B5EF4-FFF2-40B4-BE49-F238E27FC236}">
                  <a16:creationId xmlns:a16="http://schemas.microsoft.com/office/drawing/2014/main" id="{6FA2C174-60CC-4274-55F1-0886C4C88597}"/>
                </a:ext>
              </a:extLst>
            </p:cNvPr>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a:extLst>
                <a:ext uri="{FF2B5EF4-FFF2-40B4-BE49-F238E27FC236}">
                  <a16:creationId xmlns:a16="http://schemas.microsoft.com/office/drawing/2014/main" id="{04BE8AFA-3637-6B0A-5218-7C6B7BCCCC1C}"/>
                </a:ext>
              </a:extLst>
            </p:cNvPr>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a:extLst>
                <a:ext uri="{FF2B5EF4-FFF2-40B4-BE49-F238E27FC236}">
                  <a16:creationId xmlns:a16="http://schemas.microsoft.com/office/drawing/2014/main" id="{814CEA5A-BE9E-6971-902E-6837ED8D977A}"/>
                </a:ext>
              </a:extLst>
            </p:cNvPr>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a:extLst>
                <a:ext uri="{FF2B5EF4-FFF2-40B4-BE49-F238E27FC236}">
                  <a16:creationId xmlns:a16="http://schemas.microsoft.com/office/drawing/2014/main" id="{62B8607B-7064-BEE3-8499-554EE9F8F965}"/>
                </a:ext>
              </a:extLst>
            </p:cNvPr>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a:extLst>
                <a:ext uri="{FF2B5EF4-FFF2-40B4-BE49-F238E27FC236}">
                  <a16:creationId xmlns:a16="http://schemas.microsoft.com/office/drawing/2014/main" id="{B17A8F0B-31CE-FF47-7CFB-CDC3A33FC083}"/>
                </a:ext>
              </a:extLst>
            </p:cNvPr>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a:extLst>
                <a:ext uri="{FF2B5EF4-FFF2-40B4-BE49-F238E27FC236}">
                  <a16:creationId xmlns:a16="http://schemas.microsoft.com/office/drawing/2014/main" id="{9A357FA2-1374-3DE7-6917-16DA5994CFCC}"/>
                </a:ext>
              </a:extLst>
            </p:cNvPr>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a:extLst>
                <a:ext uri="{FF2B5EF4-FFF2-40B4-BE49-F238E27FC236}">
                  <a16:creationId xmlns:a16="http://schemas.microsoft.com/office/drawing/2014/main" id="{A0C0C42E-87B0-066F-E946-E48039DAC760}"/>
                </a:ext>
              </a:extLst>
            </p:cNvPr>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a:extLst>
                <a:ext uri="{FF2B5EF4-FFF2-40B4-BE49-F238E27FC236}">
                  <a16:creationId xmlns:a16="http://schemas.microsoft.com/office/drawing/2014/main" id="{3F47F323-6B3B-5AF6-A5DC-A44F4E43C12A}"/>
                </a:ext>
              </a:extLst>
            </p:cNvPr>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a:extLst>
                <a:ext uri="{FF2B5EF4-FFF2-40B4-BE49-F238E27FC236}">
                  <a16:creationId xmlns:a16="http://schemas.microsoft.com/office/drawing/2014/main" id="{71B91385-1273-BABB-CA38-30245421EACB}"/>
                </a:ext>
              </a:extLst>
            </p:cNvPr>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a:extLst>
                <a:ext uri="{FF2B5EF4-FFF2-40B4-BE49-F238E27FC236}">
                  <a16:creationId xmlns:a16="http://schemas.microsoft.com/office/drawing/2014/main" id="{171214CB-70B0-1F54-7D95-01106CCF114B}"/>
                </a:ext>
              </a:extLst>
            </p:cNvPr>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a:extLst>
                <a:ext uri="{FF2B5EF4-FFF2-40B4-BE49-F238E27FC236}">
                  <a16:creationId xmlns:a16="http://schemas.microsoft.com/office/drawing/2014/main" id="{80B8F66F-DDAF-E1A1-ECDC-F0DC51C514D5}"/>
                </a:ext>
              </a:extLst>
            </p:cNvPr>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a:extLst>
                <a:ext uri="{FF2B5EF4-FFF2-40B4-BE49-F238E27FC236}">
                  <a16:creationId xmlns:a16="http://schemas.microsoft.com/office/drawing/2014/main" id="{8D508B88-593D-D221-BDAF-C0058723DCC1}"/>
                </a:ext>
              </a:extLst>
            </p:cNvPr>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a:extLst>
                <a:ext uri="{FF2B5EF4-FFF2-40B4-BE49-F238E27FC236}">
                  <a16:creationId xmlns:a16="http://schemas.microsoft.com/office/drawing/2014/main" id="{C8D588E9-82F3-BD9D-F6F4-0E2305227FA2}"/>
                </a:ext>
              </a:extLst>
            </p:cNvPr>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a:extLst>
                <a:ext uri="{FF2B5EF4-FFF2-40B4-BE49-F238E27FC236}">
                  <a16:creationId xmlns:a16="http://schemas.microsoft.com/office/drawing/2014/main" id="{B7BAF2B4-B7F8-12D2-B6EA-FDB8D13BAF40}"/>
                </a:ext>
              </a:extLst>
            </p:cNvPr>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a:extLst>
                <a:ext uri="{FF2B5EF4-FFF2-40B4-BE49-F238E27FC236}">
                  <a16:creationId xmlns:a16="http://schemas.microsoft.com/office/drawing/2014/main" id="{FCDADEE7-4476-D938-A38C-B0419827E3A2}"/>
                </a:ext>
              </a:extLst>
            </p:cNvPr>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a:extLst>
                <a:ext uri="{FF2B5EF4-FFF2-40B4-BE49-F238E27FC236}">
                  <a16:creationId xmlns:a16="http://schemas.microsoft.com/office/drawing/2014/main" id="{5831552B-52A9-C56A-CD32-9C0F15F3FE23}"/>
                </a:ext>
              </a:extLst>
            </p:cNvPr>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a:extLst>
                <a:ext uri="{FF2B5EF4-FFF2-40B4-BE49-F238E27FC236}">
                  <a16:creationId xmlns:a16="http://schemas.microsoft.com/office/drawing/2014/main" id="{7BA157C1-3184-1D77-3BA3-8240E518607E}"/>
                </a:ext>
              </a:extLst>
            </p:cNvPr>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a:extLst>
                <a:ext uri="{FF2B5EF4-FFF2-40B4-BE49-F238E27FC236}">
                  <a16:creationId xmlns:a16="http://schemas.microsoft.com/office/drawing/2014/main" id="{501D40C9-528D-DBE6-13F2-D9D6445BBBEC}"/>
                </a:ext>
              </a:extLst>
            </p:cNvPr>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a:extLst>
                <a:ext uri="{FF2B5EF4-FFF2-40B4-BE49-F238E27FC236}">
                  <a16:creationId xmlns:a16="http://schemas.microsoft.com/office/drawing/2014/main" id="{D3370959-125A-BAAC-A068-6FBD01C964C6}"/>
                </a:ext>
              </a:extLst>
            </p:cNvPr>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a:extLst>
                <a:ext uri="{FF2B5EF4-FFF2-40B4-BE49-F238E27FC236}">
                  <a16:creationId xmlns:a16="http://schemas.microsoft.com/office/drawing/2014/main" id="{89B6199B-3B0C-5F8B-A8E2-9E621F1DF2E0}"/>
                </a:ext>
              </a:extLst>
            </p:cNvPr>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a:extLst>
                <a:ext uri="{FF2B5EF4-FFF2-40B4-BE49-F238E27FC236}">
                  <a16:creationId xmlns:a16="http://schemas.microsoft.com/office/drawing/2014/main" id="{705E6BFE-215B-66FD-17FD-499F4B63C66F}"/>
                </a:ext>
              </a:extLst>
            </p:cNvPr>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a:extLst>
                <a:ext uri="{FF2B5EF4-FFF2-40B4-BE49-F238E27FC236}">
                  <a16:creationId xmlns:a16="http://schemas.microsoft.com/office/drawing/2014/main" id="{0C6BD889-88CB-60CD-285F-AACFC95FEA75}"/>
                </a:ext>
              </a:extLst>
            </p:cNvPr>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a:extLst>
                <a:ext uri="{FF2B5EF4-FFF2-40B4-BE49-F238E27FC236}">
                  <a16:creationId xmlns:a16="http://schemas.microsoft.com/office/drawing/2014/main" id="{B6A0F76B-9F35-13A1-F163-DCF37940C4B4}"/>
                </a:ext>
              </a:extLst>
            </p:cNvPr>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a:extLst>
                <a:ext uri="{FF2B5EF4-FFF2-40B4-BE49-F238E27FC236}">
                  <a16:creationId xmlns:a16="http://schemas.microsoft.com/office/drawing/2014/main" id="{45A40A0E-93DD-F75F-FECC-2BA7E75171A7}"/>
                </a:ext>
              </a:extLst>
            </p:cNvPr>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a:extLst>
                <a:ext uri="{FF2B5EF4-FFF2-40B4-BE49-F238E27FC236}">
                  <a16:creationId xmlns:a16="http://schemas.microsoft.com/office/drawing/2014/main" id="{03C1EE55-C937-C667-0ECE-7CE4CE7A6B0F}"/>
                </a:ext>
              </a:extLst>
            </p:cNvPr>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a:extLst>
                <a:ext uri="{FF2B5EF4-FFF2-40B4-BE49-F238E27FC236}">
                  <a16:creationId xmlns:a16="http://schemas.microsoft.com/office/drawing/2014/main" id="{83231B59-3649-9022-9231-0FF0B5D7F2FD}"/>
                </a:ext>
              </a:extLst>
            </p:cNvPr>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a:extLst>
                <a:ext uri="{FF2B5EF4-FFF2-40B4-BE49-F238E27FC236}">
                  <a16:creationId xmlns:a16="http://schemas.microsoft.com/office/drawing/2014/main" id="{56F6D483-4F7D-4AA0-75F6-92CCC35F8754}"/>
                </a:ext>
              </a:extLst>
            </p:cNvPr>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a:extLst>
                <a:ext uri="{FF2B5EF4-FFF2-40B4-BE49-F238E27FC236}">
                  <a16:creationId xmlns:a16="http://schemas.microsoft.com/office/drawing/2014/main" id="{24CD925C-DF3A-119E-E03B-3CF71F528DCC}"/>
                </a:ext>
              </a:extLst>
            </p:cNvPr>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a:extLst>
                <a:ext uri="{FF2B5EF4-FFF2-40B4-BE49-F238E27FC236}">
                  <a16:creationId xmlns:a16="http://schemas.microsoft.com/office/drawing/2014/main" id="{719D0DBB-6E7B-4FE1-740B-656A1FAC6500}"/>
                </a:ext>
              </a:extLst>
            </p:cNvPr>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a:extLst>
                <a:ext uri="{FF2B5EF4-FFF2-40B4-BE49-F238E27FC236}">
                  <a16:creationId xmlns:a16="http://schemas.microsoft.com/office/drawing/2014/main" id="{3D978C52-1866-5202-AAC6-DC5C768E9FB3}"/>
                </a:ext>
              </a:extLst>
            </p:cNvPr>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a:extLst>
                <a:ext uri="{FF2B5EF4-FFF2-40B4-BE49-F238E27FC236}">
                  <a16:creationId xmlns:a16="http://schemas.microsoft.com/office/drawing/2014/main" id="{8BAC3E87-F3F5-9B21-659D-D74483F29957}"/>
                </a:ext>
              </a:extLst>
            </p:cNvPr>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a:extLst>
                <a:ext uri="{FF2B5EF4-FFF2-40B4-BE49-F238E27FC236}">
                  <a16:creationId xmlns:a16="http://schemas.microsoft.com/office/drawing/2014/main" id="{773C44FF-0985-2393-97A4-2D7B09CEBC74}"/>
                </a:ext>
              </a:extLst>
            </p:cNvPr>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a:extLst>
                <a:ext uri="{FF2B5EF4-FFF2-40B4-BE49-F238E27FC236}">
                  <a16:creationId xmlns:a16="http://schemas.microsoft.com/office/drawing/2014/main" id="{8990015E-8664-BA99-1DB6-057598A3D0D6}"/>
                </a:ext>
              </a:extLst>
            </p:cNvPr>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a:extLst>
                <a:ext uri="{FF2B5EF4-FFF2-40B4-BE49-F238E27FC236}">
                  <a16:creationId xmlns:a16="http://schemas.microsoft.com/office/drawing/2014/main" id="{73F66DB9-4F9A-D271-3B4A-F5D053E5937F}"/>
                </a:ext>
              </a:extLst>
            </p:cNvPr>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a:extLst>
                <a:ext uri="{FF2B5EF4-FFF2-40B4-BE49-F238E27FC236}">
                  <a16:creationId xmlns:a16="http://schemas.microsoft.com/office/drawing/2014/main" id="{7EAA971C-5CC3-1E7C-7B7D-2982075B3E93}"/>
                </a:ext>
              </a:extLst>
            </p:cNvPr>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a:extLst>
                <a:ext uri="{FF2B5EF4-FFF2-40B4-BE49-F238E27FC236}">
                  <a16:creationId xmlns:a16="http://schemas.microsoft.com/office/drawing/2014/main" id="{1808A7E0-89D1-DD97-90F1-8F328E761943}"/>
                </a:ext>
              </a:extLst>
            </p:cNvPr>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a:extLst>
                <a:ext uri="{FF2B5EF4-FFF2-40B4-BE49-F238E27FC236}">
                  <a16:creationId xmlns:a16="http://schemas.microsoft.com/office/drawing/2014/main" id="{DA111DF3-3253-84E8-9564-7B26BBB80B5C}"/>
                </a:ext>
              </a:extLst>
            </p:cNvPr>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a:extLst>
                <a:ext uri="{FF2B5EF4-FFF2-40B4-BE49-F238E27FC236}">
                  <a16:creationId xmlns:a16="http://schemas.microsoft.com/office/drawing/2014/main" id="{C74922C3-9909-9C0B-123D-F62CC55C0073}"/>
                </a:ext>
              </a:extLst>
            </p:cNvPr>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a:extLst>
                <a:ext uri="{FF2B5EF4-FFF2-40B4-BE49-F238E27FC236}">
                  <a16:creationId xmlns:a16="http://schemas.microsoft.com/office/drawing/2014/main" id="{E1564ABB-D934-41DA-20D8-1B9E1418B26D}"/>
                </a:ext>
              </a:extLst>
            </p:cNvPr>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a:extLst>
                <a:ext uri="{FF2B5EF4-FFF2-40B4-BE49-F238E27FC236}">
                  <a16:creationId xmlns:a16="http://schemas.microsoft.com/office/drawing/2014/main" id="{F4884440-B5EC-7089-990F-9B184C0870DE}"/>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a:extLst>
                <a:ext uri="{FF2B5EF4-FFF2-40B4-BE49-F238E27FC236}">
                  <a16:creationId xmlns:a16="http://schemas.microsoft.com/office/drawing/2014/main" id="{C5606E9F-9395-DE08-6FA6-2F7504D9883F}"/>
                </a:ext>
              </a:extLst>
            </p:cNvPr>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a:extLst>
                <a:ext uri="{FF2B5EF4-FFF2-40B4-BE49-F238E27FC236}">
                  <a16:creationId xmlns:a16="http://schemas.microsoft.com/office/drawing/2014/main" id="{E3534989-4B28-C63C-44F4-54EFD3C48B31}"/>
                </a:ext>
              </a:extLst>
            </p:cNvPr>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a:extLst>
                <a:ext uri="{FF2B5EF4-FFF2-40B4-BE49-F238E27FC236}">
                  <a16:creationId xmlns:a16="http://schemas.microsoft.com/office/drawing/2014/main" id="{F15A7856-4544-C194-B2FA-90088A299255}"/>
                </a:ext>
              </a:extLst>
            </p:cNvPr>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a:extLst>
                <a:ext uri="{FF2B5EF4-FFF2-40B4-BE49-F238E27FC236}">
                  <a16:creationId xmlns:a16="http://schemas.microsoft.com/office/drawing/2014/main" id="{336F71ED-D28F-9BA4-FB36-8AFA0272875F}"/>
                </a:ext>
              </a:extLst>
            </p:cNvPr>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a:extLst>
                <a:ext uri="{FF2B5EF4-FFF2-40B4-BE49-F238E27FC236}">
                  <a16:creationId xmlns:a16="http://schemas.microsoft.com/office/drawing/2014/main" id="{43965B00-64C9-F640-2816-041C82594A2A}"/>
                </a:ext>
              </a:extLst>
            </p:cNvPr>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a:extLst>
                <a:ext uri="{FF2B5EF4-FFF2-40B4-BE49-F238E27FC236}">
                  <a16:creationId xmlns:a16="http://schemas.microsoft.com/office/drawing/2014/main" id="{9B8673E1-71AD-3D25-FC7C-ED4CF249EC4A}"/>
                </a:ext>
              </a:extLst>
            </p:cNvPr>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a:extLst>
                <a:ext uri="{FF2B5EF4-FFF2-40B4-BE49-F238E27FC236}">
                  <a16:creationId xmlns:a16="http://schemas.microsoft.com/office/drawing/2014/main" id="{1472F60A-C0D1-9C89-7A98-E827C556FB78}"/>
                </a:ext>
              </a:extLst>
            </p:cNvPr>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a:extLst>
                <a:ext uri="{FF2B5EF4-FFF2-40B4-BE49-F238E27FC236}">
                  <a16:creationId xmlns:a16="http://schemas.microsoft.com/office/drawing/2014/main" id="{E0D3D2D6-AC32-89D8-3B7A-D46ADF518238}"/>
                </a:ext>
              </a:extLst>
            </p:cNvPr>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a:extLst>
                <a:ext uri="{FF2B5EF4-FFF2-40B4-BE49-F238E27FC236}">
                  <a16:creationId xmlns:a16="http://schemas.microsoft.com/office/drawing/2014/main" id="{0E076C5A-A879-DD98-07A6-5EA12537F925}"/>
                </a:ext>
              </a:extLst>
            </p:cNvPr>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a:extLst>
                <a:ext uri="{FF2B5EF4-FFF2-40B4-BE49-F238E27FC236}">
                  <a16:creationId xmlns:a16="http://schemas.microsoft.com/office/drawing/2014/main" id="{CEF2B77D-A9C0-3B20-E41E-6487253D76D2}"/>
                </a:ext>
              </a:extLst>
            </p:cNvPr>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a:extLst>
                <a:ext uri="{FF2B5EF4-FFF2-40B4-BE49-F238E27FC236}">
                  <a16:creationId xmlns:a16="http://schemas.microsoft.com/office/drawing/2014/main" id="{D32F3EFB-500A-EDE7-4A92-6D70A08F1E2A}"/>
                </a:ext>
              </a:extLst>
            </p:cNvPr>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a:extLst>
                <a:ext uri="{FF2B5EF4-FFF2-40B4-BE49-F238E27FC236}">
                  <a16:creationId xmlns:a16="http://schemas.microsoft.com/office/drawing/2014/main" id="{5B12CD2D-2974-2291-3556-FF61756AD104}"/>
                </a:ext>
              </a:extLst>
            </p:cNvPr>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a:extLst>
                <a:ext uri="{FF2B5EF4-FFF2-40B4-BE49-F238E27FC236}">
                  <a16:creationId xmlns:a16="http://schemas.microsoft.com/office/drawing/2014/main" id="{767A29EF-AB6E-8157-386A-3F31A5F518B1}"/>
                </a:ext>
              </a:extLst>
            </p:cNvPr>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a:extLst>
                <a:ext uri="{FF2B5EF4-FFF2-40B4-BE49-F238E27FC236}">
                  <a16:creationId xmlns:a16="http://schemas.microsoft.com/office/drawing/2014/main" id="{459DCF4E-56AD-453F-B828-2D3AD0E53FB7}"/>
                </a:ext>
              </a:extLst>
            </p:cNvPr>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a:extLst>
                <a:ext uri="{FF2B5EF4-FFF2-40B4-BE49-F238E27FC236}">
                  <a16:creationId xmlns:a16="http://schemas.microsoft.com/office/drawing/2014/main" id="{7A4CD14C-846B-B004-0AB3-AF333B659112}"/>
                </a:ext>
              </a:extLst>
            </p:cNvPr>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a:extLst>
                <a:ext uri="{FF2B5EF4-FFF2-40B4-BE49-F238E27FC236}">
                  <a16:creationId xmlns:a16="http://schemas.microsoft.com/office/drawing/2014/main" id="{4E6667EA-0AA7-166B-E3DA-6A906307C322}"/>
                </a:ext>
              </a:extLst>
            </p:cNvPr>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a:extLst>
                <a:ext uri="{FF2B5EF4-FFF2-40B4-BE49-F238E27FC236}">
                  <a16:creationId xmlns:a16="http://schemas.microsoft.com/office/drawing/2014/main" id="{E34DEAE9-6086-DB8D-7AE3-B88E810B3AAA}"/>
                </a:ext>
              </a:extLst>
            </p:cNvPr>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a:extLst>
                <a:ext uri="{FF2B5EF4-FFF2-40B4-BE49-F238E27FC236}">
                  <a16:creationId xmlns:a16="http://schemas.microsoft.com/office/drawing/2014/main" id="{A1EA696C-7458-1AB5-9699-53896B065184}"/>
                </a:ext>
              </a:extLst>
            </p:cNvPr>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a:extLst>
                <a:ext uri="{FF2B5EF4-FFF2-40B4-BE49-F238E27FC236}">
                  <a16:creationId xmlns:a16="http://schemas.microsoft.com/office/drawing/2014/main" id="{C85140F0-60BC-BB47-C69F-4F6FC6FFA8A5}"/>
                </a:ext>
              </a:extLst>
            </p:cNvPr>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a:extLst>
                <a:ext uri="{FF2B5EF4-FFF2-40B4-BE49-F238E27FC236}">
                  <a16:creationId xmlns:a16="http://schemas.microsoft.com/office/drawing/2014/main" id="{024B9525-A59F-F51A-5C48-A9A3AE79E184}"/>
                </a:ext>
              </a:extLst>
            </p:cNvPr>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a:extLst>
                <a:ext uri="{FF2B5EF4-FFF2-40B4-BE49-F238E27FC236}">
                  <a16:creationId xmlns:a16="http://schemas.microsoft.com/office/drawing/2014/main" id="{32EF3248-2367-715D-4B4F-A3784A8A27A1}"/>
                </a:ext>
              </a:extLst>
            </p:cNvPr>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a:extLst>
                <a:ext uri="{FF2B5EF4-FFF2-40B4-BE49-F238E27FC236}">
                  <a16:creationId xmlns:a16="http://schemas.microsoft.com/office/drawing/2014/main" id="{E7B1730B-E402-2CE9-993C-1BB469F0C6A6}"/>
                </a:ext>
              </a:extLst>
            </p:cNvPr>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a:extLst>
                <a:ext uri="{FF2B5EF4-FFF2-40B4-BE49-F238E27FC236}">
                  <a16:creationId xmlns:a16="http://schemas.microsoft.com/office/drawing/2014/main" id="{012278E2-9A07-E273-1301-42CCDE872C3F}"/>
                </a:ext>
              </a:extLst>
            </p:cNvPr>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a:extLst>
                <a:ext uri="{FF2B5EF4-FFF2-40B4-BE49-F238E27FC236}">
                  <a16:creationId xmlns:a16="http://schemas.microsoft.com/office/drawing/2014/main" id="{117AD5E3-4D16-8F84-D16A-93AC68AC9DAA}"/>
                </a:ext>
              </a:extLst>
            </p:cNvPr>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a:extLst>
                <a:ext uri="{FF2B5EF4-FFF2-40B4-BE49-F238E27FC236}">
                  <a16:creationId xmlns:a16="http://schemas.microsoft.com/office/drawing/2014/main" id="{0BFAB9A2-21A4-B855-E6E7-066A4023F707}"/>
                </a:ext>
              </a:extLst>
            </p:cNvPr>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a:extLst>
                <a:ext uri="{FF2B5EF4-FFF2-40B4-BE49-F238E27FC236}">
                  <a16:creationId xmlns:a16="http://schemas.microsoft.com/office/drawing/2014/main" id="{6EC59211-61F5-F9A3-9700-8D86CC07CF2F}"/>
                </a:ext>
              </a:extLst>
            </p:cNvPr>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a:extLst>
                <a:ext uri="{FF2B5EF4-FFF2-40B4-BE49-F238E27FC236}">
                  <a16:creationId xmlns:a16="http://schemas.microsoft.com/office/drawing/2014/main" id="{506A10C8-4A92-17C2-CB07-CEA53B0D4CC6}"/>
                </a:ext>
              </a:extLst>
            </p:cNvPr>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a:extLst>
                <a:ext uri="{FF2B5EF4-FFF2-40B4-BE49-F238E27FC236}">
                  <a16:creationId xmlns:a16="http://schemas.microsoft.com/office/drawing/2014/main" id="{F68B955E-9072-5BD0-76D4-9111348A4C7B}"/>
                </a:ext>
              </a:extLst>
            </p:cNvPr>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a:extLst>
                <a:ext uri="{FF2B5EF4-FFF2-40B4-BE49-F238E27FC236}">
                  <a16:creationId xmlns:a16="http://schemas.microsoft.com/office/drawing/2014/main" id="{6C0A8818-0BF9-F38C-EB98-800691A2312C}"/>
                </a:ext>
              </a:extLst>
            </p:cNvPr>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a:extLst>
                <a:ext uri="{FF2B5EF4-FFF2-40B4-BE49-F238E27FC236}">
                  <a16:creationId xmlns:a16="http://schemas.microsoft.com/office/drawing/2014/main" id="{5308D060-6021-54BE-2A1D-5AFED4A3D333}"/>
                </a:ext>
              </a:extLst>
            </p:cNvPr>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a:extLst>
                <a:ext uri="{FF2B5EF4-FFF2-40B4-BE49-F238E27FC236}">
                  <a16:creationId xmlns:a16="http://schemas.microsoft.com/office/drawing/2014/main" id="{8E568EFB-129B-DE81-D63E-FA9906175E7D}"/>
                </a:ext>
              </a:extLst>
            </p:cNvPr>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a:extLst>
                <a:ext uri="{FF2B5EF4-FFF2-40B4-BE49-F238E27FC236}">
                  <a16:creationId xmlns:a16="http://schemas.microsoft.com/office/drawing/2014/main" id="{EEC2E43E-B458-ADB5-2F8B-5C19B4CF1D14}"/>
                </a:ext>
              </a:extLst>
            </p:cNvPr>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a:extLst>
                <a:ext uri="{FF2B5EF4-FFF2-40B4-BE49-F238E27FC236}">
                  <a16:creationId xmlns:a16="http://schemas.microsoft.com/office/drawing/2014/main" id="{A01E430D-715A-534F-E364-EF93BC0104F0}"/>
                </a:ext>
              </a:extLst>
            </p:cNvPr>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a:extLst>
                <a:ext uri="{FF2B5EF4-FFF2-40B4-BE49-F238E27FC236}">
                  <a16:creationId xmlns:a16="http://schemas.microsoft.com/office/drawing/2014/main" id="{D393590C-D8A8-E658-0417-F1055D7229CB}"/>
                </a:ext>
              </a:extLst>
            </p:cNvPr>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a:extLst>
                <a:ext uri="{FF2B5EF4-FFF2-40B4-BE49-F238E27FC236}">
                  <a16:creationId xmlns:a16="http://schemas.microsoft.com/office/drawing/2014/main" id="{42FCE3D2-C365-BEF2-A13B-8B0DF24E39E4}"/>
                </a:ext>
              </a:extLst>
            </p:cNvPr>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a:extLst>
                <a:ext uri="{FF2B5EF4-FFF2-40B4-BE49-F238E27FC236}">
                  <a16:creationId xmlns:a16="http://schemas.microsoft.com/office/drawing/2014/main" id="{CAD01C8E-D17A-F3DA-616B-BC801A21F401}"/>
                </a:ext>
              </a:extLst>
            </p:cNvPr>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a:extLst>
                <a:ext uri="{FF2B5EF4-FFF2-40B4-BE49-F238E27FC236}">
                  <a16:creationId xmlns:a16="http://schemas.microsoft.com/office/drawing/2014/main" id="{B9BF0ED1-70D9-040B-C467-70943C881C63}"/>
                </a:ext>
              </a:extLst>
            </p:cNvPr>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a:extLst>
                <a:ext uri="{FF2B5EF4-FFF2-40B4-BE49-F238E27FC236}">
                  <a16:creationId xmlns:a16="http://schemas.microsoft.com/office/drawing/2014/main" id="{05C42874-D8D5-5694-61A8-A6122CB7B700}"/>
                </a:ext>
              </a:extLst>
            </p:cNvPr>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a:extLst>
                <a:ext uri="{FF2B5EF4-FFF2-40B4-BE49-F238E27FC236}">
                  <a16:creationId xmlns:a16="http://schemas.microsoft.com/office/drawing/2014/main" id="{C1B4B32F-6E71-4D2D-C005-981B706EF37F}"/>
                </a:ext>
              </a:extLst>
            </p:cNvPr>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a:extLst>
                <a:ext uri="{FF2B5EF4-FFF2-40B4-BE49-F238E27FC236}">
                  <a16:creationId xmlns:a16="http://schemas.microsoft.com/office/drawing/2014/main" id="{9E2AD158-810E-64E9-F639-943FE1C047EB}"/>
                </a:ext>
              </a:extLst>
            </p:cNvPr>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a:extLst>
                <a:ext uri="{FF2B5EF4-FFF2-40B4-BE49-F238E27FC236}">
                  <a16:creationId xmlns:a16="http://schemas.microsoft.com/office/drawing/2014/main" id="{C8EDB94D-F9D9-CA59-2C5F-BA473EB39359}"/>
                </a:ext>
              </a:extLst>
            </p:cNvPr>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a:extLst>
                <a:ext uri="{FF2B5EF4-FFF2-40B4-BE49-F238E27FC236}">
                  <a16:creationId xmlns:a16="http://schemas.microsoft.com/office/drawing/2014/main" id="{DDC1035D-FC38-746E-ACD3-471678FA1B40}"/>
                </a:ext>
              </a:extLst>
            </p:cNvPr>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a:extLst>
                <a:ext uri="{FF2B5EF4-FFF2-40B4-BE49-F238E27FC236}">
                  <a16:creationId xmlns:a16="http://schemas.microsoft.com/office/drawing/2014/main" id="{ACD2B2B9-0A64-735B-B2F6-1A411D15B4D1}"/>
                </a:ext>
              </a:extLst>
            </p:cNvPr>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a:extLst>
                <a:ext uri="{FF2B5EF4-FFF2-40B4-BE49-F238E27FC236}">
                  <a16:creationId xmlns:a16="http://schemas.microsoft.com/office/drawing/2014/main" id="{EA0C2848-FEAA-0A0A-FB65-7874B3278D3A}"/>
                </a:ext>
              </a:extLst>
            </p:cNvPr>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a:extLst>
                <a:ext uri="{FF2B5EF4-FFF2-40B4-BE49-F238E27FC236}">
                  <a16:creationId xmlns:a16="http://schemas.microsoft.com/office/drawing/2014/main" id="{F2E3E11E-CE20-5E86-883F-1CE1593A6D77}"/>
                </a:ext>
              </a:extLst>
            </p:cNvPr>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a:extLst>
                <a:ext uri="{FF2B5EF4-FFF2-40B4-BE49-F238E27FC236}">
                  <a16:creationId xmlns:a16="http://schemas.microsoft.com/office/drawing/2014/main" id="{446888F7-AAE5-ED33-4B74-8679E8115FD1}"/>
                </a:ext>
              </a:extLst>
            </p:cNvPr>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a:extLst>
                <a:ext uri="{FF2B5EF4-FFF2-40B4-BE49-F238E27FC236}">
                  <a16:creationId xmlns:a16="http://schemas.microsoft.com/office/drawing/2014/main" id="{A5944CDD-7696-87D4-777A-55486D4253A1}"/>
                </a:ext>
              </a:extLst>
            </p:cNvPr>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a:extLst>
                <a:ext uri="{FF2B5EF4-FFF2-40B4-BE49-F238E27FC236}">
                  <a16:creationId xmlns:a16="http://schemas.microsoft.com/office/drawing/2014/main" id="{34F4550B-8A55-C80B-BA4A-8A761F2D277D}"/>
                </a:ext>
              </a:extLst>
            </p:cNvPr>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a:extLst>
                <a:ext uri="{FF2B5EF4-FFF2-40B4-BE49-F238E27FC236}">
                  <a16:creationId xmlns:a16="http://schemas.microsoft.com/office/drawing/2014/main" id="{5B37F432-6FF6-E345-80B1-EA5C964E3873}"/>
                </a:ext>
              </a:extLst>
            </p:cNvPr>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a:extLst>
                <a:ext uri="{FF2B5EF4-FFF2-40B4-BE49-F238E27FC236}">
                  <a16:creationId xmlns:a16="http://schemas.microsoft.com/office/drawing/2014/main" id="{CA8960B6-A5AB-70E9-6050-B518AB01F15E}"/>
                </a:ext>
              </a:extLst>
            </p:cNvPr>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a:extLst>
                <a:ext uri="{FF2B5EF4-FFF2-40B4-BE49-F238E27FC236}">
                  <a16:creationId xmlns:a16="http://schemas.microsoft.com/office/drawing/2014/main" id="{44C83C24-5296-02E9-4718-144D5B3BF8AF}"/>
                </a:ext>
              </a:extLst>
            </p:cNvPr>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a:extLst>
                <a:ext uri="{FF2B5EF4-FFF2-40B4-BE49-F238E27FC236}">
                  <a16:creationId xmlns:a16="http://schemas.microsoft.com/office/drawing/2014/main" id="{DCDFDA6D-1365-2B63-47B0-F15294517D30}"/>
                </a:ext>
              </a:extLst>
            </p:cNvPr>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a:extLst>
                <a:ext uri="{FF2B5EF4-FFF2-40B4-BE49-F238E27FC236}">
                  <a16:creationId xmlns:a16="http://schemas.microsoft.com/office/drawing/2014/main" id="{C06EBD1D-622A-6A3A-9BB5-5AB7C4C33B2A}"/>
                </a:ext>
              </a:extLst>
            </p:cNvPr>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a:extLst>
                <a:ext uri="{FF2B5EF4-FFF2-40B4-BE49-F238E27FC236}">
                  <a16:creationId xmlns:a16="http://schemas.microsoft.com/office/drawing/2014/main" id="{9E04DC2F-46FA-DAF3-F608-77D809325FE7}"/>
                </a:ext>
              </a:extLst>
            </p:cNvPr>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a:extLst>
                <a:ext uri="{FF2B5EF4-FFF2-40B4-BE49-F238E27FC236}">
                  <a16:creationId xmlns:a16="http://schemas.microsoft.com/office/drawing/2014/main" id="{DD482CE1-59F0-63A7-A50A-68B3747A7AE0}"/>
                </a:ext>
              </a:extLst>
            </p:cNvPr>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a:extLst>
                <a:ext uri="{FF2B5EF4-FFF2-40B4-BE49-F238E27FC236}">
                  <a16:creationId xmlns:a16="http://schemas.microsoft.com/office/drawing/2014/main" id="{907E5FD9-8AA8-C578-EDD3-408451CA98DC}"/>
                </a:ext>
              </a:extLst>
            </p:cNvPr>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a:extLst>
                <a:ext uri="{FF2B5EF4-FFF2-40B4-BE49-F238E27FC236}">
                  <a16:creationId xmlns:a16="http://schemas.microsoft.com/office/drawing/2014/main" id="{61715411-6F0A-E7F6-A4AA-3B38A47E155D}"/>
                </a:ext>
              </a:extLst>
            </p:cNvPr>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a:extLst>
                <a:ext uri="{FF2B5EF4-FFF2-40B4-BE49-F238E27FC236}">
                  <a16:creationId xmlns:a16="http://schemas.microsoft.com/office/drawing/2014/main" id="{5C7C004E-A6D2-4C1C-2525-5DC11DA668CC}"/>
                </a:ext>
              </a:extLst>
            </p:cNvPr>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a:extLst>
                <a:ext uri="{FF2B5EF4-FFF2-40B4-BE49-F238E27FC236}">
                  <a16:creationId xmlns:a16="http://schemas.microsoft.com/office/drawing/2014/main" id="{DC61D13C-A276-F44F-2699-05F571E62202}"/>
                </a:ext>
              </a:extLst>
            </p:cNvPr>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a:extLst>
                <a:ext uri="{FF2B5EF4-FFF2-40B4-BE49-F238E27FC236}">
                  <a16:creationId xmlns:a16="http://schemas.microsoft.com/office/drawing/2014/main" id="{210B6E89-5BC8-1B1A-A38C-081BEEB1E009}"/>
                </a:ext>
              </a:extLst>
            </p:cNvPr>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a:extLst>
                <a:ext uri="{FF2B5EF4-FFF2-40B4-BE49-F238E27FC236}">
                  <a16:creationId xmlns:a16="http://schemas.microsoft.com/office/drawing/2014/main" id="{5471EF31-080D-1C8A-232E-F17638DC57CE}"/>
                </a:ext>
              </a:extLst>
            </p:cNvPr>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a:extLst>
                <a:ext uri="{FF2B5EF4-FFF2-40B4-BE49-F238E27FC236}">
                  <a16:creationId xmlns:a16="http://schemas.microsoft.com/office/drawing/2014/main" id="{9FBDB20C-A1CF-B700-5F30-E411F6BF4063}"/>
                </a:ext>
              </a:extLst>
            </p:cNvPr>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a:extLst>
                <a:ext uri="{FF2B5EF4-FFF2-40B4-BE49-F238E27FC236}">
                  <a16:creationId xmlns:a16="http://schemas.microsoft.com/office/drawing/2014/main" id="{77803C74-0927-72B8-2971-7F3391F98BDF}"/>
                </a:ext>
              </a:extLst>
            </p:cNvPr>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a:extLst>
                <a:ext uri="{FF2B5EF4-FFF2-40B4-BE49-F238E27FC236}">
                  <a16:creationId xmlns:a16="http://schemas.microsoft.com/office/drawing/2014/main" id="{23950370-DC8A-507C-CF20-5F45A2AF5522}"/>
                </a:ext>
              </a:extLst>
            </p:cNvPr>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a:extLst>
                <a:ext uri="{FF2B5EF4-FFF2-40B4-BE49-F238E27FC236}">
                  <a16:creationId xmlns:a16="http://schemas.microsoft.com/office/drawing/2014/main" id="{FE4C36E0-1E65-31BD-7C3D-116D8C46B8CD}"/>
                </a:ext>
              </a:extLst>
            </p:cNvPr>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a:extLst>
                <a:ext uri="{FF2B5EF4-FFF2-40B4-BE49-F238E27FC236}">
                  <a16:creationId xmlns:a16="http://schemas.microsoft.com/office/drawing/2014/main" id="{C716B8F7-11D0-0C9B-E1AF-F82A450CC779}"/>
                </a:ext>
              </a:extLst>
            </p:cNvPr>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a:extLst>
                <a:ext uri="{FF2B5EF4-FFF2-40B4-BE49-F238E27FC236}">
                  <a16:creationId xmlns:a16="http://schemas.microsoft.com/office/drawing/2014/main" id="{56C3EF22-DD38-6750-E957-6D9696A6B917}"/>
                </a:ext>
              </a:extLst>
            </p:cNvPr>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a:extLst>
                <a:ext uri="{FF2B5EF4-FFF2-40B4-BE49-F238E27FC236}">
                  <a16:creationId xmlns:a16="http://schemas.microsoft.com/office/drawing/2014/main" id="{67907398-C5DD-8C0E-C9BD-B4375AFE0A2F}"/>
                </a:ext>
              </a:extLst>
            </p:cNvPr>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a:extLst>
                <a:ext uri="{FF2B5EF4-FFF2-40B4-BE49-F238E27FC236}">
                  <a16:creationId xmlns:a16="http://schemas.microsoft.com/office/drawing/2014/main" id="{5244F185-2586-8B23-B65C-6CF288B5A0AA}"/>
                </a:ext>
              </a:extLst>
            </p:cNvPr>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a:extLst>
                <a:ext uri="{FF2B5EF4-FFF2-40B4-BE49-F238E27FC236}">
                  <a16:creationId xmlns:a16="http://schemas.microsoft.com/office/drawing/2014/main" id="{40A3A700-8C4E-E738-1DEE-FC7F06F1A44B}"/>
                </a:ext>
              </a:extLst>
            </p:cNvPr>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a:extLst>
                <a:ext uri="{FF2B5EF4-FFF2-40B4-BE49-F238E27FC236}">
                  <a16:creationId xmlns:a16="http://schemas.microsoft.com/office/drawing/2014/main" id="{091183C9-9468-841D-B270-7ABB288172CD}"/>
                </a:ext>
              </a:extLst>
            </p:cNvPr>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a:extLst>
                <a:ext uri="{FF2B5EF4-FFF2-40B4-BE49-F238E27FC236}">
                  <a16:creationId xmlns:a16="http://schemas.microsoft.com/office/drawing/2014/main" id="{07B3F10E-EE3A-CC5B-0F81-CE82BCAFD29B}"/>
                </a:ext>
              </a:extLst>
            </p:cNvPr>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a:extLst>
                <a:ext uri="{FF2B5EF4-FFF2-40B4-BE49-F238E27FC236}">
                  <a16:creationId xmlns:a16="http://schemas.microsoft.com/office/drawing/2014/main" id="{CDA18CB0-B909-7F31-70D4-EE3A73E73AE3}"/>
                </a:ext>
              </a:extLst>
            </p:cNvPr>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a:extLst>
                <a:ext uri="{FF2B5EF4-FFF2-40B4-BE49-F238E27FC236}">
                  <a16:creationId xmlns:a16="http://schemas.microsoft.com/office/drawing/2014/main" id="{821A5529-6ED7-C613-F448-9816FF2F9EDD}"/>
                </a:ext>
              </a:extLst>
            </p:cNvPr>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a:extLst>
                <a:ext uri="{FF2B5EF4-FFF2-40B4-BE49-F238E27FC236}">
                  <a16:creationId xmlns:a16="http://schemas.microsoft.com/office/drawing/2014/main" id="{B8CBE1FC-2532-FFEB-7506-34BAA610C571}"/>
                </a:ext>
              </a:extLst>
            </p:cNvPr>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a:extLst>
                <a:ext uri="{FF2B5EF4-FFF2-40B4-BE49-F238E27FC236}">
                  <a16:creationId xmlns:a16="http://schemas.microsoft.com/office/drawing/2014/main" id="{BE1379E2-7D93-CA7C-7C50-D12FAD9D5E0F}"/>
                </a:ext>
              </a:extLst>
            </p:cNvPr>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a:extLst>
                <a:ext uri="{FF2B5EF4-FFF2-40B4-BE49-F238E27FC236}">
                  <a16:creationId xmlns:a16="http://schemas.microsoft.com/office/drawing/2014/main" id="{66DF9DA3-8BFC-1AE8-D968-3A19B757C97A}"/>
                </a:ext>
              </a:extLst>
            </p:cNvPr>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a:extLst>
                <a:ext uri="{FF2B5EF4-FFF2-40B4-BE49-F238E27FC236}">
                  <a16:creationId xmlns:a16="http://schemas.microsoft.com/office/drawing/2014/main" id="{7452418A-0918-439E-5063-3464F329EFDD}"/>
                </a:ext>
              </a:extLst>
            </p:cNvPr>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a:extLst>
                <a:ext uri="{FF2B5EF4-FFF2-40B4-BE49-F238E27FC236}">
                  <a16:creationId xmlns:a16="http://schemas.microsoft.com/office/drawing/2014/main" id="{6F0F82E9-DE0B-8617-109C-02909C5DBFED}"/>
                </a:ext>
              </a:extLst>
            </p:cNvPr>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a:extLst>
                <a:ext uri="{FF2B5EF4-FFF2-40B4-BE49-F238E27FC236}">
                  <a16:creationId xmlns:a16="http://schemas.microsoft.com/office/drawing/2014/main" id="{17E37089-DB10-6071-2DD2-31F677F270DF}"/>
                </a:ext>
              </a:extLst>
            </p:cNvPr>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a:extLst>
                <a:ext uri="{FF2B5EF4-FFF2-40B4-BE49-F238E27FC236}">
                  <a16:creationId xmlns:a16="http://schemas.microsoft.com/office/drawing/2014/main" id="{10CE02A2-DEE3-2027-5FD1-B0D1C42BAC4F}"/>
                </a:ext>
              </a:extLst>
            </p:cNvPr>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a:extLst>
                <a:ext uri="{FF2B5EF4-FFF2-40B4-BE49-F238E27FC236}">
                  <a16:creationId xmlns:a16="http://schemas.microsoft.com/office/drawing/2014/main" id="{723D1FCB-CBDA-B1B7-89EA-C352D4396DDF}"/>
                </a:ext>
              </a:extLst>
            </p:cNvPr>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a:extLst>
                <a:ext uri="{FF2B5EF4-FFF2-40B4-BE49-F238E27FC236}">
                  <a16:creationId xmlns:a16="http://schemas.microsoft.com/office/drawing/2014/main" id="{488C0332-59C1-F5F2-01DB-EF2E93E26485}"/>
                </a:ext>
              </a:extLst>
            </p:cNvPr>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a:extLst>
                <a:ext uri="{FF2B5EF4-FFF2-40B4-BE49-F238E27FC236}">
                  <a16:creationId xmlns:a16="http://schemas.microsoft.com/office/drawing/2014/main" id="{1E4E452A-38BE-6805-8184-372994969BB0}"/>
                </a:ext>
              </a:extLst>
            </p:cNvPr>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a:extLst>
                <a:ext uri="{FF2B5EF4-FFF2-40B4-BE49-F238E27FC236}">
                  <a16:creationId xmlns:a16="http://schemas.microsoft.com/office/drawing/2014/main" id="{1585EDF4-F9E4-633F-7AE2-E3CE398EA8D1}"/>
                </a:ext>
              </a:extLst>
            </p:cNvPr>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a:extLst>
                <a:ext uri="{FF2B5EF4-FFF2-40B4-BE49-F238E27FC236}">
                  <a16:creationId xmlns:a16="http://schemas.microsoft.com/office/drawing/2014/main" id="{9F464D9F-0CBA-EC38-C624-A5F22FDBD721}"/>
                </a:ext>
              </a:extLst>
            </p:cNvPr>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a:extLst>
                <a:ext uri="{FF2B5EF4-FFF2-40B4-BE49-F238E27FC236}">
                  <a16:creationId xmlns:a16="http://schemas.microsoft.com/office/drawing/2014/main" id="{284571B9-C762-00C5-C722-715EA10A907A}"/>
                </a:ext>
              </a:extLst>
            </p:cNvPr>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a:extLst>
                <a:ext uri="{FF2B5EF4-FFF2-40B4-BE49-F238E27FC236}">
                  <a16:creationId xmlns:a16="http://schemas.microsoft.com/office/drawing/2014/main" id="{EEC27B58-19F0-4712-FBC1-554137276250}"/>
                </a:ext>
              </a:extLst>
            </p:cNvPr>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a:extLst>
                <a:ext uri="{FF2B5EF4-FFF2-40B4-BE49-F238E27FC236}">
                  <a16:creationId xmlns:a16="http://schemas.microsoft.com/office/drawing/2014/main" id="{6960EB64-FA6B-8372-948E-15B058953BA0}"/>
                </a:ext>
              </a:extLst>
            </p:cNvPr>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a:extLst>
                <a:ext uri="{FF2B5EF4-FFF2-40B4-BE49-F238E27FC236}">
                  <a16:creationId xmlns:a16="http://schemas.microsoft.com/office/drawing/2014/main" id="{AF8A294B-C348-F71F-F9DA-B2FA2A291127}"/>
                </a:ext>
              </a:extLst>
            </p:cNvPr>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a:extLst>
                <a:ext uri="{FF2B5EF4-FFF2-40B4-BE49-F238E27FC236}">
                  <a16:creationId xmlns:a16="http://schemas.microsoft.com/office/drawing/2014/main" id="{3A8D7C58-E2B3-B98C-9F29-4ED695AEFFEA}"/>
                </a:ext>
              </a:extLst>
            </p:cNvPr>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a:extLst>
                <a:ext uri="{FF2B5EF4-FFF2-40B4-BE49-F238E27FC236}">
                  <a16:creationId xmlns:a16="http://schemas.microsoft.com/office/drawing/2014/main" id="{E10FEBD1-6735-2C02-759F-2BDCC9F0134C}"/>
                </a:ext>
              </a:extLst>
            </p:cNvPr>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a:extLst>
                <a:ext uri="{FF2B5EF4-FFF2-40B4-BE49-F238E27FC236}">
                  <a16:creationId xmlns:a16="http://schemas.microsoft.com/office/drawing/2014/main" id="{9817D80B-A14F-5CA7-6F80-FE814CAF8245}"/>
                </a:ext>
              </a:extLst>
            </p:cNvPr>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a:extLst>
                <a:ext uri="{FF2B5EF4-FFF2-40B4-BE49-F238E27FC236}">
                  <a16:creationId xmlns:a16="http://schemas.microsoft.com/office/drawing/2014/main" id="{304F6EA6-9DE9-D867-8473-66053590BECB}"/>
                </a:ext>
              </a:extLst>
            </p:cNvPr>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a:extLst>
                <a:ext uri="{FF2B5EF4-FFF2-40B4-BE49-F238E27FC236}">
                  <a16:creationId xmlns:a16="http://schemas.microsoft.com/office/drawing/2014/main" id="{5B48208F-5597-3E07-A3A3-07E307CCACD2}"/>
                </a:ext>
              </a:extLst>
            </p:cNvPr>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a:extLst>
              <a:ext uri="{FF2B5EF4-FFF2-40B4-BE49-F238E27FC236}">
                <a16:creationId xmlns:a16="http://schemas.microsoft.com/office/drawing/2014/main" id="{E3227D4D-4A26-9A4D-A47A-D83C043E717A}"/>
              </a:ext>
            </a:extLst>
          </p:cNvPr>
          <p:cNvGrpSpPr/>
          <p:nvPr/>
        </p:nvGrpSpPr>
        <p:grpSpPr>
          <a:xfrm>
            <a:off x="459961" y="301521"/>
            <a:ext cx="510276" cy="1011126"/>
            <a:chOff x="331179" y="148675"/>
            <a:chExt cx="557496" cy="1104693"/>
          </a:xfrm>
        </p:grpSpPr>
        <p:sp>
          <p:nvSpPr>
            <p:cNvPr id="649" name="Google Shape;649;p31">
              <a:extLst>
                <a:ext uri="{FF2B5EF4-FFF2-40B4-BE49-F238E27FC236}">
                  <a16:creationId xmlns:a16="http://schemas.microsoft.com/office/drawing/2014/main" id="{B8D5F9EE-74AC-4E83-6B75-FFFDC69C2615}"/>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a:extLst>
                <a:ext uri="{FF2B5EF4-FFF2-40B4-BE49-F238E27FC236}">
                  <a16:creationId xmlns:a16="http://schemas.microsoft.com/office/drawing/2014/main" id="{C2361A89-09F8-A84A-12D8-062AC214644D}"/>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a:extLst>
                <a:ext uri="{FF2B5EF4-FFF2-40B4-BE49-F238E27FC236}">
                  <a16:creationId xmlns:a16="http://schemas.microsoft.com/office/drawing/2014/main" id="{5209053F-A68F-B3C4-6C79-2AA4F7F15D4D}"/>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a:extLst>
                <a:ext uri="{FF2B5EF4-FFF2-40B4-BE49-F238E27FC236}">
                  <a16:creationId xmlns:a16="http://schemas.microsoft.com/office/drawing/2014/main" id="{1AFF4065-6511-4B94-F895-159B6E9D472C}"/>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a:extLst>
                <a:ext uri="{FF2B5EF4-FFF2-40B4-BE49-F238E27FC236}">
                  <a16:creationId xmlns:a16="http://schemas.microsoft.com/office/drawing/2014/main" id="{CD867CF1-3E54-5BB1-8EC2-9CC76C56EAAC}"/>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a:extLst>
                <a:ext uri="{FF2B5EF4-FFF2-40B4-BE49-F238E27FC236}">
                  <a16:creationId xmlns:a16="http://schemas.microsoft.com/office/drawing/2014/main" id="{4D2B9CA7-3726-5004-2A3B-BEB9A97B1357}"/>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a:extLst>
                <a:ext uri="{FF2B5EF4-FFF2-40B4-BE49-F238E27FC236}">
                  <a16:creationId xmlns:a16="http://schemas.microsoft.com/office/drawing/2014/main" id="{C2242E8E-A197-D5C7-886C-6FF1B27207CC}"/>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a:extLst>
                <a:ext uri="{FF2B5EF4-FFF2-40B4-BE49-F238E27FC236}">
                  <a16:creationId xmlns:a16="http://schemas.microsoft.com/office/drawing/2014/main" id="{487A7EA6-DD5B-F86B-F9AC-517AA36BD7B5}"/>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a:extLst>
                <a:ext uri="{FF2B5EF4-FFF2-40B4-BE49-F238E27FC236}">
                  <a16:creationId xmlns:a16="http://schemas.microsoft.com/office/drawing/2014/main" id="{7159E813-725B-283A-18EA-8A36C06BB967}"/>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a:extLst>
                <a:ext uri="{FF2B5EF4-FFF2-40B4-BE49-F238E27FC236}">
                  <a16:creationId xmlns:a16="http://schemas.microsoft.com/office/drawing/2014/main" id="{5555DE86-D694-FA85-8780-1F8BC16CEE20}"/>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a:extLst>
                <a:ext uri="{FF2B5EF4-FFF2-40B4-BE49-F238E27FC236}">
                  <a16:creationId xmlns:a16="http://schemas.microsoft.com/office/drawing/2014/main" id="{87FD3659-6E8D-BA5E-91CE-2B8A374DF8EE}"/>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a:extLst>
                <a:ext uri="{FF2B5EF4-FFF2-40B4-BE49-F238E27FC236}">
                  <a16:creationId xmlns:a16="http://schemas.microsoft.com/office/drawing/2014/main" id="{614D177E-8720-105C-3B23-713DF13F20FE}"/>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a:extLst>
                <a:ext uri="{FF2B5EF4-FFF2-40B4-BE49-F238E27FC236}">
                  <a16:creationId xmlns:a16="http://schemas.microsoft.com/office/drawing/2014/main" id="{C8C86D39-458D-8A20-AA3F-BFF3C47B3462}"/>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a:extLst>
                <a:ext uri="{FF2B5EF4-FFF2-40B4-BE49-F238E27FC236}">
                  <a16:creationId xmlns:a16="http://schemas.microsoft.com/office/drawing/2014/main" id="{7A043BAB-182C-68F4-9CF0-ABCF6AE4CA38}"/>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a:extLst>
                <a:ext uri="{FF2B5EF4-FFF2-40B4-BE49-F238E27FC236}">
                  <a16:creationId xmlns:a16="http://schemas.microsoft.com/office/drawing/2014/main" id="{5495EEE2-6E9D-71DC-714C-FD7643902E85}"/>
                </a:ext>
              </a:extLst>
            </p:cNvPr>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a:extLst>
                <a:ext uri="{FF2B5EF4-FFF2-40B4-BE49-F238E27FC236}">
                  <a16:creationId xmlns:a16="http://schemas.microsoft.com/office/drawing/2014/main" id="{6C17E503-2CBC-C01B-1D7E-78603A6B581F}"/>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a:extLst>
                <a:ext uri="{FF2B5EF4-FFF2-40B4-BE49-F238E27FC236}">
                  <a16:creationId xmlns:a16="http://schemas.microsoft.com/office/drawing/2014/main" id="{CBBACA35-BC70-00F8-0D5A-15ADB01C5963}"/>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a:extLst>
                <a:ext uri="{FF2B5EF4-FFF2-40B4-BE49-F238E27FC236}">
                  <a16:creationId xmlns:a16="http://schemas.microsoft.com/office/drawing/2014/main" id="{D8B8430C-BF75-8403-0771-87A173CDF6E1}"/>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a:extLst>
                <a:ext uri="{FF2B5EF4-FFF2-40B4-BE49-F238E27FC236}">
                  <a16:creationId xmlns:a16="http://schemas.microsoft.com/office/drawing/2014/main" id="{CD76B152-1D22-524C-CDD4-5194477CF401}"/>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TextBox 2">
            <a:extLst>
              <a:ext uri="{FF2B5EF4-FFF2-40B4-BE49-F238E27FC236}">
                <a16:creationId xmlns:a16="http://schemas.microsoft.com/office/drawing/2014/main" id="{4B23D9BE-F688-46F2-A397-CD661EB5C814}"/>
              </a:ext>
            </a:extLst>
          </p:cNvPr>
          <p:cNvSpPr txBox="1"/>
          <p:nvPr/>
        </p:nvSpPr>
        <p:spPr>
          <a:xfrm>
            <a:off x="780527" y="1701489"/>
            <a:ext cx="2238445" cy="1265924"/>
          </a:xfrm>
          <a:prstGeom prst="rect">
            <a:avLst/>
          </a:prstGeom>
          <a:noFill/>
        </p:spPr>
        <p:txBody>
          <a:bodyPr wrap="square">
            <a:spAutoFit/>
          </a:bodyPr>
          <a:lstStyle/>
          <a:p>
            <a:pPr>
              <a:lnSpc>
                <a:spcPts val="4850"/>
              </a:lnSpc>
            </a:pP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Cơ</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chế</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tấn</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a:t>
            </a:r>
            <a:r>
              <a:rPr lang="en-US" sz="2800" dirty="0" err="1">
                <a:solidFill>
                  <a:schemeClr val="tx1">
                    <a:lumMod val="50000"/>
                  </a:schemeClr>
                </a:solidFill>
                <a:latin typeface="Bahnschrift SemiBold Condensed" panose="020B0502040204020203" pitchFamily="34" charset="0"/>
                <a:ea typeface="Anton" pitchFamily="34" charset="-122"/>
                <a:cs typeface="Anton" pitchFamily="34" charset="-120"/>
              </a:rPr>
              <a:t>công</a:t>
            </a:r>
            <a:r>
              <a:rPr lang="en-US" sz="2800" dirty="0">
                <a:solidFill>
                  <a:schemeClr val="tx1">
                    <a:lumMod val="50000"/>
                  </a:schemeClr>
                </a:solidFill>
                <a:latin typeface="Bahnschrift SemiBold Condensed" panose="020B0502040204020203" pitchFamily="34" charset="0"/>
                <a:ea typeface="Anton" pitchFamily="34" charset="-122"/>
                <a:cs typeface="Anton" pitchFamily="34" charset="-120"/>
              </a:rPr>
              <a:t> DDoS SYN Flood</a:t>
            </a:r>
            <a:endParaRPr lang="en-US" sz="2800" dirty="0">
              <a:solidFill>
                <a:schemeClr val="tx1">
                  <a:lumMod val="50000"/>
                </a:schemeClr>
              </a:solidFill>
              <a:latin typeface="Bahnschrift SemiBold Condensed" panose="020B0502040204020203" pitchFamily="34" charset="0"/>
            </a:endParaRPr>
          </a:p>
        </p:txBody>
      </p:sp>
      <p:sp>
        <p:nvSpPr>
          <p:cNvPr id="4" name="TextBox 3">
            <a:extLst>
              <a:ext uri="{FF2B5EF4-FFF2-40B4-BE49-F238E27FC236}">
                <a16:creationId xmlns:a16="http://schemas.microsoft.com/office/drawing/2014/main" id="{31BB85D6-3576-A02D-E19F-05434A0D69FB}"/>
              </a:ext>
            </a:extLst>
          </p:cNvPr>
          <p:cNvSpPr txBox="1"/>
          <p:nvPr/>
        </p:nvSpPr>
        <p:spPr>
          <a:xfrm>
            <a:off x="-1043054" y="-1610838"/>
            <a:ext cx="5061438" cy="1169551"/>
          </a:xfrm>
          <a:prstGeom prst="rect">
            <a:avLst/>
          </a:prstGeom>
          <a:noFill/>
        </p:spPr>
        <p:txBody>
          <a:bodyPr wrap="square">
            <a:spAutoFit/>
          </a:bodyPr>
          <a:lstStyle/>
          <a:p>
            <a:r>
              <a:rPr lang="vi-VN" dirty="0">
                <a:latin typeface="Bahnschrift Light" panose="020B0502040204020203" pitchFamily="34" charset="0"/>
              </a:rPr>
              <a:t>Gia tăng bùng nổ: Tần suất tấn công DDoS toàn cầu và tại Việt Nam liên tục lập đỉnh mới (hàng triệu vụ/năm).</a:t>
            </a:r>
          </a:p>
          <a:p>
            <a:r>
              <a:rPr lang="vi-VN" dirty="0">
                <a:latin typeface="Bahnschrift Light" panose="020B0502040204020203" pitchFamily="34" charset="0"/>
              </a:rPr>
              <a:t>Vũ khí hóa AI &amp; Botnet: Ghi nhận khoảng 46% các vụ tấn công DDoS hiện nay có sự can thiệp của AI nhằm tự động hóa, chuyển hướng mục tiêu và lẩn tránh hệ thống phòng thủ.</a:t>
            </a:r>
            <a:endParaRPr lang="en-US" dirty="0">
              <a:latin typeface="Bahnschrift Light" panose="020B0502040204020203" pitchFamily="34" charset="0"/>
            </a:endParaRPr>
          </a:p>
        </p:txBody>
      </p:sp>
      <p:sp>
        <p:nvSpPr>
          <p:cNvPr id="6" name="TextBox 5">
            <a:extLst>
              <a:ext uri="{FF2B5EF4-FFF2-40B4-BE49-F238E27FC236}">
                <a16:creationId xmlns:a16="http://schemas.microsoft.com/office/drawing/2014/main" id="{813BA886-CD91-10F5-05E4-AF06E168C970}"/>
              </a:ext>
            </a:extLst>
          </p:cNvPr>
          <p:cNvSpPr txBox="1"/>
          <p:nvPr/>
        </p:nvSpPr>
        <p:spPr>
          <a:xfrm>
            <a:off x="-5259946" y="2433184"/>
            <a:ext cx="5061438" cy="307777"/>
          </a:xfrm>
          <a:prstGeom prst="rect">
            <a:avLst/>
          </a:prstGeom>
          <a:noFill/>
        </p:spPr>
        <p:txBody>
          <a:bodyPr wrap="square">
            <a:spAutoFit/>
          </a:bodyPr>
          <a:lstStyle/>
          <a:p>
            <a:r>
              <a:rPr lang="en-US" dirty="0">
                <a:latin typeface="Bahnschrift SemiBold Condensed" panose="020B0502040204020203" pitchFamily="34" charset="0"/>
              </a:rPr>
              <a:t>2. </a:t>
            </a:r>
            <a:r>
              <a:rPr lang="en-US" dirty="0" err="1">
                <a:latin typeface="Bahnschrift SemiBold Condensed" panose="020B0502040204020203" pitchFamily="34" charset="0"/>
              </a:rPr>
              <a:t>Vấn</a:t>
            </a:r>
            <a:r>
              <a:rPr lang="en-US" dirty="0">
                <a:latin typeface="Bahnschrift SemiBold Condensed" panose="020B0502040204020203" pitchFamily="34" charset="0"/>
              </a:rPr>
              <a:t> </a:t>
            </a:r>
            <a:r>
              <a:rPr lang="en-US" dirty="0" err="1">
                <a:latin typeface="Bahnschrift SemiBold Condensed" panose="020B0502040204020203" pitchFamily="34" charset="0"/>
              </a:rPr>
              <a:t>đề</a:t>
            </a:r>
            <a:r>
              <a:rPr lang="en-US" dirty="0">
                <a:latin typeface="Bahnschrift SemiBold Condensed" panose="020B0502040204020203" pitchFamily="34" charset="0"/>
              </a:rPr>
              <a:t> </a:t>
            </a:r>
            <a:r>
              <a:rPr lang="en-US" dirty="0" err="1">
                <a:latin typeface="Bahnschrift SemiBold Condensed" panose="020B0502040204020203" pitchFamily="34" charset="0"/>
              </a:rPr>
              <a:t>cốt</a:t>
            </a:r>
            <a:r>
              <a:rPr lang="en-US" dirty="0">
                <a:latin typeface="Bahnschrift SemiBold Condensed" panose="020B0502040204020203" pitchFamily="34" charset="0"/>
              </a:rPr>
              <a:t> </a:t>
            </a:r>
            <a:r>
              <a:rPr lang="en-US" dirty="0" err="1">
                <a:latin typeface="Bahnschrift SemiBold Condensed" panose="020B0502040204020203" pitchFamily="34" charset="0"/>
              </a:rPr>
              <a:t>lõi</a:t>
            </a:r>
            <a:r>
              <a:rPr lang="en-US" dirty="0">
                <a:latin typeface="Bahnschrift SemiBold Condensed" panose="020B0502040204020203" pitchFamily="34" charset="0"/>
              </a:rPr>
              <a:t>: </a:t>
            </a:r>
            <a:r>
              <a:rPr lang="en-US" dirty="0" err="1">
                <a:latin typeface="Bahnschrift SemiBold Condensed" panose="020B0502040204020203" pitchFamily="34" charset="0"/>
              </a:rPr>
              <a:t>Tấn</a:t>
            </a:r>
            <a:r>
              <a:rPr lang="en-US" dirty="0">
                <a:latin typeface="Bahnschrift SemiBold Condensed" panose="020B0502040204020203" pitchFamily="34" charset="0"/>
              </a:rPr>
              <a:t> </a:t>
            </a:r>
            <a:r>
              <a:rPr lang="en-US" dirty="0" err="1">
                <a:latin typeface="Bahnschrift SemiBold Condensed" panose="020B0502040204020203" pitchFamily="34" charset="0"/>
              </a:rPr>
              <a:t>công</a:t>
            </a:r>
            <a:r>
              <a:rPr lang="en-US" dirty="0">
                <a:latin typeface="Bahnschrift SemiBold Condensed" panose="020B0502040204020203" pitchFamily="34" charset="0"/>
              </a:rPr>
              <a:t> SYN Flood</a:t>
            </a:r>
          </a:p>
        </p:txBody>
      </p:sp>
      <p:sp>
        <p:nvSpPr>
          <p:cNvPr id="7" name="TextBox 6">
            <a:extLst>
              <a:ext uri="{FF2B5EF4-FFF2-40B4-BE49-F238E27FC236}">
                <a16:creationId xmlns:a16="http://schemas.microsoft.com/office/drawing/2014/main" id="{86A5887F-F0CD-E9BD-2110-DE295C083A01}"/>
              </a:ext>
            </a:extLst>
          </p:cNvPr>
          <p:cNvSpPr txBox="1"/>
          <p:nvPr/>
        </p:nvSpPr>
        <p:spPr>
          <a:xfrm>
            <a:off x="-5160300" y="2839694"/>
            <a:ext cx="5061438" cy="1287660"/>
          </a:xfrm>
          <a:prstGeom prst="rect">
            <a:avLst/>
          </a:prstGeom>
          <a:noFill/>
        </p:spPr>
        <p:txBody>
          <a:bodyPr wrap="square">
            <a:spAutoFit/>
          </a:bodyPr>
          <a:lstStyle/>
          <a:p>
            <a:pPr>
              <a:lnSpc>
                <a:spcPts val="1900"/>
              </a:lnSpc>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DDoS SYN Flood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chiếm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tỷ</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trọng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lớn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trong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cuộc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tầng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Network/Transport (Layer 3/4),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khai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thác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trực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tiếp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vào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nền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tảng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giao</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thức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TCP.</a:t>
            </a:r>
            <a:endParaRPr lang="en-US" dirty="0">
              <a:solidFill>
                <a:schemeClr val="tx1">
                  <a:lumMod val="50000"/>
                </a:schemeClr>
              </a:solidFill>
              <a:latin typeface="Bahnschrift Light" panose="020B0502040204020203" pitchFamily="34" charset="0"/>
            </a:endParaRPr>
          </a:p>
          <a:p>
            <a:pPr>
              <a:lnSpc>
                <a:spcPts val="1900"/>
              </a:lnSpc>
            </a:pP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Mục</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tiêu</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của</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kẻ</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tấn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làm</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cạn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kiệt</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tài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nguyên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máy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chủ</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khiến</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người</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dùng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hợp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pháp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không</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thể</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truy</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cập</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dịch</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 </a:t>
            </a:r>
            <a:r>
              <a:rPr lang="en-US" dirty="0" err="1">
                <a:solidFill>
                  <a:schemeClr val="tx1">
                    <a:lumMod val="50000"/>
                  </a:schemeClr>
                </a:solidFill>
                <a:latin typeface="Bahnschrift Light" panose="020B0502040204020203" pitchFamily="34" charset="0"/>
                <a:ea typeface="Fira Sans" pitchFamily="34" charset="-122"/>
                <a:cs typeface="Fira Sans" pitchFamily="34" charset="-120"/>
              </a:rPr>
              <a:t>vụ</a:t>
            </a:r>
            <a:r>
              <a:rPr lang="en-US" dirty="0">
                <a:solidFill>
                  <a:schemeClr val="tx1">
                    <a:lumMod val="50000"/>
                  </a:schemeClr>
                </a:solidFill>
                <a:latin typeface="Bahnschrift Light" panose="020B0502040204020203" pitchFamily="34" charset="0"/>
                <a:ea typeface="Fira Sans" pitchFamily="34" charset="-122"/>
                <a:cs typeface="Fira Sans" pitchFamily="34" charset="-120"/>
              </a:rPr>
              <a:t>.</a:t>
            </a:r>
            <a:endParaRPr lang="en-US" dirty="0">
              <a:solidFill>
                <a:schemeClr val="tx1">
                  <a:lumMod val="50000"/>
                </a:schemeClr>
              </a:solidFill>
              <a:latin typeface="Bahnschrift Light" panose="020B0502040204020203" pitchFamily="34" charset="0"/>
            </a:endParaRPr>
          </a:p>
        </p:txBody>
      </p:sp>
      <p:sp>
        <p:nvSpPr>
          <p:cNvPr id="2" name="TextBox 1">
            <a:extLst>
              <a:ext uri="{FF2B5EF4-FFF2-40B4-BE49-F238E27FC236}">
                <a16:creationId xmlns:a16="http://schemas.microsoft.com/office/drawing/2014/main" id="{EA6169CE-1F38-DF88-AEEF-4B76DF7E91F0}"/>
              </a:ext>
            </a:extLst>
          </p:cNvPr>
          <p:cNvSpPr txBox="1"/>
          <p:nvPr/>
        </p:nvSpPr>
        <p:spPr>
          <a:xfrm>
            <a:off x="-1602346" y="-1790827"/>
            <a:ext cx="5061438" cy="307777"/>
          </a:xfrm>
          <a:prstGeom prst="rect">
            <a:avLst/>
          </a:prstGeom>
          <a:noFill/>
        </p:spPr>
        <p:txBody>
          <a:bodyPr wrap="square">
            <a:spAutoFit/>
          </a:bodyPr>
          <a:lstStyle/>
          <a:p>
            <a:r>
              <a:rPr lang="en-US" dirty="0">
                <a:latin typeface="Bahnschrift SemiBold Condensed" panose="020B0502040204020203" pitchFamily="34" charset="0"/>
              </a:rPr>
              <a:t>1. </a:t>
            </a:r>
            <a:r>
              <a:rPr lang="en-US" dirty="0" err="1">
                <a:latin typeface="Bahnschrift SemiBold Condensed" panose="020B0502040204020203" pitchFamily="34" charset="0"/>
              </a:rPr>
              <a:t>Bức</a:t>
            </a:r>
            <a:r>
              <a:rPr lang="en-US" dirty="0">
                <a:latin typeface="Bahnschrift SemiBold Condensed" panose="020B0502040204020203" pitchFamily="34" charset="0"/>
              </a:rPr>
              <a:t> </a:t>
            </a:r>
            <a:r>
              <a:rPr lang="en-US" dirty="0" err="1">
                <a:latin typeface="Bahnschrift SemiBold Condensed" panose="020B0502040204020203" pitchFamily="34" charset="0"/>
              </a:rPr>
              <a:t>tranh</a:t>
            </a:r>
            <a:r>
              <a:rPr lang="en-US" dirty="0">
                <a:latin typeface="Bahnschrift SemiBold Condensed" panose="020B0502040204020203" pitchFamily="34" charset="0"/>
              </a:rPr>
              <a:t> An </a:t>
            </a:r>
            <a:r>
              <a:rPr lang="en-US" dirty="0" err="1">
                <a:latin typeface="Bahnschrift SemiBold Condensed" panose="020B0502040204020203" pitchFamily="34" charset="0"/>
              </a:rPr>
              <a:t>ninh</a:t>
            </a:r>
            <a:r>
              <a:rPr lang="en-US" dirty="0">
                <a:latin typeface="Bahnschrift SemiBold Condensed" panose="020B0502040204020203" pitchFamily="34" charset="0"/>
              </a:rPr>
              <a:t> </a:t>
            </a:r>
            <a:r>
              <a:rPr lang="en-US" dirty="0" err="1">
                <a:latin typeface="Bahnschrift SemiBold Condensed" panose="020B0502040204020203" pitchFamily="34" charset="0"/>
              </a:rPr>
              <a:t>mạng</a:t>
            </a:r>
            <a:r>
              <a:rPr lang="en-US" dirty="0">
                <a:latin typeface="Bahnschrift SemiBold Condensed" panose="020B0502040204020203" pitchFamily="34" charset="0"/>
              </a:rPr>
              <a:t> &amp; DDoS (2025 - 2026)</a:t>
            </a:r>
          </a:p>
        </p:txBody>
      </p:sp>
      <p:grpSp>
        <p:nvGrpSpPr>
          <p:cNvPr id="5" name="Group 4">
            <a:extLst>
              <a:ext uri="{FF2B5EF4-FFF2-40B4-BE49-F238E27FC236}">
                <a16:creationId xmlns:a16="http://schemas.microsoft.com/office/drawing/2014/main" id="{FE67F176-B5B6-0913-890E-CD73ACEE78A9}"/>
              </a:ext>
            </a:extLst>
          </p:cNvPr>
          <p:cNvGrpSpPr/>
          <p:nvPr/>
        </p:nvGrpSpPr>
        <p:grpSpPr>
          <a:xfrm>
            <a:off x="3437343" y="250467"/>
            <a:ext cx="5255784" cy="4787708"/>
            <a:chOff x="6280190" y="1651635"/>
            <a:chExt cx="7556421" cy="5844064"/>
          </a:xfrm>
        </p:grpSpPr>
        <p:pic>
          <p:nvPicPr>
            <p:cNvPr id="8" name="Image 1" descr="preencoded.png">
              <a:extLst>
                <a:ext uri="{FF2B5EF4-FFF2-40B4-BE49-F238E27FC236}">
                  <a16:creationId xmlns:a16="http://schemas.microsoft.com/office/drawing/2014/main" id="{9B1D2307-FC22-36EF-38EA-9095FEED1DBC}"/>
                </a:ext>
              </a:extLst>
            </p:cNvPr>
            <p:cNvPicPr>
              <a:picLocks noChangeAspect="1"/>
            </p:cNvPicPr>
            <p:nvPr/>
          </p:nvPicPr>
          <p:blipFill>
            <a:blip r:embed="rId3"/>
            <a:stretch>
              <a:fillRect/>
            </a:stretch>
          </p:blipFill>
          <p:spPr>
            <a:xfrm>
              <a:off x="6280190" y="1651635"/>
              <a:ext cx="992267" cy="1461016"/>
            </a:xfrm>
            <a:prstGeom prst="rect">
              <a:avLst/>
            </a:prstGeom>
          </p:spPr>
        </p:pic>
        <p:sp>
          <p:nvSpPr>
            <p:cNvPr id="9" name="Text 1">
              <a:extLst>
                <a:ext uri="{FF2B5EF4-FFF2-40B4-BE49-F238E27FC236}">
                  <a16:creationId xmlns:a16="http://schemas.microsoft.com/office/drawing/2014/main" id="{7B4A764A-52CA-0E7E-975B-593142BAFADA}"/>
                </a:ext>
              </a:extLst>
            </p:cNvPr>
            <p:cNvSpPr/>
            <p:nvPr/>
          </p:nvSpPr>
          <p:spPr>
            <a:xfrm>
              <a:off x="7470815" y="1849993"/>
              <a:ext cx="2888813"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1: Khai thác lỗ hổng</a:t>
              </a:r>
              <a:endParaRPr lang="en-US" dirty="0">
                <a:solidFill>
                  <a:schemeClr val="tx1">
                    <a:lumMod val="50000"/>
                  </a:schemeClr>
                </a:solidFill>
                <a:latin typeface="Bahnschrift Light" panose="020B0502040204020203" pitchFamily="34" charset="0"/>
              </a:endParaRPr>
            </a:p>
          </p:txBody>
        </p:sp>
        <p:sp>
          <p:nvSpPr>
            <p:cNvPr id="10" name="Text 2">
              <a:extLst>
                <a:ext uri="{FF2B5EF4-FFF2-40B4-BE49-F238E27FC236}">
                  <a16:creationId xmlns:a16="http://schemas.microsoft.com/office/drawing/2014/main" id="{322A4554-F3AE-F796-0E8E-B82E74D23E79}"/>
                </a:ext>
              </a:extLst>
            </p:cNvPr>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Kẻ tấn công khai thác lỗ hổng trong quá trình bắt tay 3 bước (TCP 3-way handshake) của giao thức TCP</a:t>
              </a:r>
              <a:endParaRPr lang="en-US" dirty="0">
                <a:solidFill>
                  <a:schemeClr val="tx1">
                    <a:lumMod val="50000"/>
                  </a:schemeClr>
                </a:solidFill>
                <a:latin typeface="Bahnschrift Light" panose="020B0502040204020203" pitchFamily="34" charset="0"/>
              </a:endParaRPr>
            </a:p>
          </p:txBody>
        </p:sp>
        <p:pic>
          <p:nvPicPr>
            <p:cNvPr id="11" name="Image 2" descr="preencoded.png">
              <a:extLst>
                <a:ext uri="{FF2B5EF4-FFF2-40B4-BE49-F238E27FC236}">
                  <a16:creationId xmlns:a16="http://schemas.microsoft.com/office/drawing/2014/main" id="{9C27714C-8DAA-7431-2850-8CFD2F7939CA}"/>
                </a:ext>
              </a:extLst>
            </p:cNvPr>
            <p:cNvPicPr>
              <a:picLocks noChangeAspect="1"/>
            </p:cNvPicPr>
            <p:nvPr/>
          </p:nvPicPr>
          <p:blipFill>
            <a:blip r:embed="rId4"/>
            <a:stretch>
              <a:fillRect/>
            </a:stretch>
          </p:blipFill>
          <p:spPr>
            <a:xfrm>
              <a:off x="6280190" y="3112651"/>
              <a:ext cx="992267" cy="1461016"/>
            </a:xfrm>
            <a:prstGeom prst="rect">
              <a:avLst/>
            </a:prstGeom>
          </p:spPr>
        </p:pic>
        <p:sp>
          <p:nvSpPr>
            <p:cNvPr id="12" name="Text 3">
              <a:extLst>
                <a:ext uri="{FF2B5EF4-FFF2-40B4-BE49-F238E27FC236}">
                  <a16:creationId xmlns:a16="http://schemas.microsoft.com/office/drawing/2014/main" id="{D3E80DF1-4437-17A1-2CC7-D0687D47A7C5}"/>
                </a:ext>
              </a:extLst>
            </p:cNvPr>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2: Gửi gói SYN</a:t>
              </a:r>
              <a:endParaRPr lang="en-US" dirty="0">
                <a:solidFill>
                  <a:schemeClr val="tx1">
                    <a:lumMod val="50000"/>
                  </a:schemeClr>
                </a:solidFill>
                <a:latin typeface="Bahnschrift Light" panose="020B0502040204020203" pitchFamily="34" charset="0"/>
              </a:endParaRPr>
            </a:p>
          </p:txBody>
        </p:sp>
        <p:sp>
          <p:nvSpPr>
            <p:cNvPr id="13" name="Text 4">
              <a:extLst>
                <a:ext uri="{FF2B5EF4-FFF2-40B4-BE49-F238E27FC236}">
                  <a16:creationId xmlns:a16="http://schemas.microsoft.com/office/drawing/2014/main" id="{E25F73F8-742B-184B-5351-8DA9C20214AA}"/>
                </a:ext>
              </a:extLst>
            </p:cNvPr>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Gửi ồ ạt các gói tin SYN với địa chỉ IP nguồn giả mạo (Spoofed IP) để che giấu danh tính thực</a:t>
              </a:r>
              <a:endParaRPr lang="en-US" dirty="0">
                <a:solidFill>
                  <a:schemeClr val="tx1">
                    <a:lumMod val="50000"/>
                  </a:schemeClr>
                </a:solidFill>
                <a:latin typeface="Bahnschrift Light" panose="020B0502040204020203" pitchFamily="34" charset="0"/>
              </a:endParaRPr>
            </a:p>
          </p:txBody>
        </p:sp>
        <p:pic>
          <p:nvPicPr>
            <p:cNvPr id="14" name="Image 3" descr="preencoded.png">
              <a:extLst>
                <a:ext uri="{FF2B5EF4-FFF2-40B4-BE49-F238E27FC236}">
                  <a16:creationId xmlns:a16="http://schemas.microsoft.com/office/drawing/2014/main" id="{3214B524-8919-D1C0-10A8-0BCD84E3717B}"/>
                </a:ext>
              </a:extLst>
            </p:cNvPr>
            <p:cNvPicPr>
              <a:picLocks noChangeAspect="1"/>
            </p:cNvPicPr>
            <p:nvPr/>
          </p:nvPicPr>
          <p:blipFill>
            <a:blip r:embed="rId5"/>
            <a:stretch>
              <a:fillRect/>
            </a:stretch>
          </p:blipFill>
          <p:spPr>
            <a:xfrm>
              <a:off x="6280190" y="4573667"/>
              <a:ext cx="992267" cy="1461016"/>
            </a:xfrm>
            <a:prstGeom prst="rect">
              <a:avLst/>
            </a:prstGeom>
          </p:spPr>
        </p:pic>
        <p:sp>
          <p:nvSpPr>
            <p:cNvPr id="15" name="Text 5">
              <a:extLst>
                <a:ext uri="{FF2B5EF4-FFF2-40B4-BE49-F238E27FC236}">
                  <a16:creationId xmlns:a16="http://schemas.microsoft.com/office/drawing/2014/main" id="{84A8271E-3EE5-95E9-287D-B296EDBE9E2E}"/>
                </a:ext>
              </a:extLst>
            </p:cNvPr>
            <p:cNvSpPr/>
            <p:nvPr/>
          </p:nvSpPr>
          <p:spPr>
            <a:xfrm>
              <a:off x="7470815" y="4772025"/>
              <a:ext cx="2861548"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3: Đáp ứng SYN-ACK</a:t>
              </a:r>
              <a:endParaRPr lang="en-US" dirty="0">
                <a:solidFill>
                  <a:schemeClr val="tx1">
                    <a:lumMod val="50000"/>
                  </a:schemeClr>
                </a:solidFill>
                <a:latin typeface="Bahnschrift Light" panose="020B0502040204020203" pitchFamily="34" charset="0"/>
              </a:endParaRPr>
            </a:p>
          </p:txBody>
        </p:sp>
        <p:sp>
          <p:nvSpPr>
            <p:cNvPr id="16" name="Text 6">
              <a:extLst>
                <a:ext uri="{FF2B5EF4-FFF2-40B4-BE49-F238E27FC236}">
                  <a16:creationId xmlns:a16="http://schemas.microsoft.com/office/drawing/2014/main" id="{BAB10B90-8D96-C9B8-3DD0-1E182D40B970}"/>
                </a:ext>
              </a:extLst>
            </p:cNvPr>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Server phản hồi SYN-ACK và giữ trạng thái kết nối chờ (Half-open connection) trong bộ nhớ</a:t>
              </a:r>
              <a:endParaRPr lang="en-US" dirty="0">
                <a:solidFill>
                  <a:schemeClr val="tx1">
                    <a:lumMod val="50000"/>
                  </a:schemeClr>
                </a:solidFill>
                <a:latin typeface="Bahnschrift Light" panose="020B0502040204020203" pitchFamily="34" charset="0"/>
              </a:endParaRPr>
            </a:p>
          </p:txBody>
        </p:sp>
        <p:pic>
          <p:nvPicPr>
            <p:cNvPr id="17" name="Image 4" descr="preencoded.png">
              <a:extLst>
                <a:ext uri="{FF2B5EF4-FFF2-40B4-BE49-F238E27FC236}">
                  <a16:creationId xmlns:a16="http://schemas.microsoft.com/office/drawing/2014/main" id="{477A0861-9C72-AF21-E67C-2F8A4429D262}"/>
                </a:ext>
              </a:extLst>
            </p:cNvPr>
            <p:cNvPicPr>
              <a:picLocks noChangeAspect="1"/>
            </p:cNvPicPr>
            <p:nvPr/>
          </p:nvPicPr>
          <p:blipFill>
            <a:blip r:embed="rId6"/>
            <a:stretch>
              <a:fillRect/>
            </a:stretch>
          </p:blipFill>
          <p:spPr>
            <a:xfrm>
              <a:off x="6280190" y="6034683"/>
              <a:ext cx="992267" cy="1461016"/>
            </a:xfrm>
            <a:prstGeom prst="rect">
              <a:avLst/>
            </a:prstGeom>
          </p:spPr>
        </p:pic>
        <p:sp>
          <p:nvSpPr>
            <p:cNvPr id="18" name="Text 7">
              <a:extLst>
                <a:ext uri="{FF2B5EF4-FFF2-40B4-BE49-F238E27FC236}">
                  <a16:creationId xmlns:a16="http://schemas.microsoft.com/office/drawing/2014/main" id="{AC32AB19-3F03-74B3-673C-8CC6DA1E5445}"/>
                </a:ext>
              </a:extLst>
            </p:cNvPr>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dirty="0">
                  <a:solidFill>
                    <a:schemeClr val="tx1">
                      <a:lumMod val="50000"/>
                    </a:schemeClr>
                  </a:solidFill>
                  <a:latin typeface="Bahnschrift Light" panose="020B0502040204020203" pitchFamily="34" charset="0"/>
                  <a:ea typeface="Anton" pitchFamily="34" charset="-122"/>
                  <a:cs typeface="Anton" pitchFamily="34" charset="-120"/>
                </a:rPr>
                <a:t>Giai đoạn 4: Hậu quả</a:t>
              </a:r>
              <a:endParaRPr lang="en-US" dirty="0">
                <a:solidFill>
                  <a:schemeClr val="tx1">
                    <a:lumMod val="50000"/>
                  </a:schemeClr>
                </a:solidFill>
                <a:latin typeface="Bahnschrift Light" panose="020B0502040204020203" pitchFamily="34" charset="0"/>
              </a:endParaRPr>
            </a:p>
          </p:txBody>
        </p:sp>
        <p:sp>
          <p:nvSpPr>
            <p:cNvPr id="19" name="Text 8">
              <a:extLst>
                <a:ext uri="{FF2B5EF4-FFF2-40B4-BE49-F238E27FC236}">
                  <a16:creationId xmlns:a16="http://schemas.microsoft.com/office/drawing/2014/main" id="{89F716C6-C572-641F-2D63-440ECD50D8F2}"/>
                </a:ext>
              </a:extLst>
            </p:cNvPr>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dirty="0">
                  <a:solidFill>
                    <a:schemeClr val="tx1">
                      <a:lumMod val="50000"/>
                    </a:schemeClr>
                  </a:solidFill>
                  <a:latin typeface="Bahnschrift Light" panose="020B0502040204020203" pitchFamily="34" charset="0"/>
                  <a:ea typeface="Fira Sans" pitchFamily="34" charset="-122"/>
                  <a:cs typeface="Fira Sans" pitchFamily="34" charset="-120"/>
                </a:rPr>
                <a:t>Tràn bộ đệm kết nối (backlog queue), từ chối dịch vụ mới và làm sập máy chủ</a:t>
              </a:r>
              <a:endParaRPr lang="en-US" dirty="0">
                <a:solidFill>
                  <a:schemeClr val="tx1">
                    <a:lumMod val="50000"/>
                  </a:schemeClr>
                </a:solidFill>
                <a:latin typeface="Bahnschrift Light" panose="020B0502040204020203" pitchFamily="34" charset="0"/>
              </a:endParaRPr>
            </a:p>
          </p:txBody>
        </p:sp>
      </p:grpSp>
    </p:spTree>
    <p:extLst>
      <p:ext uri="{BB962C8B-B14F-4D97-AF65-F5344CB8AC3E}">
        <p14:creationId xmlns:p14="http://schemas.microsoft.com/office/powerpoint/2010/main" val="31600505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grpSp>
        <p:nvGrpSpPr>
          <p:cNvPr id="745" name="Google Shape;745;p33"/>
          <p:cNvGrpSpPr/>
          <p:nvPr/>
        </p:nvGrpSpPr>
        <p:grpSpPr>
          <a:xfrm>
            <a:off x="6935549" y="2744383"/>
            <a:ext cx="3818329" cy="2920993"/>
            <a:chOff x="4797825" y="1589883"/>
            <a:chExt cx="3818329" cy="2920993"/>
          </a:xfrm>
        </p:grpSpPr>
        <p:sp>
          <p:nvSpPr>
            <p:cNvPr id="746" name="Google Shape;746;p33"/>
            <p:cNvSpPr/>
            <p:nvPr/>
          </p:nvSpPr>
          <p:spPr>
            <a:xfrm>
              <a:off x="4811831" y="2413333"/>
              <a:ext cx="3789951" cy="2097422"/>
            </a:xfrm>
            <a:custGeom>
              <a:avLst/>
              <a:gdLst/>
              <a:ahLst/>
              <a:cxnLst/>
              <a:rect l="l" t="t" r="r" b="b"/>
              <a:pathLst>
                <a:path w="41401" h="22912" extrusionOk="0">
                  <a:moveTo>
                    <a:pt x="17831" y="0"/>
                  </a:moveTo>
                  <a:cubicBezTo>
                    <a:pt x="17378" y="0"/>
                    <a:pt x="16926" y="118"/>
                    <a:pt x="16521" y="352"/>
                  </a:cubicBezTo>
                  <a:lnTo>
                    <a:pt x="2410" y="8571"/>
                  </a:lnTo>
                  <a:lnTo>
                    <a:pt x="4" y="8571"/>
                  </a:lnTo>
                  <a:lnTo>
                    <a:pt x="1" y="9213"/>
                  </a:lnTo>
                  <a:lnTo>
                    <a:pt x="1" y="9428"/>
                  </a:lnTo>
                  <a:lnTo>
                    <a:pt x="28" y="9428"/>
                  </a:lnTo>
                  <a:cubicBezTo>
                    <a:pt x="83" y="9667"/>
                    <a:pt x="229" y="9888"/>
                    <a:pt x="473" y="10027"/>
                  </a:cubicBezTo>
                  <a:lnTo>
                    <a:pt x="22168" y="22538"/>
                  </a:lnTo>
                  <a:cubicBezTo>
                    <a:pt x="22602" y="22787"/>
                    <a:pt x="23085" y="22912"/>
                    <a:pt x="23569" y="22912"/>
                  </a:cubicBezTo>
                  <a:cubicBezTo>
                    <a:pt x="24055" y="22912"/>
                    <a:pt x="24540" y="22786"/>
                    <a:pt x="24975" y="22534"/>
                  </a:cubicBezTo>
                  <a:lnTo>
                    <a:pt x="40927" y="13197"/>
                  </a:lnTo>
                  <a:cubicBezTo>
                    <a:pt x="41221" y="13027"/>
                    <a:pt x="41372" y="12735"/>
                    <a:pt x="41389" y="12438"/>
                  </a:cubicBezTo>
                  <a:lnTo>
                    <a:pt x="41397" y="12439"/>
                  </a:lnTo>
                  <a:lnTo>
                    <a:pt x="41400" y="11531"/>
                  </a:lnTo>
                  <a:lnTo>
                    <a:pt x="38632" y="11531"/>
                  </a:lnTo>
                  <a:lnTo>
                    <a:pt x="38632" y="11590"/>
                  </a:lnTo>
                  <a:lnTo>
                    <a:pt x="19137" y="350"/>
                  </a:lnTo>
                  <a:cubicBezTo>
                    <a:pt x="18733" y="117"/>
                    <a:pt x="18282" y="0"/>
                    <a:pt x="178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3"/>
            <p:cNvSpPr/>
            <p:nvPr/>
          </p:nvSpPr>
          <p:spPr>
            <a:xfrm>
              <a:off x="6840290" y="3392868"/>
              <a:ext cx="1761552" cy="1118009"/>
            </a:xfrm>
            <a:custGeom>
              <a:avLst/>
              <a:gdLst/>
              <a:ahLst/>
              <a:cxnLst/>
              <a:rect l="l" t="t" r="r" b="b"/>
              <a:pathLst>
                <a:path w="19243" h="12213" extrusionOk="0">
                  <a:moveTo>
                    <a:pt x="14930" y="1"/>
                  </a:moveTo>
                  <a:lnTo>
                    <a:pt x="9329" y="1573"/>
                  </a:lnTo>
                  <a:lnTo>
                    <a:pt x="0" y="11405"/>
                  </a:lnTo>
                  <a:lnTo>
                    <a:pt x="10" y="11838"/>
                  </a:lnTo>
                  <a:cubicBezTo>
                    <a:pt x="444" y="12088"/>
                    <a:pt x="927" y="12212"/>
                    <a:pt x="1410" y="12212"/>
                  </a:cubicBezTo>
                  <a:cubicBezTo>
                    <a:pt x="1896" y="12212"/>
                    <a:pt x="2382" y="12086"/>
                    <a:pt x="2817" y="11834"/>
                  </a:cubicBezTo>
                  <a:lnTo>
                    <a:pt x="18769" y="2497"/>
                  </a:lnTo>
                  <a:cubicBezTo>
                    <a:pt x="19063" y="2327"/>
                    <a:pt x="19214" y="2035"/>
                    <a:pt x="19231" y="1738"/>
                  </a:cubicBezTo>
                  <a:lnTo>
                    <a:pt x="19239" y="1738"/>
                  </a:lnTo>
                  <a:lnTo>
                    <a:pt x="19242" y="831"/>
                  </a:lnTo>
                  <a:lnTo>
                    <a:pt x="16474" y="831"/>
                  </a:lnTo>
                  <a:lnTo>
                    <a:pt x="16474" y="890"/>
                  </a:lnTo>
                  <a:lnTo>
                    <a:pt x="14930" y="1"/>
                  </a:lnTo>
                  <a:close/>
                </a:path>
              </a:pathLst>
            </a:custGeom>
            <a:solidFill>
              <a:srgbClr val="1A56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3"/>
            <p:cNvSpPr/>
            <p:nvPr/>
          </p:nvSpPr>
          <p:spPr>
            <a:xfrm>
              <a:off x="6866197" y="4422661"/>
              <a:ext cx="195992" cy="87881"/>
            </a:xfrm>
            <a:custGeom>
              <a:avLst/>
              <a:gdLst/>
              <a:ahLst/>
              <a:cxnLst/>
              <a:rect l="l" t="t" r="r" b="b"/>
              <a:pathLst>
                <a:path w="2141" h="960" extrusionOk="0">
                  <a:moveTo>
                    <a:pt x="5" y="1"/>
                  </a:moveTo>
                  <a:lnTo>
                    <a:pt x="1" y="723"/>
                  </a:lnTo>
                  <a:cubicBezTo>
                    <a:pt x="360" y="881"/>
                    <a:pt x="744" y="959"/>
                    <a:pt x="1128" y="959"/>
                  </a:cubicBezTo>
                  <a:cubicBezTo>
                    <a:pt x="1469" y="959"/>
                    <a:pt x="1811" y="897"/>
                    <a:pt x="2136" y="772"/>
                  </a:cubicBezTo>
                  <a:lnTo>
                    <a:pt x="2140" y="1"/>
                  </a:lnTo>
                  <a:close/>
                </a:path>
              </a:pathLst>
            </a:custGeom>
            <a:solidFill>
              <a:srgbClr val="1649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3"/>
            <p:cNvSpPr/>
            <p:nvPr/>
          </p:nvSpPr>
          <p:spPr>
            <a:xfrm>
              <a:off x="4811831" y="3252071"/>
              <a:ext cx="3789585" cy="1258801"/>
            </a:xfrm>
            <a:custGeom>
              <a:avLst/>
              <a:gdLst/>
              <a:ahLst/>
              <a:cxnLst/>
              <a:rect l="l" t="t" r="r" b="b"/>
              <a:pathLst>
                <a:path w="41397" h="13751" extrusionOk="0">
                  <a:moveTo>
                    <a:pt x="1" y="0"/>
                  </a:moveTo>
                  <a:lnTo>
                    <a:pt x="1" y="51"/>
                  </a:lnTo>
                  <a:lnTo>
                    <a:pt x="1" y="266"/>
                  </a:lnTo>
                  <a:lnTo>
                    <a:pt x="28" y="266"/>
                  </a:lnTo>
                  <a:cubicBezTo>
                    <a:pt x="83" y="505"/>
                    <a:pt x="230" y="726"/>
                    <a:pt x="473" y="866"/>
                  </a:cubicBezTo>
                  <a:lnTo>
                    <a:pt x="22168" y="13376"/>
                  </a:lnTo>
                  <a:cubicBezTo>
                    <a:pt x="22602" y="13626"/>
                    <a:pt x="23085" y="13750"/>
                    <a:pt x="23568" y="13750"/>
                  </a:cubicBezTo>
                  <a:cubicBezTo>
                    <a:pt x="24054" y="13750"/>
                    <a:pt x="24540" y="13624"/>
                    <a:pt x="24975" y="13372"/>
                  </a:cubicBezTo>
                  <a:lnTo>
                    <a:pt x="40927" y="4035"/>
                  </a:lnTo>
                  <a:cubicBezTo>
                    <a:pt x="41221" y="3865"/>
                    <a:pt x="41372" y="3575"/>
                    <a:pt x="41389" y="3277"/>
                  </a:cubicBezTo>
                  <a:lnTo>
                    <a:pt x="41397" y="3277"/>
                  </a:lnTo>
                  <a:lnTo>
                    <a:pt x="41397" y="3012"/>
                  </a:lnTo>
                  <a:lnTo>
                    <a:pt x="41389" y="3012"/>
                  </a:lnTo>
                  <a:cubicBezTo>
                    <a:pt x="41372" y="3309"/>
                    <a:pt x="41221" y="3599"/>
                    <a:pt x="40927" y="3769"/>
                  </a:cubicBezTo>
                  <a:lnTo>
                    <a:pt x="24975" y="13107"/>
                  </a:lnTo>
                  <a:cubicBezTo>
                    <a:pt x="24540" y="13358"/>
                    <a:pt x="24054" y="13485"/>
                    <a:pt x="23568" y="13485"/>
                  </a:cubicBezTo>
                  <a:cubicBezTo>
                    <a:pt x="23085" y="13485"/>
                    <a:pt x="22602" y="13360"/>
                    <a:pt x="22168" y="13110"/>
                  </a:cubicBezTo>
                  <a:lnTo>
                    <a:pt x="473" y="601"/>
                  </a:lnTo>
                  <a:cubicBezTo>
                    <a:pt x="229" y="461"/>
                    <a:pt x="83" y="239"/>
                    <a:pt x="2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3"/>
            <p:cNvSpPr/>
            <p:nvPr/>
          </p:nvSpPr>
          <p:spPr>
            <a:xfrm>
              <a:off x="4797825" y="2221912"/>
              <a:ext cx="3818329" cy="2216152"/>
            </a:xfrm>
            <a:custGeom>
              <a:avLst/>
              <a:gdLst/>
              <a:ahLst/>
              <a:cxnLst/>
              <a:rect l="l" t="t" r="r" b="b"/>
              <a:pathLst>
                <a:path w="41711" h="24209" extrusionOk="0">
                  <a:moveTo>
                    <a:pt x="17986" y="1"/>
                  </a:moveTo>
                  <a:cubicBezTo>
                    <a:pt x="17533" y="1"/>
                    <a:pt x="17080" y="118"/>
                    <a:pt x="16674" y="353"/>
                  </a:cubicBezTo>
                  <a:lnTo>
                    <a:pt x="627" y="9694"/>
                  </a:lnTo>
                  <a:cubicBezTo>
                    <a:pt x="1" y="10058"/>
                    <a:pt x="2" y="10963"/>
                    <a:pt x="629" y="11324"/>
                  </a:cubicBezTo>
                  <a:lnTo>
                    <a:pt x="22326" y="23834"/>
                  </a:lnTo>
                  <a:cubicBezTo>
                    <a:pt x="22759" y="24084"/>
                    <a:pt x="23242" y="24209"/>
                    <a:pt x="23726" y="24209"/>
                  </a:cubicBezTo>
                  <a:cubicBezTo>
                    <a:pt x="24212" y="24209"/>
                    <a:pt x="24697" y="24083"/>
                    <a:pt x="25132" y="23830"/>
                  </a:cubicBezTo>
                  <a:lnTo>
                    <a:pt x="41084" y="14544"/>
                  </a:lnTo>
                  <a:cubicBezTo>
                    <a:pt x="41711" y="14181"/>
                    <a:pt x="41710" y="13276"/>
                    <a:pt x="41081" y="12914"/>
                  </a:cubicBezTo>
                  <a:lnTo>
                    <a:pt x="19290" y="350"/>
                  </a:lnTo>
                  <a:cubicBezTo>
                    <a:pt x="18886" y="117"/>
                    <a:pt x="18436" y="1"/>
                    <a:pt x="179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3"/>
            <p:cNvSpPr/>
            <p:nvPr/>
          </p:nvSpPr>
          <p:spPr>
            <a:xfrm>
              <a:off x="4828950" y="2240953"/>
              <a:ext cx="3756080" cy="2178071"/>
            </a:xfrm>
            <a:custGeom>
              <a:avLst/>
              <a:gdLst/>
              <a:ahLst/>
              <a:cxnLst/>
              <a:rect l="l" t="t" r="r" b="b"/>
              <a:pathLst>
                <a:path w="41031" h="23793" extrusionOk="0">
                  <a:moveTo>
                    <a:pt x="17646" y="0"/>
                  </a:moveTo>
                  <a:cubicBezTo>
                    <a:pt x="17228" y="0"/>
                    <a:pt x="16810" y="109"/>
                    <a:pt x="16438" y="324"/>
                  </a:cubicBezTo>
                  <a:lnTo>
                    <a:pt x="390" y="9665"/>
                  </a:lnTo>
                  <a:cubicBezTo>
                    <a:pt x="277" y="9731"/>
                    <a:pt x="186" y="9821"/>
                    <a:pt x="122" y="9932"/>
                  </a:cubicBezTo>
                  <a:cubicBezTo>
                    <a:pt x="28" y="10095"/>
                    <a:pt x="1" y="10294"/>
                    <a:pt x="46" y="10480"/>
                  </a:cubicBezTo>
                  <a:cubicBezTo>
                    <a:pt x="94" y="10674"/>
                    <a:pt x="217" y="10836"/>
                    <a:pt x="393" y="10937"/>
                  </a:cubicBezTo>
                  <a:lnTo>
                    <a:pt x="22088" y="23447"/>
                  </a:lnTo>
                  <a:cubicBezTo>
                    <a:pt x="22489" y="23678"/>
                    <a:pt x="22937" y="23793"/>
                    <a:pt x="23386" y="23793"/>
                  </a:cubicBezTo>
                  <a:cubicBezTo>
                    <a:pt x="23836" y="23793"/>
                    <a:pt x="24287" y="23676"/>
                    <a:pt x="24688" y="23443"/>
                  </a:cubicBezTo>
                  <a:lnTo>
                    <a:pt x="40640" y="14158"/>
                  </a:lnTo>
                  <a:cubicBezTo>
                    <a:pt x="40755" y="14091"/>
                    <a:pt x="40844" y="14003"/>
                    <a:pt x="40908" y="13891"/>
                  </a:cubicBezTo>
                  <a:cubicBezTo>
                    <a:pt x="41003" y="13729"/>
                    <a:pt x="41031" y="13528"/>
                    <a:pt x="40985" y="13344"/>
                  </a:cubicBezTo>
                  <a:cubicBezTo>
                    <a:pt x="40937" y="13150"/>
                    <a:pt x="40813" y="12987"/>
                    <a:pt x="40639" y="12885"/>
                  </a:cubicBezTo>
                  <a:lnTo>
                    <a:pt x="18846" y="321"/>
                  </a:lnTo>
                  <a:cubicBezTo>
                    <a:pt x="18476" y="107"/>
                    <a:pt x="18061" y="0"/>
                    <a:pt x="1764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3"/>
            <p:cNvSpPr/>
            <p:nvPr/>
          </p:nvSpPr>
          <p:spPr>
            <a:xfrm>
              <a:off x="4860167" y="2252854"/>
              <a:ext cx="3707288" cy="2130743"/>
            </a:xfrm>
            <a:custGeom>
              <a:avLst/>
              <a:gdLst/>
              <a:ahLst/>
              <a:cxnLst/>
              <a:rect l="l" t="t" r="r" b="b"/>
              <a:pathLst>
                <a:path w="40498" h="23276" extrusionOk="0">
                  <a:moveTo>
                    <a:pt x="17378" y="0"/>
                  </a:moveTo>
                  <a:cubicBezTo>
                    <a:pt x="17006" y="0"/>
                    <a:pt x="16633" y="96"/>
                    <a:pt x="16302" y="289"/>
                  </a:cubicBezTo>
                  <a:lnTo>
                    <a:pt x="254" y="9631"/>
                  </a:lnTo>
                  <a:cubicBezTo>
                    <a:pt x="178" y="9675"/>
                    <a:pt x="121" y="9731"/>
                    <a:pt x="80" y="9802"/>
                  </a:cubicBezTo>
                  <a:cubicBezTo>
                    <a:pt x="19" y="9908"/>
                    <a:pt x="1" y="10038"/>
                    <a:pt x="30" y="10159"/>
                  </a:cubicBezTo>
                  <a:cubicBezTo>
                    <a:pt x="62" y="10284"/>
                    <a:pt x="142" y="10388"/>
                    <a:pt x="255" y="10454"/>
                  </a:cubicBezTo>
                  <a:lnTo>
                    <a:pt x="21951" y="22964"/>
                  </a:lnTo>
                  <a:cubicBezTo>
                    <a:pt x="22311" y="23171"/>
                    <a:pt x="22715" y="23275"/>
                    <a:pt x="23119" y="23275"/>
                  </a:cubicBezTo>
                  <a:cubicBezTo>
                    <a:pt x="23524" y="23275"/>
                    <a:pt x="23930" y="23170"/>
                    <a:pt x="24292" y="22961"/>
                  </a:cubicBezTo>
                  <a:lnTo>
                    <a:pt x="40244" y="13675"/>
                  </a:lnTo>
                  <a:cubicBezTo>
                    <a:pt x="40319" y="13632"/>
                    <a:pt x="40377" y="13575"/>
                    <a:pt x="40417" y="13503"/>
                  </a:cubicBezTo>
                  <a:cubicBezTo>
                    <a:pt x="40479" y="13397"/>
                    <a:pt x="40497" y="13268"/>
                    <a:pt x="40467" y="13146"/>
                  </a:cubicBezTo>
                  <a:cubicBezTo>
                    <a:pt x="40436" y="13021"/>
                    <a:pt x="40356" y="12916"/>
                    <a:pt x="40243" y="12851"/>
                  </a:cubicBezTo>
                  <a:lnTo>
                    <a:pt x="18451" y="287"/>
                  </a:lnTo>
                  <a:cubicBezTo>
                    <a:pt x="18120" y="96"/>
                    <a:pt x="17749" y="0"/>
                    <a:pt x="173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3"/>
            <p:cNvSpPr/>
            <p:nvPr/>
          </p:nvSpPr>
          <p:spPr>
            <a:xfrm>
              <a:off x="4808170" y="3199066"/>
              <a:ext cx="3797549" cy="1269420"/>
            </a:xfrm>
            <a:custGeom>
              <a:avLst/>
              <a:gdLst/>
              <a:ahLst/>
              <a:cxnLst/>
              <a:rect l="l" t="t" r="r" b="b"/>
              <a:pathLst>
                <a:path w="41484" h="13867" extrusionOk="0">
                  <a:moveTo>
                    <a:pt x="65" y="1"/>
                  </a:moveTo>
                  <a:lnTo>
                    <a:pt x="65" y="1"/>
                  </a:lnTo>
                  <a:cubicBezTo>
                    <a:pt x="0" y="369"/>
                    <a:pt x="147" y="769"/>
                    <a:pt x="516" y="983"/>
                  </a:cubicBezTo>
                  <a:lnTo>
                    <a:pt x="22213" y="13492"/>
                  </a:lnTo>
                  <a:cubicBezTo>
                    <a:pt x="22646" y="13741"/>
                    <a:pt x="23129" y="13866"/>
                    <a:pt x="23613" y="13866"/>
                  </a:cubicBezTo>
                  <a:cubicBezTo>
                    <a:pt x="24099" y="13866"/>
                    <a:pt x="24584" y="13740"/>
                    <a:pt x="25019" y="13489"/>
                  </a:cubicBezTo>
                  <a:lnTo>
                    <a:pt x="40971" y="4202"/>
                  </a:lnTo>
                  <a:cubicBezTo>
                    <a:pt x="41339" y="3989"/>
                    <a:pt x="41484" y="3589"/>
                    <a:pt x="41420" y="3222"/>
                  </a:cubicBezTo>
                  <a:lnTo>
                    <a:pt x="41420" y="3222"/>
                  </a:lnTo>
                  <a:cubicBezTo>
                    <a:pt x="41374" y="3479"/>
                    <a:pt x="41228" y="3721"/>
                    <a:pt x="40971" y="3871"/>
                  </a:cubicBezTo>
                  <a:lnTo>
                    <a:pt x="25019" y="13156"/>
                  </a:lnTo>
                  <a:cubicBezTo>
                    <a:pt x="24584" y="13409"/>
                    <a:pt x="24099" y="13535"/>
                    <a:pt x="23613" y="13535"/>
                  </a:cubicBezTo>
                  <a:cubicBezTo>
                    <a:pt x="23129" y="13535"/>
                    <a:pt x="22646" y="13410"/>
                    <a:pt x="22213" y="13160"/>
                  </a:cubicBezTo>
                  <a:lnTo>
                    <a:pt x="516" y="650"/>
                  </a:lnTo>
                  <a:cubicBezTo>
                    <a:pt x="257" y="501"/>
                    <a:pt x="111" y="259"/>
                    <a:pt x="6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3"/>
            <p:cNvSpPr/>
            <p:nvPr/>
          </p:nvSpPr>
          <p:spPr>
            <a:xfrm>
              <a:off x="5035110" y="2354927"/>
              <a:ext cx="3268708" cy="1891543"/>
            </a:xfrm>
            <a:custGeom>
              <a:avLst/>
              <a:gdLst/>
              <a:ahLst/>
              <a:cxnLst/>
              <a:rect l="l" t="t" r="r" b="b"/>
              <a:pathLst>
                <a:path w="35707" h="20663" extrusionOk="0">
                  <a:moveTo>
                    <a:pt x="16609" y="0"/>
                  </a:moveTo>
                  <a:lnTo>
                    <a:pt x="1" y="9651"/>
                  </a:lnTo>
                  <a:lnTo>
                    <a:pt x="19099" y="20662"/>
                  </a:lnTo>
                  <a:lnTo>
                    <a:pt x="35707" y="11012"/>
                  </a:lnTo>
                  <a:lnTo>
                    <a:pt x="1660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3"/>
            <p:cNvSpPr/>
            <p:nvPr/>
          </p:nvSpPr>
          <p:spPr>
            <a:xfrm>
              <a:off x="5060377" y="2369574"/>
              <a:ext cx="3218177" cy="1862249"/>
            </a:xfrm>
            <a:custGeom>
              <a:avLst/>
              <a:gdLst/>
              <a:ahLst/>
              <a:cxnLst/>
              <a:rect l="l" t="t" r="r" b="b"/>
              <a:pathLst>
                <a:path w="35155" h="20343" extrusionOk="0">
                  <a:moveTo>
                    <a:pt x="16333" y="0"/>
                  </a:moveTo>
                  <a:lnTo>
                    <a:pt x="1" y="9491"/>
                  </a:lnTo>
                  <a:lnTo>
                    <a:pt x="18823" y="20343"/>
                  </a:lnTo>
                  <a:lnTo>
                    <a:pt x="35155" y="10852"/>
                  </a:lnTo>
                  <a:lnTo>
                    <a:pt x="16333" y="0"/>
                  </a:lnTo>
                  <a:close/>
                </a:path>
              </a:pathLst>
            </a:custGeom>
            <a:solidFill>
              <a:srgbClr val="878787">
                <a:alpha val="568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3"/>
            <p:cNvSpPr/>
            <p:nvPr/>
          </p:nvSpPr>
          <p:spPr>
            <a:xfrm>
              <a:off x="7592333" y="3792738"/>
              <a:ext cx="265016" cy="139328"/>
            </a:xfrm>
            <a:custGeom>
              <a:avLst/>
              <a:gdLst/>
              <a:ahLst/>
              <a:cxnLst/>
              <a:rect l="l" t="t" r="r" b="b"/>
              <a:pathLst>
                <a:path w="2895" h="1522" extrusionOk="0">
                  <a:moveTo>
                    <a:pt x="1469" y="1"/>
                  </a:moveTo>
                  <a:cubicBezTo>
                    <a:pt x="1129" y="1"/>
                    <a:pt x="786" y="77"/>
                    <a:pt x="524" y="228"/>
                  </a:cubicBezTo>
                  <a:cubicBezTo>
                    <a:pt x="6" y="528"/>
                    <a:pt x="1" y="1010"/>
                    <a:pt x="511" y="1303"/>
                  </a:cubicBezTo>
                  <a:cubicBezTo>
                    <a:pt x="763" y="1449"/>
                    <a:pt x="1094" y="1522"/>
                    <a:pt x="1427" y="1522"/>
                  </a:cubicBezTo>
                  <a:cubicBezTo>
                    <a:pt x="1767" y="1522"/>
                    <a:pt x="2109" y="1446"/>
                    <a:pt x="2371" y="1294"/>
                  </a:cubicBezTo>
                  <a:cubicBezTo>
                    <a:pt x="2888" y="995"/>
                    <a:pt x="2895" y="513"/>
                    <a:pt x="2385" y="219"/>
                  </a:cubicBezTo>
                  <a:cubicBezTo>
                    <a:pt x="2132" y="73"/>
                    <a:pt x="1802" y="1"/>
                    <a:pt x="1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3"/>
            <p:cNvSpPr/>
            <p:nvPr/>
          </p:nvSpPr>
          <p:spPr>
            <a:xfrm>
              <a:off x="7616684" y="3803082"/>
              <a:ext cx="216315" cy="118639"/>
            </a:xfrm>
            <a:custGeom>
              <a:avLst/>
              <a:gdLst/>
              <a:ahLst/>
              <a:cxnLst/>
              <a:rect l="l" t="t" r="r" b="b"/>
              <a:pathLst>
                <a:path w="2363" h="1296" extrusionOk="0">
                  <a:moveTo>
                    <a:pt x="1204" y="0"/>
                  </a:moveTo>
                  <a:cubicBezTo>
                    <a:pt x="868" y="0"/>
                    <a:pt x="540" y="87"/>
                    <a:pt x="306" y="237"/>
                  </a:cubicBezTo>
                  <a:cubicBezTo>
                    <a:pt x="112" y="362"/>
                    <a:pt x="1" y="517"/>
                    <a:pt x="1" y="663"/>
                  </a:cubicBezTo>
                  <a:cubicBezTo>
                    <a:pt x="1" y="804"/>
                    <a:pt x="106" y="952"/>
                    <a:pt x="291" y="1070"/>
                  </a:cubicBezTo>
                  <a:cubicBezTo>
                    <a:pt x="517" y="1215"/>
                    <a:pt x="826" y="1295"/>
                    <a:pt x="1159" y="1295"/>
                  </a:cubicBezTo>
                  <a:cubicBezTo>
                    <a:pt x="1496" y="1295"/>
                    <a:pt x="1824" y="1210"/>
                    <a:pt x="2057" y="1059"/>
                  </a:cubicBezTo>
                  <a:cubicBezTo>
                    <a:pt x="2252" y="935"/>
                    <a:pt x="2363" y="779"/>
                    <a:pt x="2363" y="633"/>
                  </a:cubicBezTo>
                  <a:cubicBezTo>
                    <a:pt x="2362" y="492"/>
                    <a:pt x="2257" y="344"/>
                    <a:pt x="2072" y="227"/>
                  </a:cubicBezTo>
                  <a:cubicBezTo>
                    <a:pt x="1848" y="82"/>
                    <a:pt x="1533" y="0"/>
                    <a:pt x="12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3"/>
            <p:cNvSpPr/>
            <p:nvPr/>
          </p:nvSpPr>
          <p:spPr>
            <a:xfrm>
              <a:off x="7616684" y="3803174"/>
              <a:ext cx="154798" cy="83029"/>
            </a:xfrm>
            <a:custGeom>
              <a:avLst/>
              <a:gdLst/>
              <a:ahLst/>
              <a:cxnLst/>
              <a:rect l="l" t="t" r="r" b="b"/>
              <a:pathLst>
                <a:path w="1691" h="907" extrusionOk="0">
                  <a:moveTo>
                    <a:pt x="1204" y="0"/>
                  </a:moveTo>
                  <a:cubicBezTo>
                    <a:pt x="868" y="0"/>
                    <a:pt x="540" y="86"/>
                    <a:pt x="306" y="236"/>
                  </a:cubicBezTo>
                  <a:cubicBezTo>
                    <a:pt x="112" y="361"/>
                    <a:pt x="1" y="516"/>
                    <a:pt x="1" y="662"/>
                  </a:cubicBezTo>
                  <a:cubicBezTo>
                    <a:pt x="1" y="728"/>
                    <a:pt x="25" y="794"/>
                    <a:pt x="68" y="858"/>
                  </a:cubicBezTo>
                  <a:cubicBezTo>
                    <a:pt x="201" y="889"/>
                    <a:pt x="341" y="907"/>
                    <a:pt x="487" y="907"/>
                  </a:cubicBezTo>
                  <a:cubicBezTo>
                    <a:pt x="824" y="907"/>
                    <a:pt x="1151" y="820"/>
                    <a:pt x="1386" y="670"/>
                  </a:cubicBezTo>
                  <a:cubicBezTo>
                    <a:pt x="1579" y="545"/>
                    <a:pt x="1691" y="390"/>
                    <a:pt x="1691" y="244"/>
                  </a:cubicBezTo>
                  <a:cubicBezTo>
                    <a:pt x="1691" y="179"/>
                    <a:pt x="1666" y="113"/>
                    <a:pt x="1623" y="49"/>
                  </a:cubicBezTo>
                  <a:cubicBezTo>
                    <a:pt x="1490" y="18"/>
                    <a:pt x="1350" y="0"/>
                    <a:pt x="1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3"/>
            <p:cNvSpPr/>
            <p:nvPr/>
          </p:nvSpPr>
          <p:spPr>
            <a:xfrm>
              <a:off x="4945487" y="3318167"/>
              <a:ext cx="150862" cy="122575"/>
            </a:xfrm>
            <a:custGeom>
              <a:avLst/>
              <a:gdLst/>
              <a:ahLst/>
              <a:cxnLst/>
              <a:rect l="l" t="t" r="r" b="b"/>
              <a:pathLst>
                <a:path w="1648" h="1339" extrusionOk="0">
                  <a:moveTo>
                    <a:pt x="171" y="1"/>
                  </a:moveTo>
                  <a:cubicBezTo>
                    <a:pt x="82" y="1"/>
                    <a:pt x="0" y="72"/>
                    <a:pt x="0" y="171"/>
                  </a:cubicBezTo>
                  <a:lnTo>
                    <a:pt x="0" y="271"/>
                  </a:lnTo>
                  <a:cubicBezTo>
                    <a:pt x="0" y="419"/>
                    <a:pt x="80" y="558"/>
                    <a:pt x="208" y="632"/>
                  </a:cubicBezTo>
                  <a:lnTo>
                    <a:pt x="1392" y="1316"/>
                  </a:lnTo>
                  <a:cubicBezTo>
                    <a:pt x="1419" y="1331"/>
                    <a:pt x="1448" y="1338"/>
                    <a:pt x="1477" y="1338"/>
                  </a:cubicBezTo>
                  <a:cubicBezTo>
                    <a:pt x="1566" y="1338"/>
                    <a:pt x="1647" y="1267"/>
                    <a:pt x="1646" y="1168"/>
                  </a:cubicBezTo>
                  <a:lnTo>
                    <a:pt x="1648" y="1068"/>
                  </a:lnTo>
                  <a:cubicBezTo>
                    <a:pt x="1648" y="919"/>
                    <a:pt x="1568" y="782"/>
                    <a:pt x="1439" y="707"/>
                  </a:cubicBezTo>
                  <a:lnTo>
                    <a:pt x="256" y="24"/>
                  </a:lnTo>
                  <a:cubicBezTo>
                    <a:pt x="228" y="8"/>
                    <a:pt x="199" y="1"/>
                    <a:pt x="17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3"/>
            <p:cNvSpPr/>
            <p:nvPr/>
          </p:nvSpPr>
          <p:spPr>
            <a:xfrm>
              <a:off x="4937523" y="3322836"/>
              <a:ext cx="150770" cy="122484"/>
            </a:xfrm>
            <a:custGeom>
              <a:avLst/>
              <a:gdLst/>
              <a:ahLst/>
              <a:cxnLst/>
              <a:rect l="l" t="t" r="r" b="b"/>
              <a:pathLst>
                <a:path w="1647" h="1338" extrusionOk="0">
                  <a:moveTo>
                    <a:pt x="170" y="0"/>
                  </a:moveTo>
                  <a:cubicBezTo>
                    <a:pt x="82" y="0"/>
                    <a:pt x="0" y="71"/>
                    <a:pt x="0" y="170"/>
                  </a:cubicBezTo>
                  <a:lnTo>
                    <a:pt x="0" y="270"/>
                  </a:lnTo>
                  <a:cubicBezTo>
                    <a:pt x="0" y="419"/>
                    <a:pt x="79" y="556"/>
                    <a:pt x="209" y="632"/>
                  </a:cubicBezTo>
                  <a:lnTo>
                    <a:pt x="1392" y="1314"/>
                  </a:lnTo>
                  <a:cubicBezTo>
                    <a:pt x="1419" y="1330"/>
                    <a:pt x="1448" y="1337"/>
                    <a:pt x="1477" y="1337"/>
                  </a:cubicBezTo>
                  <a:cubicBezTo>
                    <a:pt x="1565" y="1337"/>
                    <a:pt x="1647" y="1266"/>
                    <a:pt x="1647" y="1167"/>
                  </a:cubicBezTo>
                  <a:lnTo>
                    <a:pt x="1647" y="1067"/>
                  </a:lnTo>
                  <a:cubicBezTo>
                    <a:pt x="1647" y="919"/>
                    <a:pt x="1568" y="781"/>
                    <a:pt x="1438" y="706"/>
                  </a:cubicBezTo>
                  <a:lnTo>
                    <a:pt x="255" y="24"/>
                  </a:lnTo>
                  <a:cubicBezTo>
                    <a:pt x="227" y="7"/>
                    <a:pt x="198" y="0"/>
                    <a:pt x="17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3"/>
            <p:cNvSpPr/>
            <p:nvPr/>
          </p:nvSpPr>
          <p:spPr>
            <a:xfrm>
              <a:off x="5717122" y="2692638"/>
              <a:ext cx="84128" cy="46229"/>
            </a:xfrm>
            <a:custGeom>
              <a:avLst/>
              <a:gdLst/>
              <a:ahLst/>
              <a:cxnLst/>
              <a:rect l="l" t="t" r="r" b="b"/>
              <a:pathLst>
                <a:path w="919" h="505" extrusionOk="0">
                  <a:moveTo>
                    <a:pt x="468" y="0"/>
                  </a:moveTo>
                  <a:cubicBezTo>
                    <a:pt x="337" y="0"/>
                    <a:pt x="210" y="34"/>
                    <a:pt x="119" y="93"/>
                  </a:cubicBezTo>
                  <a:cubicBezTo>
                    <a:pt x="44" y="141"/>
                    <a:pt x="1" y="202"/>
                    <a:pt x="1" y="258"/>
                  </a:cubicBezTo>
                  <a:cubicBezTo>
                    <a:pt x="1" y="313"/>
                    <a:pt x="41" y="371"/>
                    <a:pt x="113" y="417"/>
                  </a:cubicBezTo>
                  <a:cubicBezTo>
                    <a:pt x="201" y="473"/>
                    <a:pt x="322" y="505"/>
                    <a:pt x="450" y="505"/>
                  </a:cubicBezTo>
                  <a:cubicBezTo>
                    <a:pt x="582" y="505"/>
                    <a:pt x="709" y="471"/>
                    <a:pt x="800" y="413"/>
                  </a:cubicBezTo>
                  <a:cubicBezTo>
                    <a:pt x="876" y="364"/>
                    <a:pt x="918" y="303"/>
                    <a:pt x="918" y="247"/>
                  </a:cubicBezTo>
                  <a:cubicBezTo>
                    <a:pt x="918" y="192"/>
                    <a:pt x="878" y="134"/>
                    <a:pt x="806" y="88"/>
                  </a:cubicBezTo>
                  <a:cubicBezTo>
                    <a:pt x="719" y="33"/>
                    <a:pt x="596" y="0"/>
                    <a:pt x="468" y="0"/>
                  </a:cubicBezTo>
                  <a:close/>
                </a:path>
              </a:pathLst>
            </a:custGeom>
            <a:solidFill>
              <a:srgbClr val="8895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3"/>
            <p:cNvSpPr/>
            <p:nvPr/>
          </p:nvSpPr>
          <p:spPr>
            <a:xfrm>
              <a:off x="5731677" y="2706919"/>
              <a:ext cx="44032" cy="24259"/>
            </a:xfrm>
            <a:custGeom>
              <a:avLst/>
              <a:gdLst/>
              <a:ahLst/>
              <a:cxnLst/>
              <a:rect l="l" t="t" r="r" b="b"/>
              <a:pathLst>
                <a:path w="481" h="265" extrusionOk="0">
                  <a:moveTo>
                    <a:pt x="245" y="1"/>
                  </a:moveTo>
                  <a:cubicBezTo>
                    <a:pt x="176" y="1"/>
                    <a:pt x="110" y="18"/>
                    <a:pt x="62" y="49"/>
                  </a:cubicBezTo>
                  <a:cubicBezTo>
                    <a:pt x="23" y="74"/>
                    <a:pt x="1" y="106"/>
                    <a:pt x="1" y="136"/>
                  </a:cubicBezTo>
                  <a:cubicBezTo>
                    <a:pt x="1" y="164"/>
                    <a:pt x="22" y="195"/>
                    <a:pt x="59" y="218"/>
                  </a:cubicBezTo>
                  <a:cubicBezTo>
                    <a:pt x="105" y="249"/>
                    <a:pt x="168" y="264"/>
                    <a:pt x="236" y="264"/>
                  </a:cubicBezTo>
                  <a:cubicBezTo>
                    <a:pt x="305" y="264"/>
                    <a:pt x="371" y="248"/>
                    <a:pt x="418" y="216"/>
                  </a:cubicBezTo>
                  <a:cubicBezTo>
                    <a:pt x="458" y="191"/>
                    <a:pt x="480" y="160"/>
                    <a:pt x="480" y="129"/>
                  </a:cubicBezTo>
                  <a:cubicBezTo>
                    <a:pt x="480" y="101"/>
                    <a:pt x="459" y="71"/>
                    <a:pt x="422" y="47"/>
                  </a:cubicBezTo>
                  <a:cubicBezTo>
                    <a:pt x="377" y="18"/>
                    <a:pt x="311" y="1"/>
                    <a:pt x="245" y="1"/>
                  </a:cubicBezTo>
                  <a:close/>
                </a:path>
              </a:pathLst>
            </a:custGeom>
            <a:solidFill>
              <a:srgbClr val="98B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3"/>
            <p:cNvSpPr/>
            <p:nvPr/>
          </p:nvSpPr>
          <p:spPr>
            <a:xfrm>
              <a:off x="5333914" y="2615282"/>
              <a:ext cx="1402340" cy="839902"/>
            </a:xfrm>
            <a:custGeom>
              <a:avLst/>
              <a:gdLst/>
              <a:ahLst/>
              <a:cxnLst/>
              <a:rect l="l" t="t" r="r" b="b"/>
              <a:pathLst>
                <a:path w="15319" h="9175" extrusionOk="0">
                  <a:moveTo>
                    <a:pt x="8256" y="0"/>
                  </a:moveTo>
                  <a:cubicBezTo>
                    <a:pt x="8044" y="0"/>
                    <a:pt x="7842" y="43"/>
                    <a:pt x="7691" y="130"/>
                  </a:cubicBezTo>
                  <a:lnTo>
                    <a:pt x="2215" y="3292"/>
                  </a:lnTo>
                  <a:cubicBezTo>
                    <a:pt x="1972" y="3433"/>
                    <a:pt x="1842" y="3618"/>
                    <a:pt x="1824" y="3816"/>
                  </a:cubicBezTo>
                  <a:cubicBezTo>
                    <a:pt x="1823" y="3819"/>
                    <a:pt x="1823" y="3868"/>
                    <a:pt x="1824" y="3934"/>
                  </a:cubicBezTo>
                  <a:lnTo>
                    <a:pt x="15" y="4789"/>
                  </a:lnTo>
                  <a:cubicBezTo>
                    <a:pt x="15" y="4789"/>
                    <a:pt x="0" y="5034"/>
                    <a:pt x="10" y="5164"/>
                  </a:cubicBezTo>
                  <a:cubicBezTo>
                    <a:pt x="14" y="5217"/>
                    <a:pt x="24" y="5276"/>
                    <a:pt x="61" y="5325"/>
                  </a:cubicBezTo>
                  <a:cubicBezTo>
                    <a:pt x="240" y="5567"/>
                    <a:pt x="6131" y="8919"/>
                    <a:pt x="6259" y="8992"/>
                  </a:cubicBezTo>
                  <a:cubicBezTo>
                    <a:pt x="6406" y="9076"/>
                    <a:pt x="6575" y="9129"/>
                    <a:pt x="6754" y="9155"/>
                  </a:cubicBezTo>
                  <a:lnTo>
                    <a:pt x="6760" y="9157"/>
                  </a:lnTo>
                  <a:cubicBezTo>
                    <a:pt x="6839" y="9169"/>
                    <a:pt x="6920" y="9175"/>
                    <a:pt x="6999" y="9175"/>
                  </a:cubicBezTo>
                  <a:cubicBezTo>
                    <a:pt x="7209" y="9175"/>
                    <a:pt x="7410" y="9132"/>
                    <a:pt x="7560" y="9045"/>
                  </a:cubicBezTo>
                  <a:lnTo>
                    <a:pt x="12014" y="6462"/>
                  </a:lnTo>
                  <a:cubicBezTo>
                    <a:pt x="12026" y="6455"/>
                    <a:pt x="12035" y="6446"/>
                    <a:pt x="12047" y="6440"/>
                  </a:cubicBezTo>
                  <a:lnTo>
                    <a:pt x="14858" y="4810"/>
                  </a:lnTo>
                  <a:cubicBezTo>
                    <a:pt x="15086" y="4678"/>
                    <a:pt x="15259" y="4595"/>
                    <a:pt x="15293" y="4335"/>
                  </a:cubicBezTo>
                  <a:cubicBezTo>
                    <a:pt x="15319" y="4137"/>
                    <a:pt x="15302" y="3992"/>
                    <a:pt x="15298" y="3929"/>
                  </a:cubicBezTo>
                  <a:cubicBezTo>
                    <a:pt x="15294" y="3876"/>
                    <a:pt x="15228" y="3899"/>
                    <a:pt x="15191" y="3850"/>
                  </a:cubicBezTo>
                  <a:cubicBezTo>
                    <a:pt x="15011" y="3608"/>
                    <a:pt x="9120" y="256"/>
                    <a:pt x="8992" y="183"/>
                  </a:cubicBezTo>
                  <a:cubicBezTo>
                    <a:pt x="8845" y="99"/>
                    <a:pt x="8676" y="46"/>
                    <a:pt x="8496" y="21"/>
                  </a:cubicBezTo>
                  <a:lnTo>
                    <a:pt x="8492" y="18"/>
                  </a:lnTo>
                  <a:cubicBezTo>
                    <a:pt x="8413" y="6"/>
                    <a:pt x="8334" y="0"/>
                    <a:pt x="825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3"/>
            <p:cNvSpPr/>
            <p:nvPr/>
          </p:nvSpPr>
          <p:spPr>
            <a:xfrm>
              <a:off x="5334280" y="2611986"/>
              <a:ext cx="1401516" cy="808870"/>
            </a:xfrm>
            <a:custGeom>
              <a:avLst/>
              <a:gdLst/>
              <a:ahLst/>
              <a:cxnLst/>
              <a:rect l="l" t="t" r="r" b="b"/>
              <a:pathLst>
                <a:path w="15310" h="8836" extrusionOk="0">
                  <a:moveTo>
                    <a:pt x="8311" y="1"/>
                  </a:moveTo>
                  <a:cubicBezTo>
                    <a:pt x="8100" y="1"/>
                    <a:pt x="7900" y="44"/>
                    <a:pt x="7749" y="130"/>
                  </a:cubicBezTo>
                  <a:lnTo>
                    <a:pt x="4686" y="1899"/>
                  </a:lnTo>
                  <a:lnTo>
                    <a:pt x="1798" y="3578"/>
                  </a:lnTo>
                  <a:lnTo>
                    <a:pt x="235" y="4480"/>
                  </a:lnTo>
                  <a:cubicBezTo>
                    <a:pt x="76" y="4571"/>
                    <a:pt x="1" y="4695"/>
                    <a:pt x="11" y="4825"/>
                  </a:cubicBezTo>
                  <a:cubicBezTo>
                    <a:pt x="14" y="4878"/>
                    <a:pt x="21" y="4944"/>
                    <a:pt x="123" y="5022"/>
                  </a:cubicBezTo>
                  <a:cubicBezTo>
                    <a:pt x="409" y="5239"/>
                    <a:pt x="6131" y="8580"/>
                    <a:pt x="6259" y="8653"/>
                  </a:cubicBezTo>
                  <a:cubicBezTo>
                    <a:pt x="6407" y="8737"/>
                    <a:pt x="6574" y="8790"/>
                    <a:pt x="6755" y="8814"/>
                  </a:cubicBezTo>
                  <a:lnTo>
                    <a:pt x="6760" y="8818"/>
                  </a:lnTo>
                  <a:cubicBezTo>
                    <a:pt x="6839" y="8829"/>
                    <a:pt x="6918" y="8835"/>
                    <a:pt x="6996" y="8835"/>
                  </a:cubicBezTo>
                  <a:cubicBezTo>
                    <a:pt x="7208" y="8835"/>
                    <a:pt x="7410" y="8792"/>
                    <a:pt x="7561" y="8705"/>
                  </a:cubicBezTo>
                  <a:lnTo>
                    <a:pt x="9125" y="7802"/>
                  </a:lnTo>
                  <a:lnTo>
                    <a:pt x="12014" y="6123"/>
                  </a:lnTo>
                  <a:lnTo>
                    <a:pt x="15075" y="4356"/>
                  </a:lnTo>
                  <a:cubicBezTo>
                    <a:pt x="15234" y="4264"/>
                    <a:pt x="15309" y="4141"/>
                    <a:pt x="15299" y="4012"/>
                  </a:cubicBezTo>
                  <a:cubicBezTo>
                    <a:pt x="15296" y="3959"/>
                    <a:pt x="15289" y="3892"/>
                    <a:pt x="15187" y="3815"/>
                  </a:cubicBezTo>
                  <a:cubicBezTo>
                    <a:pt x="14901" y="3597"/>
                    <a:pt x="9179" y="256"/>
                    <a:pt x="9051" y="183"/>
                  </a:cubicBezTo>
                  <a:cubicBezTo>
                    <a:pt x="8904" y="100"/>
                    <a:pt x="8735" y="47"/>
                    <a:pt x="8555" y="22"/>
                  </a:cubicBezTo>
                  <a:lnTo>
                    <a:pt x="8550" y="19"/>
                  </a:lnTo>
                  <a:cubicBezTo>
                    <a:pt x="8470" y="7"/>
                    <a:pt x="8390" y="1"/>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3"/>
            <p:cNvSpPr/>
            <p:nvPr/>
          </p:nvSpPr>
          <p:spPr>
            <a:xfrm>
              <a:off x="5333914" y="2502315"/>
              <a:ext cx="1402340" cy="839994"/>
            </a:xfrm>
            <a:custGeom>
              <a:avLst/>
              <a:gdLst/>
              <a:ahLst/>
              <a:cxnLst/>
              <a:rect l="l" t="t" r="r" b="b"/>
              <a:pathLst>
                <a:path w="15319" h="9176" extrusionOk="0">
                  <a:moveTo>
                    <a:pt x="8253" y="1"/>
                  </a:moveTo>
                  <a:cubicBezTo>
                    <a:pt x="8042" y="1"/>
                    <a:pt x="7842" y="43"/>
                    <a:pt x="7691" y="130"/>
                  </a:cubicBezTo>
                  <a:lnTo>
                    <a:pt x="2215" y="3292"/>
                  </a:lnTo>
                  <a:cubicBezTo>
                    <a:pt x="1972" y="3433"/>
                    <a:pt x="1842" y="3618"/>
                    <a:pt x="1824" y="3816"/>
                  </a:cubicBezTo>
                  <a:cubicBezTo>
                    <a:pt x="1823" y="3819"/>
                    <a:pt x="1823" y="3868"/>
                    <a:pt x="1824" y="3934"/>
                  </a:cubicBezTo>
                  <a:lnTo>
                    <a:pt x="15" y="4789"/>
                  </a:lnTo>
                  <a:cubicBezTo>
                    <a:pt x="15" y="4789"/>
                    <a:pt x="0" y="5034"/>
                    <a:pt x="10" y="5164"/>
                  </a:cubicBezTo>
                  <a:cubicBezTo>
                    <a:pt x="14" y="5218"/>
                    <a:pt x="24" y="5276"/>
                    <a:pt x="61" y="5325"/>
                  </a:cubicBezTo>
                  <a:cubicBezTo>
                    <a:pt x="240" y="5568"/>
                    <a:pt x="6131" y="8919"/>
                    <a:pt x="6259" y="8992"/>
                  </a:cubicBezTo>
                  <a:cubicBezTo>
                    <a:pt x="6406" y="9077"/>
                    <a:pt x="6575" y="9130"/>
                    <a:pt x="6754" y="9154"/>
                  </a:cubicBezTo>
                  <a:lnTo>
                    <a:pt x="6760" y="9158"/>
                  </a:lnTo>
                  <a:cubicBezTo>
                    <a:pt x="6838" y="9169"/>
                    <a:pt x="6918" y="9175"/>
                    <a:pt x="6996" y="9175"/>
                  </a:cubicBezTo>
                  <a:cubicBezTo>
                    <a:pt x="7207" y="9175"/>
                    <a:pt x="7409" y="9132"/>
                    <a:pt x="7560" y="9045"/>
                  </a:cubicBezTo>
                  <a:lnTo>
                    <a:pt x="12014" y="6463"/>
                  </a:lnTo>
                  <a:cubicBezTo>
                    <a:pt x="12026" y="6455"/>
                    <a:pt x="12035" y="6447"/>
                    <a:pt x="12047" y="6439"/>
                  </a:cubicBezTo>
                  <a:lnTo>
                    <a:pt x="14858" y="4810"/>
                  </a:lnTo>
                  <a:cubicBezTo>
                    <a:pt x="15086" y="4678"/>
                    <a:pt x="15259" y="4595"/>
                    <a:pt x="15293" y="4335"/>
                  </a:cubicBezTo>
                  <a:cubicBezTo>
                    <a:pt x="15319" y="4137"/>
                    <a:pt x="15302" y="3991"/>
                    <a:pt x="15298" y="3929"/>
                  </a:cubicBezTo>
                  <a:cubicBezTo>
                    <a:pt x="15294" y="3875"/>
                    <a:pt x="15228" y="3899"/>
                    <a:pt x="15191" y="3851"/>
                  </a:cubicBezTo>
                  <a:cubicBezTo>
                    <a:pt x="15011" y="3609"/>
                    <a:pt x="9120" y="256"/>
                    <a:pt x="8992" y="183"/>
                  </a:cubicBezTo>
                  <a:cubicBezTo>
                    <a:pt x="8845" y="100"/>
                    <a:pt x="8676" y="47"/>
                    <a:pt x="8496" y="21"/>
                  </a:cubicBezTo>
                  <a:lnTo>
                    <a:pt x="8492" y="19"/>
                  </a:lnTo>
                  <a:cubicBezTo>
                    <a:pt x="8412" y="7"/>
                    <a:pt x="8332" y="1"/>
                    <a:pt x="825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3"/>
            <p:cNvSpPr/>
            <p:nvPr/>
          </p:nvSpPr>
          <p:spPr>
            <a:xfrm>
              <a:off x="5334280" y="2499019"/>
              <a:ext cx="1401516" cy="808778"/>
            </a:xfrm>
            <a:custGeom>
              <a:avLst/>
              <a:gdLst/>
              <a:ahLst/>
              <a:cxnLst/>
              <a:rect l="l" t="t" r="r" b="b"/>
              <a:pathLst>
                <a:path w="15310" h="8835" extrusionOk="0">
                  <a:moveTo>
                    <a:pt x="8311" y="1"/>
                  </a:moveTo>
                  <a:cubicBezTo>
                    <a:pt x="8100" y="1"/>
                    <a:pt x="7900" y="44"/>
                    <a:pt x="7749" y="131"/>
                  </a:cubicBezTo>
                  <a:lnTo>
                    <a:pt x="4686" y="1899"/>
                  </a:lnTo>
                  <a:lnTo>
                    <a:pt x="1798" y="3578"/>
                  </a:lnTo>
                  <a:lnTo>
                    <a:pt x="235" y="4480"/>
                  </a:lnTo>
                  <a:cubicBezTo>
                    <a:pt x="76" y="4571"/>
                    <a:pt x="1" y="4695"/>
                    <a:pt x="11" y="4825"/>
                  </a:cubicBezTo>
                  <a:cubicBezTo>
                    <a:pt x="14" y="4878"/>
                    <a:pt x="21" y="4944"/>
                    <a:pt x="123" y="5022"/>
                  </a:cubicBezTo>
                  <a:cubicBezTo>
                    <a:pt x="409" y="5239"/>
                    <a:pt x="6131" y="8579"/>
                    <a:pt x="6259" y="8653"/>
                  </a:cubicBezTo>
                  <a:cubicBezTo>
                    <a:pt x="6407" y="8737"/>
                    <a:pt x="6574" y="8790"/>
                    <a:pt x="6755" y="8814"/>
                  </a:cubicBezTo>
                  <a:lnTo>
                    <a:pt x="6760" y="8818"/>
                  </a:lnTo>
                  <a:cubicBezTo>
                    <a:pt x="6839" y="8829"/>
                    <a:pt x="6918" y="8835"/>
                    <a:pt x="6996" y="8835"/>
                  </a:cubicBezTo>
                  <a:cubicBezTo>
                    <a:pt x="7208" y="8835"/>
                    <a:pt x="7410" y="8792"/>
                    <a:pt x="7561" y="8705"/>
                  </a:cubicBezTo>
                  <a:lnTo>
                    <a:pt x="9125" y="7802"/>
                  </a:lnTo>
                  <a:lnTo>
                    <a:pt x="12014" y="6123"/>
                  </a:lnTo>
                  <a:lnTo>
                    <a:pt x="15075" y="4356"/>
                  </a:lnTo>
                  <a:cubicBezTo>
                    <a:pt x="15234" y="4264"/>
                    <a:pt x="15309" y="4141"/>
                    <a:pt x="15299" y="4012"/>
                  </a:cubicBezTo>
                  <a:cubicBezTo>
                    <a:pt x="15296" y="3959"/>
                    <a:pt x="15289" y="3892"/>
                    <a:pt x="15187" y="3815"/>
                  </a:cubicBezTo>
                  <a:cubicBezTo>
                    <a:pt x="14901" y="3597"/>
                    <a:pt x="9179" y="256"/>
                    <a:pt x="9051" y="183"/>
                  </a:cubicBezTo>
                  <a:cubicBezTo>
                    <a:pt x="8904" y="100"/>
                    <a:pt x="8735" y="47"/>
                    <a:pt x="8555" y="22"/>
                  </a:cubicBezTo>
                  <a:lnTo>
                    <a:pt x="8550" y="19"/>
                  </a:lnTo>
                  <a:cubicBezTo>
                    <a:pt x="8470" y="7"/>
                    <a:pt x="8390" y="1"/>
                    <a:pt x="831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3"/>
            <p:cNvSpPr/>
            <p:nvPr/>
          </p:nvSpPr>
          <p:spPr>
            <a:xfrm>
              <a:off x="5333914" y="2387975"/>
              <a:ext cx="1402340" cy="839902"/>
            </a:xfrm>
            <a:custGeom>
              <a:avLst/>
              <a:gdLst/>
              <a:ahLst/>
              <a:cxnLst/>
              <a:rect l="l" t="t" r="r" b="b"/>
              <a:pathLst>
                <a:path w="15319" h="9175" extrusionOk="0">
                  <a:moveTo>
                    <a:pt x="8256" y="0"/>
                  </a:moveTo>
                  <a:cubicBezTo>
                    <a:pt x="8044" y="0"/>
                    <a:pt x="7842" y="43"/>
                    <a:pt x="7691" y="130"/>
                  </a:cubicBezTo>
                  <a:lnTo>
                    <a:pt x="2215" y="3292"/>
                  </a:lnTo>
                  <a:cubicBezTo>
                    <a:pt x="1972" y="3433"/>
                    <a:pt x="1842" y="3618"/>
                    <a:pt x="1824" y="3816"/>
                  </a:cubicBezTo>
                  <a:cubicBezTo>
                    <a:pt x="1823" y="3819"/>
                    <a:pt x="1823" y="3867"/>
                    <a:pt x="1824" y="3934"/>
                  </a:cubicBezTo>
                  <a:lnTo>
                    <a:pt x="15" y="4789"/>
                  </a:lnTo>
                  <a:cubicBezTo>
                    <a:pt x="15" y="4789"/>
                    <a:pt x="0" y="5034"/>
                    <a:pt x="10" y="5164"/>
                  </a:cubicBezTo>
                  <a:cubicBezTo>
                    <a:pt x="14" y="5217"/>
                    <a:pt x="24" y="5276"/>
                    <a:pt x="61" y="5325"/>
                  </a:cubicBezTo>
                  <a:cubicBezTo>
                    <a:pt x="240" y="5567"/>
                    <a:pt x="6131" y="8919"/>
                    <a:pt x="6259" y="8992"/>
                  </a:cubicBezTo>
                  <a:cubicBezTo>
                    <a:pt x="6406" y="9076"/>
                    <a:pt x="6575" y="9129"/>
                    <a:pt x="6754" y="9155"/>
                  </a:cubicBezTo>
                  <a:lnTo>
                    <a:pt x="6760" y="9157"/>
                  </a:lnTo>
                  <a:cubicBezTo>
                    <a:pt x="6839" y="9169"/>
                    <a:pt x="6920" y="9175"/>
                    <a:pt x="6999" y="9175"/>
                  </a:cubicBezTo>
                  <a:cubicBezTo>
                    <a:pt x="7209" y="9175"/>
                    <a:pt x="7410" y="9132"/>
                    <a:pt x="7560" y="9045"/>
                  </a:cubicBezTo>
                  <a:lnTo>
                    <a:pt x="12014" y="6462"/>
                  </a:lnTo>
                  <a:cubicBezTo>
                    <a:pt x="12026" y="6455"/>
                    <a:pt x="12035" y="6448"/>
                    <a:pt x="12047" y="6440"/>
                  </a:cubicBezTo>
                  <a:lnTo>
                    <a:pt x="14858" y="4810"/>
                  </a:lnTo>
                  <a:cubicBezTo>
                    <a:pt x="15086" y="4679"/>
                    <a:pt x="15259" y="4595"/>
                    <a:pt x="15293" y="4335"/>
                  </a:cubicBezTo>
                  <a:cubicBezTo>
                    <a:pt x="15319" y="4137"/>
                    <a:pt x="15302" y="3992"/>
                    <a:pt x="15298" y="3930"/>
                  </a:cubicBezTo>
                  <a:cubicBezTo>
                    <a:pt x="15294" y="3876"/>
                    <a:pt x="15228" y="3899"/>
                    <a:pt x="15191" y="3851"/>
                  </a:cubicBezTo>
                  <a:cubicBezTo>
                    <a:pt x="15011" y="3609"/>
                    <a:pt x="9120" y="256"/>
                    <a:pt x="8992" y="183"/>
                  </a:cubicBezTo>
                  <a:cubicBezTo>
                    <a:pt x="8845" y="99"/>
                    <a:pt x="8676" y="46"/>
                    <a:pt x="8496" y="21"/>
                  </a:cubicBezTo>
                  <a:lnTo>
                    <a:pt x="8492" y="18"/>
                  </a:lnTo>
                  <a:cubicBezTo>
                    <a:pt x="8413" y="6"/>
                    <a:pt x="8334" y="0"/>
                    <a:pt x="82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3"/>
            <p:cNvSpPr/>
            <p:nvPr/>
          </p:nvSpPr>
          <p:spPr>
            <a:xfrm>
              <a:off x="5334280" y="2384679"/>
              <a:ext cx="1401516" cy="808870"/>
            </a:xfrm>
            <a:custGeom>
              <a:avLst/>
              <a:gdLst/>
              <a:ahLst/>
              <a:cxnLst/>
              <a:rect l="l" t="t" r="r" b="b"/>
              <a:pathLst>
                <a:path w="15310" h="8836" extrusionOk="0">
                  <a:moveTo>
                    <a:pt x="8314" y="0"/>
                  </a:moveTo>
                  <a:cubicBezTo>
                    <a:pt x="8102" y="0"/>
                    <a:pt x="7900" y="43"/>
                    <a:pt x="7749" y="130"/>
                  </a:cubicBezTo>
                  <a:lnTo>
                    <a:pt x="4686" y="1899"/>
                  </a:lnTo>
                  <a:lnTo>
                    <a:pt x="1798" y="3578"/>
                  </a:lnTo>
                  <a:lnTo>
                    <a:pt x="235" y="4480"/>
                  </a:lnTo>
                  <a:cubicBezTo>
                    <a:pt x="76" y="4572"/>
                    <a:pt x="1" y="4695"/>
                    <a:pt x="11" y="4825"/>
                  </a:cubicBezTo>
                  <a:cubicBezTo>
                    <a:pt x="14" y="4878"/>
                    <a:pt x="21" y="4944"/>
                    <a:pt x="123" y="5022"/>
                  </a:cubicBezTo>
                  <a:cubicBezTo>
                    <a:pt x="409" y="5238"/>
                    <a:pt x="6131" y="8579"/>
                    <a:pt x="6259" y="8652"/>
                  </a:cubicBezTo>
                  <a:cubicBezTo>
                    <a:pt x="6407" y="8737"/>
                    <a:pt x="6574" y="8790"/>
                    <a:pt x="6755" y="8814"/>
                  </a:cubicBezTo>
                  <a:lnTo>
                    <a:pt x="6760" y="8818"/>
                  </a:lnTo>
                  <a:cubicBezTo>
                    <a:pt x="6839" y="8829"/>
                    <a:pt x="6918" y="8835"/>
                    <a:pt x="6996" y="8835"/>
                  </a:cubicBezTo>
                  <a:cubicBezTo>
                    <a:pt x="7208" y="8835"/>
                    <a:pt x="7410" y="8792"/>
                    <a:pt x="7561" y="8705"/>
                  </a:cubicBezTo>
                  <a:lnTo>
                    <a:pt x="9125" y="7802"/>
                  </a:lnTo>
                  <a:lnTo>
                    <a:pt x="12014" y="6123"/>
                  </a:lnTo>
                  <a:lnTo>
                    <a:pt x="15075" y="4355"/>
                  </a:lnTo>
                  <a:cubicBezTo>
                    <a:pt x="15234" y="4264"/>
                    <a:pt x="15309" y="4140"/>
                    <a:pt x="15299" y="4012"/>
                  </a:cubicBezTo>
                  <a:cubicBezTo>
                    <a:pt x="15296" y="3958"/>
                    <a:pt x="15289" y="3892"/>
                    <a:pt x="15187" y="3815"/>
                  </a:cubicBezTo>
                  <a:cubicBezTo>
                    <a:pt x="14901" y="3597"/>
                    <a:pt x="9179" y="256"/>
                    <a:pt x="9051" y="183"/>
                  </a:cubicBezTo>
                  <a:cubicBezTo>
                    <a:pt x="8904" y="99"/>
                    <a:pt x="8735" y="46"/>
                    <a:pt x="8555" y="21"/>
                  </a:cubicBezTo>
                  <a:lnTo>
                    <a:pt x="8550" y="18"/>
                  </a:lnTo>
                  <a:cubicBezTo>
                    <a:pt x="8471" y="6"/>
                    <a:pt x="8392" y="0"/>
                    <a:pt x="83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3"/>
            <p:cNvSpPr/>
            <p:nvPr/>
          </p:nvSpPr>
          <p:spPr>
            <a:xfrm>
              <a:off x="5496956" y="2483548"/>
              <a:ext cx="875879" cy="500554"/>
            </a:xfrm>
            <a:custGeom>
              <a:avLst/>
              <a:gdLst/>
              <a:ahLst/>
              <a:cxnLst/>
              <a:rect l="l" t="t" r="r" b="b"/>
              <a:pathLst>
                <a:path w="9568" h="5468" extrusionOk="0">
                  <a:moveTo>
                    <a:pt x="8949" y="1388"/>
                  </a:moveTo>
                  <a:lnTo>
                    <a:pt x="8949" y="2644"/>
                  </a:lnTo>
                  <a:lnTo>
                    <a:pt x="8989" y="2644"/>
                  </a:lnTo>
                  <a:lnTo>
                    <a:pt x="8989" y="1427"/>
                  </a:lnTo>
                  <a:cubicBezTo>
                    <a:pt x="8976" y="1415"/>
                    <a:pt x="8963" y="1402"/>
                    <a:pt x="8949" y="1388"/>
                  </a:cubicBezTo>
                  <a:close/>
                  <a:moveTo>
                    <a:pt x="4785" y="1358"/>
                  </a:moveTo>
                  <a:cubicBezTo>
                    <a:pt x="4803" y="1358"/>
                    <a:pt x="4940" y="1360"/>
                    <a:pt x="4953" y="1360"/>
                  </a:cubicBezTo>
                  <a:cubicBezTo>
                    <a:pt x="4977" y="1361"/>
                    <a:pt x="5001" y="1361"/>
                    <a:pt x="5025" y="1362"/>
                  </a:cubicBezTo>
                  <a:cubicBezTo>
                    <a:pt x="5059" y="1363"/>
                    <a:pt x="5094" y="1366"/>
                    <a:pt x="5126" y="1368"/>
                  </a:cubicBezTo>
                  <a:cubicBezTo>
                    <a:pt x="5160" y="1370"/>
                    <a:pt x="5193" y="1372"/>
                    <a:pt x="5226" y="1373"/>
                  </a:cubicBezTo>
                  <a:cubicBezTo>
                    <a:pt x="5292" y="1378"/>
                    <a:pt x="5357" y="1385"/>
                    <a:pt x="5421" y="1391"/>
                  </a:cubicBezTo>
                  <a:cubicBezTo>
                    <a:pt x="5454" y="1395"/>
                    <a:pt x="5485" y="1398"/>
                    <a:pt x="5517" y="1403"/>
                  </a:cubicBezTo>
                  <a:cubicBezTo>
                    <a:pt x="5549" y="1406"/>
                    <a:pt x="5581" y="1411"/>
                    <a:pt x="5612" y="1415"/>
                  </a:cubicBezTo>
                  <a:cubicBezTo>
                    <a:pt x="5643" y="1418"/>
                    <a:pt x="5674" y="1423"/>
                    <a:pt x="5705" y="1429"/>
                  </a:cubicBezTo>
                  <a:cubicBezTo>
                    <a:pt x="5735" y="1433"/>
                    <a:pt x="5766" y="1438"/>
                    <a:pt x="5796" y="1443"/>
                  </a:cubicBezTo>
                  <a:cubicBezTo>
                    <a:pt x="5857" y="1453"/>
                    <a:pt x="5917" y="1465"/>
                    <a:pt x="5974" y="1478"/>
                  </a:cubicBezTo>
                  <a:cubicBezTo>
                    <a:pt x="6003" y="1484"/>
                    <a:pt x="6033" y="1491"/>
                    <a:pt x="6061" y="1498"/>
                  </a:cubicBezTo>
                  <a:cubicBezTo>
                    <a:pt x="6082" y="1503"/>
                    <a:pt x="6104" y="1507"/>
                    <a:pt x="6125" y="1513"/>
                  </a:cubicBezTo>
                  <a:cubicBezTo>
                    <a:pt x="6135" y="1516"/>
                    <a:pt x="6145" y="1519"/>
                    <a:pt x="6157" y="1521"/>
                  </a:cubicBezTo>
                  <a:cubicBezTo>
                    <a:pt x="6167" y="1523"/>
                    <a:pt x="6177" y="1527"/>
                    <a:pt x="6187" y="1530"/>
                  </a:cubicBezTo>
                  <a:cubicBezTo>
                    <a:pt x="6208" y="1536"/>
                    <a:pt x="6229" y="1540"/>
                    <a:pt x="6249" y="1547"/>
                  </a:cubicBezTo>
                  <a:cubicBezTo>
                    <a:pt x="6277" y="1555"/>
                    <a:pt x="6305" y="1563"/>
                    <a:pt x="6333" y="1570"/>
                  </a:cubicBezTo>
                  <a:cubicBezTo>
                    <a:pt x="6353" y="1576"/>
                    <a:pt x="6369" y="1582"/>
                    <a:pt x="6387" y="1587"/>
                  </a:cubicBezTo>
                  <a:cubicBezTo>
                    <a:pt x="6414" y="1596"/>
                    <a:pt x="6440" y="1605"/>
                    <a:pt x="6466" y="1614"/>
                  </a:cubicBezTo>
                  <a:cubicBezTo>
                    <a:pt x="6491" y="1622"/>
                    <a:pt x="6517" y="1631"/>
                    <a:pt x="6541" y="1640"/>
                  </a:cubicBezTo>
                  <a:cubicBezTo>
                    <a:pt x="6589" y="1658"/>
                    <a:pt x="6636" y="1676"/>
                    <a:pt x="6681" y="1697"/>
                  </a:cubicBezTo>
                  <a:cubicBezTo>
                    <a:pt x="6682" y="1697"/>
                    <a:pt x="6684" y="1698"/>
                    <a:pt x="6684" y="1698"/>
                  </a:cubicBezTo>
                  <a:cubicBezTo>
                    <a:pt x="6719" y="1712"/>
                    <a:pt x="6752" y="1727"/>
                    <a:pt x="6785" y="1743"/>
                  </a:cubicBezTo>
                  <a:cubicBezTo>
                    <a:pt x="6818" y="1759"/>
                    <a:pt x="6850" y="1774"/>
                    <a:pt x="6881" y="1790"/>
                  </a:cubicBezTo>
                  <a:cubicBezTo>
                    <a:pt x="6890" y="1795"/>
                    <a:pt x="6898" y="1799"/>
                    <a:pt x="6905" y="1804"/>
                  </a:cubicBezTo>
                  <a:cubicBezTo>
                    <a:pt x="6934" y="1818"/>
                    <a:pt x="6961" y="1834"/>
                    <a:pt x="6988" y="1851"/>
                  </a:cubicBezTo>
                  <a:cubicBezTo>
                    <a:pt x="6992" y="1853"/>
                    <a:pt x="6997" y="1855"/>
                    <a:pt x="7000" y="1858"/>
                  </a:cubicBezTo>
                  <a:cubicBezTo>
                    <a:pt x="7035" y="1879"/>
                    <a:pt x="7069" y="1900"/>
                    <a:pt x="7100" y="1923"/>
                  </a:cubicBezTo>
                  <a:cubicBezTo>
                    <a:pt x="7104" y="1925"/>
                    <a:pt x="7106" y="1927"/>
                    <a:pt x="7109" y="1930"/>
                  </a:cubicBezTo>
                  <a:cubicBezTo>
                    <a:pt x="7126" y="1941"/>
                    <a:pt x="7143" y="1953"/>
                    <a:pt x="7159" y="1966"/>
                  </a:cubicBezTo>
                  <a:cubicBezTo>
                    <a:pt x="7175" y="1978"/>
                    <a:pt x="7191" y="1990"/>
                    <a:pt x="7206" y="2003"/>
                  </a:cubicBezTo>
                  <a:cubicBezTo>
                    <a:pt x="7222" y="2016"/>
                    <a:pt x="7237" y="2029"/>
                    <a:pt x="7251" y="2042"/>
                  </a:cubicBezTo>
                  <a:cubicBezTo>
                    <a:pt x="7267" y="2057"/>
                    <a:pt x="7283" y="2070"/>
                    <a:pt x="7297" y="2086"/>
                  </a:cubicBezTo>
                  <a:cubicBezTo>
                    <a:pt x="7309" y="2097"/>
                    <a:pt x="7320" y="2109"/>
                    <a:pt x="7330" y="2121"/>
                  </a:cubicBezTo>
                  <a:cubicBezTo>
                    <a:pt x="7341" y="2133"/>
                    <a:pt x="7354" y="2146"/>
                    <a:pt x="7364" y="2159"/>
                  </a:cubicBezTo>
                  <a:cubicBezTo>
                    <a:pt x="7365" y="2161"/>
                    <a:pt x="7365" y="2162"/>
                    <a:pt x="7366" y="2162"/>
                  </a:cubicBezTo>
                  <a:lnTo>
                    <a:pt x="7365" y="2162"/>
                  </a:lnTo>
                  <a:cubicBezTo>
                    <a:pt x="7373" y="2172"/>
                    <a:pt x="7382" y="2182"/>
                    <a:pt x="7390" y="2193"/>
                  </a:cubicBezTo>
                  <a:lnTo>
                    <a:pt x="7390" y="2193"/>
                  </a:lnTo>
                  <a:cubicBezTo>
                    <a:pt x="7392" y="2195"/>
                    <a:pt x="7394" y="2197"/>
                    <a:pt x="7395" y="2200"/>
                  </a:cubicBezTo>
                  <a:cubicBezTo>
                    <a:pt x="7403" y="2211"/>
                    <a:pt x="7411" y="2221"/>
                    <a:pt x="7419" y="2233"/>
                  </a:cubicBezTo>
                  <a:cubicBezTo>
                    <a:pt x="7493" y="2344"/>
                    <a:pt x="7534" y="2462"/>
                    <a:pt x="7534" y="2585"/>
                  </a:cubicBezTo>
                  <a:cubicBezTo>
                    <a:pt x="7534" y="3150"/>
                    <a:pt x="6682" y="3626"/>
                    <a:pt x="5523" y="3771"/>
                  </a:cubicBezTo>
                  <a:cubicBezTo>
                    <a:pt x="5339" y="3793"/>
                    <a:pt x="5149" y="3808"/>
                    <a:pt x="4953" y="3814"/>
                  </a:cubicBezTo>
                  <a:lnTo>
                    <a:pt x="4953" y="3843"/>
                  </a:lnTo>
                  <a:cubicBezTo>
                    <a:pt x="4953" y="3901"/>
                    <a:pt x="4916" y="3949"/>
                    <a:pt x="4870" y="3949"/>
                  </a:cubicBezTo>
                  <a:lnTo>
                    <a:pt x="4868" y="3949"/>
                  </a:lnTo>
                  <a:cubicBezTo>
                    <a:pt x="4822" y="3949"/>
                    <a:pt x="4785" y="3901"/>
                    <a:pt x="4785" y="3843"/>
                  </a:cubicBezTo>
                  <a:lnTo>
                    <a:pt x="4785" y="3816"/>
                  </a:lnTo>
                  <a:cubicBezTo>
                    <a:pt x="3593" y="3816"/>
                    <a:pt x="2578" y="3478"/>
                    <a:pt x="2197" y="3004"/>
                  </a:cubicBezTo>
                  <a:cubicBezTo>
                    <a:pt x="2107" y="2891"/>
                    <a:pt x="2052" y="2772"/>
                    <a:pt x="2040" y="2648"/>
                  </a:cubicBezTo>
                  <a:cubicBezTo>
                    <a:pt x="2038" y="2628"/>
                    <a:pt x="2036" y="2609"/>
                    <a:pt x="2036" y="2588"/>
                  </a:cubicBezTo>
                  <a:cubicBezTo>
                    <a:pt x="2036" y="2577"/>
                    <a:pt x="2036" y="2567"/>
                    <a:pt x="2038" y="2557"/>
                  </a:cubicBezTo>
                  <a:cubicBezTo>
                    <a:pt x="2038" y="2546"/>
                    <a:pt x="2039" y="2535"/>
                    <a:pt x="2040" y="2525"/>
                  </a:cubicBezTo>
                  <a:lnTo>
                    <a:pt x="2041" y="2512"/>
                  </a:lnTo>
                  <a:cubicBezTo>
                    <a:pt x="2044" y="2493"/>
                    <a:pt x="2048" y="2474"/>
                    <a:pt x="2052" y="2456"/>
                  </a:cubicBezTo>
                  <a:cubicBezTo>
                    <a:pt x="2053" y="2449"/>
                    <a:pt x="2056" y="2441"/>
                    <a:pt x="2058" y="2434"/>
                  </a:cubicBezTo>
                  <a:cubicBezTo>
                    <a:pt x="2061" y="2423"/>
                    <a:pt x="2065" y="2412"/>
                    <a:pt x="2068" y="2400"/>
                  </a:cubicBezTo>
                  <a:cubicBezTo>
                    <a:pt x="2069" y="2399"/>
                    <a:pt x="2069" y="2397"/>
                    <a:pt x="2070" y="2396"/>
                  </a:cubicBezTo>
                  <a:cubicBezTo>
                    <a:pt x="2074" y="2385"/>
                    <a:pt x="2078" y="2374"/>
                    <a:pt x="2083" y="2363"/>
                  </a:cubicBezTo>
                  <a:cubicBezTo>
                    <a:pt x="2085" y="2356"/>
                    <a:pt x="2088" y="2349"/>
                    <a:pt x="2093" y="2341"/>
                  </a:cubicBezTo>
                  <a:cubicBezTo>
                    <a:pt x="2099" y="2325"/>
                    <a:pt x="2107" y="2310"/>
                    <a:pt x="2115" y="2295"/>
                  </a:cubicBezTo>
                  <a:cubicBezTo>
                    <a:pt x="2120" y="2286"/>
                    <a:pt x="2125" y="2278"/>
                    <a:pt x="2130" y="2269"/>
                  </a:cubicBezTo>
                  <a:cubicBezTo>
                    <a:pt x="2132" y="2266"/>
                    <a:pt x="2134" y="2262"/>
                    <a:pt x="2137" y="2260"/>
                  </a:cubicBezTo>
                  <a:cubicBezTo>
                    <a:pt x="2140" y="2252"/>
                    <a:pt x="2146" y="2245"/>
                    <a:pt x="2150" y="2237"/>
                  </a:cubicBezTo>
                  <a:cubicBezTo>
                    <a:pt x="2160" y="2221"/>
                    <a:pt x="2172" y="2206"/>
                    <a:pt x="2184" y="2191"/>
                  </a:cubicBezTo>
                  <a:cubicBezTo>
                    <a:pt x="2190" y="2183"/>
                    <a:pt x="2195" y="2175"/>
                    <a:pt x="2202" y="2167"/>
                  </a:cubicBezTo>
                  <a:cubicBezTo>
                    <a:pt x="2203" y="2165"/>
                    <a:pt x="2204" y="2164"/>
                    <a:pt x="2206" y="2163"/>
                  </a:cubicBezTo>
                  <a:cubicBezTo>
                    <a:pt x="2213" y="2154"/>
                    <a:pt x="2220" y="2146"/>
                    <a:pt x="2228" y="2138"/>
                  </a:cubicBezTo>
                  <a:cubicBezTo>
                    <a:pt x="2254" y="2106"/>
                    <a:pt x="2284" y="2076"/>
                    <a:pt x="2317" y="2047"/>
                  </a:cubicBezTo>
                  <a:cubicBezTo>
                    <a:pt x="2327" y="2038"/>
                    <a:pt x="2337" y="2029"/>
                    <a:pt x="2348" y="2020"/>
                  </a:cubicBezTo>
                  <a:cubicBezTo>
                    <a:pt x="2360" y="2010"/>
                    <a:pt x="2370" y="2001"/>
                    <a:pt x="2381" y="1992"/>
                  </a:cubicBezTo>
                  <a:cubicBezTo>
                    <a:pt x="2398" y="1978"/>
                    <a:pt x="2416" y="1965"/>
                    <a:pt x="2434" y="1951"/>
                  </a:cubicBezTo>
                  <a:cubicBezTo>
                    <a:pt x="2441" y="1947"/>
                    <a:pt x="2446" y="1943"/>
                    <a:pt x="2452" y="1939"/>
                  </a:cubicBezTo>
                  <a:cubicBezTo>
                    <a:pt x="2469" y="1926"/>
                    <a:pt x="2487" y="1914"/>
                    <a:pt x="2506" y="1902"/>
                  </a:cubicBezTo>
                  <a:cubicBezTo>
                    <a:pt x="2518" y="1894"/>
                    <a:pt x="2531" y="1886"/>
                    <a:pt x="2543" y="1877"/>
                  </a:cubicBezTo>
                  <a:cubicBezTo>
                    <a:pt x="2557" y="1869"/>
                    <a:pt x="2569" y="1861"/>
                    <a:pt x="2583" y="1853"/>
                  </a:cubicBezTo>
                  <a:cubicBezTo>
                    <a:pt x="2598" y="1843"/>
                    <a:pt x="2615" y="1834"/>
                    <a:pt x="2631" y="1825"/>
                  </a:cubicBezTo>
                  <a:cubicBezTo>
                    <a:pt x="2648" y="1816"/>
                    <a:pt x="2664" y="1807"/>
                    <a:pt x="2682" y="1798"/>
                  </a:cubicBezTo>
                  <a:cubicBezTo>
                    <a:pt x="2699" y="1788"/>
                    <a:pt x="2717" y="1779"/>
                    <a:pt x="2735" y="1770"/>
                  </a:cubicBezTo>
                  <a:cubicBezTo>
                    <a:pt x="2753" y="1761"/>
                    <a:pt x="2771" y="1752"/>
                    <a:pt x="2789" y="1744"/>
                  </a:cubicBezTo>
                  <a:cubicBezTo>
                    <a:pt x="2812" y="1733"/>
                    <a:pt x="2835" y="1722"/>
                    <a:pt x="2858" y="1711"/>
                  </a:cubicBezTo>
                  <a:cubicBezTo>
                    <a:pt x="2875" y="1704"/>
                    <a:pt x="2893" y="1697"/>
                    <a:pt x="2911" y="1690"/>
                  </a:cubicBezTo>
                  <a:cubicBezTo>
                    <a:pt x="2947" y="1674"/>
                    <a:pt x="2983" y="1661"/>
                    <a:pt x="3022" y="1646"/>
                  </a:cubicBezTo>
                  <a:cubicBezTo>
                    <a:pt x="3498" y="1467"/>
                    <a:pt x="4114" y="1359"/>
                    <a:pt x="4785" y="1359"/>
                  </a:cubicBezTo>
                  <a:lnTo>
                    <a:pt x="4785" y="1358"/>
                  </a:lnTo>
                  <a:close/>
                  <a:moveTo>
                    <a:pt x="4784" y="1"/>
                  </a:moveTo>
                  <a:lnTo>
                    <a:pt x="4784" y="1"/>
                  </a:lnTo>
                  <a:lnTo>
                    <a:pt x="4784" y="1"/>
                  </a:lnTo>
                  <a:cubicBezTo>
                    <a:pt x="4069" y="1"/>
                    <a:pt x="3392" y="91"/>
                    <a:pt x="2784" y="252"/>
                  </a:cubicBezTo>
                  <a:cubicBezTo>
                    <a:pt x="2617" y="296"/>
                    <a:pt x="2456" y="345"/>
                    <a:pt x="2302" y="399"/>
                  </a:cubicBezTo>
                  <a:cubicBezTo>
                    <a:pt x="1356" y="729"/>
                    <a:pt x="625" y="1242"/>
                    <a:pt x="259" y="1851"/>
                  </a:cubicBezTo>
                  <a:lnTo>
                    <a:pt x="0" y="1851"/>
                  </a:lnTo>
                  <a:lnTo>
                    <a:pt x="0" y="2737"/>
                  </a:lnTo>
                  <a:cubicBezTo>
                    <a:pt x="0" y="2760"/>
                    <a:pt x="2" y="2781"/>
                    <a:pt x="2" y="2802"/>
                  </a:cubicBezTo>
                  <a:cubicBezTo>
                    <a:pt x="2" y="2809"/>
                    <a:pt x="3" y="2815"/>
                    <a:pt x="3" y="2822"/>
                  </a:cubicBezTo>
                  <a:cubicBezTo>
                    <a:pt x="4" y="2837"/>
                    <a:pt x="5" y="2853"/>
                    <a:pt x="6" y="2869"/>
                  </a:cubicBezTo>
                  <a:cubicBezTo>
                    <a:pt x="7" y="2882"/>
                    <a:pt x="8" y="2895"/>
                    <a:pt x="9" y="2908"/>
                  </a:cubicBezTo>
                  <a:cubicBezTo>
                    <a:pt x="11" y="2921"/>
                    <a:pt x="13" y="2934"/>
                    <a:pt x="15" y="2948"/>
                  </a:cubicBezTo>
                  <a:cubicBezTo>
                    <a:pt x="17" y="2966"/>
                    <a:pt x="20" y="2984"/>
                    <a:pt x="23" y="3003"/>
                  </a:cubicBezTo>
                  <a:cubicBezTo>
                    <a:pt x="26" y="3026"/>
                    <a:pt x="32" y="3050"/>
                    <a:pt x="37" y="3074"/>
                  </a:cubicBezTo>
                  <a:cubicBezTo>
                    <a:pt x="38" y="3082"/>
                    <a:pt x="40" y="3090"/>
                    <a:pt x="42" y="3097"/>
                  </a:cubicBezTo>
                  <a:cubicBezTo>
                    <a:pt x="49" y="3129"/>
                    <a:pt x="57" y="3159"/>
                    <a:pt x="67" y="3191"/>
                  </a:cubicBezTo>
                  <a:cubicBezTo>
                    <a:pt x="69" y="3201"/>
                    <a:pt x="73" y="3210"/>
                    <a:pt x="76" y="3220"/>
                  </a:cubicBezTo>
                  <a:cubicBezTo>
                    <a:pt x="83" y="3246"/>
                    <a:pt x="92" y="3271"/>
                    <a:pt x="102" y="3297"/>
                  </a:cubicBezTo>
                  <a:cubicBezTo>
                    <a:pt x="107" y="3316"/>
                    <a:pt x="115" y="3335"/>
                    <a:pt x="123" y="3354"/>
                  </a:cubicBezTo>
                  <a:cubicBezTo>
                    <a:pt x="131" y="3373"/>
                    <a:pt x="139" y="3394"/>
                    <a:pt x="148" y="3413"/>
                  </a:cubicBezTo>
                  <a:cubicBezTo>
                    <a:pt x="157" y="3432"/>
                    <a:pt x="165" y="3451"/>
                    <a:pt x="175" y="3469"/>
                  </a:cubicBezTo>
                  <a:cubicBezTo>
                    <a:pt x="180" y="3478"/>
                    <a:pt x="183" y="3487"/>
                    <a:pt x="187" y="3495"/>
                  </a:cubicBezTo>
                  <a:cubicBezTo>
                    <a:pt x="195" y="3511"/>
                    <a:pt x="203" y="3526"/>
                    <a:pt x="212" y="3542"/>
                  </a:cubicBezTo>
                  <a:cubicBezTo>
                    <a:pt x="236" y="3587"/>
                    <a:pt x="263" y="3632"/>
                    <a:pt x="291" y="3676"/>
                  </a:cubicBezTo>
                  <a:cubicBezTo>
                    <a:pt x="298" y="3687"/>
                    <a:pt x="305" y="3698"/>
                    <a:pt x="311" y="3708"/>
                  </a:cubicBezTo>
                  <a:cubicBezTo>
                    <a:pt x="375" y="3803"/>
                    <a:pt x="449" y="3897"/>
                    <a:pt x="530" y="3987"/>
                  </a:cubicBezTo>
                  <a:cubicBezTo>
                    <a:pt x="545" y="4005"/>
                    <a:pt x="561" y="4023"/>
                    <a:pt x="578" y="4039"/>
                  </a:cubicBezTo>
                  <a:cubicBezTo>
                    <a:pt x="595" y="4057"/>
                    <a:pt x="612" y="4075"/>
                    <a:pt x="630" y="4093"/>
                  </a:cubicBezTo>
                  <a:cubicBezTo>
                    <a:pt x="645" y="4106"/>
                    <a:pt x="659" y="4121"/>
                    <a:pt x="674" y="4136"/>
                  </a:cubicBezTo>
                  <a:cubicBezTo>
                    <a:pt x="688" y="4150"/>
                    <a:pt x="704" y="4164"/>
                    <a:pt x="719" y="4178"/>
                  </a:cubicBezTo>
                  <a:cubicBezTo>
                    <a:pt x="781" y="4234"/>
                    <a:pt x="846" y="4289"/>
                    <a:pt x="914" y="4343"/>
                  </a:cubicBezTo>
                  <a:cubicBezTo>
                    <a:pt x="931" y="4356"/>
                    <a:pt x="947" y="4369"/>
                    <a:pt x="964" y="4381"/>
                  </a:cubicBezTo>
                  <a:cubicBezTo>
                    <a:pt x="982" y="4395"/>
                    <a:pt x="999" y="4408"/>
                    <a:pt x="1017" y="4422"/>
                  </a:cubicBezTo>
                  <a:cubicBezTo>
                    <a:pt x="1067" y="4458"/>
                    <a:pt x="1119" y="4494"/>
                    <a:pt x="1172" y="4529"/>
                  </a:cubicBezTo>
                  <a:cubicBezTo>
                    <a:pt x="1187" y="4539"/>
                    <a:pt x="1203" y="4549"/>
                    <a:pt x="1219" y="4559"/>
                  </a:cubicBezTo>
                  <a:cubicBezTo>
                    <a:pt x="1243" y="4574"/>
                    <a:pt x="1266" y="4588"/>
                    <a:pt x="1290" y="4603"/>
                  </a:cubicBezTo>
                  <a:cubicBezTo>
                    <a:pt x="1310" y="4615"/>
                    <a:pt x="1330" y="4628"/>
                    <a:pt x="1351" y="4639"/>
                  </a:cubicBezTo>
                  <a:cubicBezTo>
                    <a:pt x="1379" y="4656"/>
                    <a:pt x="1408" y="4673"/>
                    <a:pt x="1437" y="4689"/>
                  </a:cubicBezTo>
                  <a:cubicBezTo>
                    <a:pt x="1460" y="4701"/>
                    <a:pt x="1481" y="4713"/>
                    <a:pt x="1505" y="4726"/>
                  </a:cubicBezTo>
                  <a:cubicBezTo>
                    <a:pt x="1553" y="4752"/>
                    <a:pt x="1603" y="4777"/>
                    <a:pt x="1654" y="4802"/>
                  </a:cubicBezTo>
                  <a:cubicBezTo>
                    <a:pt x="1685" y="4818"/>
                    <a:pt x="1717" y="4834"/>
                    <a:pt x="1749" y="4848"/>
                  </a:cubicBezTo>
                  <a:cubicBezTo>
                    <a:pt x="1813" y="4879"/>
                    <a:pt x="1879" y="4908"/>
                    <a:pt x="1946" y="4936"/>
                  </a:cubicBezTo>
                  <a:cubicBezTo>
                    <a:pt x="1963" y="4943"/>
                    <a:pt x="1980" y="4950"/>
                    <a:pt x="1997" y="4957"/>
                  </a:cubicBezTo>
                  <a:cubicBezTo>
                    <a:pt x="2014" y="4964"/>
                    <a:pt x="2031" y="4971"/>
                    <a:pt x="2048" y="4978"/>
                  </a:cubicBezTo>
                  <a:cubicBezTo>
                    <a:pt x="2069" y="4987"/>
                    <a:pt x="2092" y="4996"/>
                    <a:pt x="2114" y="5004"/>
                  </a:cubicBezTo>
                  <a:cubicBezTo>
                    <a:pt x="2135" y="5012"/>
                    <a:pt x="2157" y="5021"/>
                    <a:pt x="2179" y="5029"/>
                  </a:cubicBezTo>
                  <a:cubicBezTo>
                    <a:pt x="2201" y="5036"/>
                    <a:pt x="2222" y="5044"/>
                    <a:pt x="2244" y="5052"/>
                  </a:cubicBezTo>
                  <a:cubicBezTo>
                    <a:pt x="2271" y="5061"/>
                    <a:pt x="2298" y="5071"/>
                    <a:pt x="2324" y="5080"/>
                  </a:cubicBezTo>
                  <a:cubicBezTo>
                    <a:pt x="2355" y="5091"/>
                    <a:pt x="2388" y="5102"/>
                    <a:pt x="2419" y="5112"/>
                  </a:cubicBezTo>
                  <a:cubicBezTo>
                    <a:pt x="2458" y="5125"/>
                    <a:pt x="2497" y="5137"/>
                    <a:pt x="2536" y="5149"/>
                  </a:cubicBezTo>
                  <a:cubicBezTo>
                    <a:pt x="2570" y="5159"/>
                    <a:pt x="2604" y="5169"/>
                    <a:pt x="2638" y="5178"/>
                  </a:cubicBezTo>
                  <a:cubicBezTo>
                    <a:pt x="2675" y="5190"/>
                    <a:pt x="2713" y="5200"/>
                    <a:pt x="2750" y="5210"/>
                  </a:cubicBezTo>
                  <a:cubicBezTo>
                    <a:pt x="2795" y="5222"/>
                    <a:pt x="2840" y="5235"/>
                    <a:pt x="2887" y="5245"/>
                  </a:cubicBezTo>
                  <a:cubicBezTo>
                    <a:pt x="2905" y="5249"/>
                    <a:pt x="2924" y="5255"/>
                    <a:pt x="2943" y="5258"/>
                  </a:cubicBezTo>
                  <a:cubicBezTo>
                    <a:pt x="2970" y="5265"/>
                    <a:pt x="2997" y="5272"/>
                    <a:pt x="3024" y="5277"/>
                  </a:cubicBezTo>
                  <a:cubicBezTo>
                    <a:pt x="3058" y="5285"/>
                    <a:pt x="3089" y="5293"/>
                    <a:pt x="3123" y="5299"/>
                  </a:cubicBezTo>
                  <a:cubicBezTo>
                    <a:pt x="3125" y="5300"/>
                    <a:pt x="3128" y="5300"/>
                    <a:pt x="3130" y="5300"/>
                  </a:cubicBezTo>
                  <a:cubicBezTo>
                    <a:pt x="3165" y="5308"/>
                    <a:pt x="3200" y="5316"/>
                    <a:pt x="3236" y="5321"/>
                  </a:cubicBezTo>
                  <a:cubicBezTo>
                    <a:pt x="3264" y="5327"/>
                    <a:pt x="3293" y="5334"/>
                    <a:pt x="3322" y="5338"/>
                  </a:cubicBezTo>
                  <a:cubicBezTo>
                    <a:pt x="3384" y="5350"/>
                    <a:pt x="3445" y="5361"/>
                    <a:pt x="3508" y="5370"/>
                  </a:cubicBezTo>
                  <a:cubicBezTo>
                    <a:pt x="3542" y="5375"/>
                    <a:pt x="3576" y="5380"/>
                    <a:pt x="3609" y="5386"/>
                  </a:cubicBezTo>
                  <a:cubicBezTo>
                    <a:pt x="3640" y="5390"/>
                    <a:pt x="3671" y="5395"/>
                    <a:pt x="3702" y="5398"/>
                  </a:cubicBezTo>
                  <a:cubicBezTo>
                    <a:pt x="3746" y="5405"/>
                    <a:pt x="3790" y="5409"/>
                    <a:pt x="3834" y="5415"/>
                  </a:cubicBezTo>
                  <a:lnTo>
                    <a:pt x="3836" y="5415"/>
                  </a:lnTo>
                  <a:cubicBezTo>
                    <a:pt x="3909" y="5423"/>
                    <a:pt x="3982" y="5431"/>
                    <a:pt x="4057" y="5437"/>
                  </a:cubicBezTo>
                  <a:cubicBezTo>
                    <a:pt x="4084" y="5440"/>
                    <a:pt x="4112" y="5442"/>
                    <a:pt x="4140" y="5443"/>
                  </a:cubicBezTo>
                  <a:cubicBezTo>
                    <a:pt x="4200" y="5449"/>
                    <a:pt x="4259" y="5452"/>
                    <a:pt x="4320" y="5455"/>
                  </a:cubicBezTo>
                  <a:cubicBezTo>
                    <a:pt x="4344" y="5456"/>
                    <a:pt x="4367" y="5458"/>
                    <a:pt x="4391" y="5459"/>
                  </a:cubicBezTo>
                  <a:cubicBezTo>
                    <a:pt x="4468" y="5463"/>
                    <a:pt x="4543" y="5465"/>
                    <a:pt x="4621" y="5467"/>
                  </a:cubicBezTo>
                  <a:cubicBezTo>
                    <a:pt x="4675" y="5468"/>
                    <a:pt x="4730" y="5468"/>
                    <a:pt x="4784" y="5468"/>
                  </a:cubicBezTo>
                  <a:cubicBezTo>
                    <a:pt x="4867" y="5468"/>
                    <a:pt x="4948" y="5467"/>
                    <a:pt x="5031" y="5464"/>
                  </a:cubicBezTo>
                  <a:cubicBezTo>
                    <a:pt x="5077" y="5463"/>
                    <a:pt x="5124" y="5461"/>
                    <a:pt x="5170" y="5459"/>
                  </a:cubicBezTo>
                  <a:cubicBezTo>
                    <a:pt x="5204" y="5458"/>
                    <a:pt x="5237" y="5455"/>
                    <a:pt x="5269" y="5453"/>
                  </a:cubicBezTo>
                  <a:cubicBezTo>
                    <a:pt x="5312" y="5451"/>
                    <a:pt x="5354" y="5449"/>
                    <a:pt x="5395" y="5445"/>
                  </a:cubicBezTo>
                  <a:cubicBezTo>
                    <a:pt x="5419" y="5443"/>
                    <a:pt x="5443" y="5441"/>
                    <a:pt x="5466" y="5440"/>
                  </a:cubicBezTo>
                  <a:cubicBezTo>
                    <a:pt x="5488" y="5437"/>
                    <a:pt x="5509" y="5435"/>
                    <a:pt x="5529" y="5434"/>
                  </a:cubicBezTo>
                  <a:cubicBezTo>
                    <a:pt x="5551" y="5432"/>
                    <a:pt x="5572" y="5429"/>
                    <a:pt x="5592" y="5428"/>
                  </a:cubicBezTo>
                  <a:cubicBezTo>
                    <a:pt x="5666" y="5420"/>
                    <a:pt x="5738" y="5413"/>
                    <a:pt x="5810" y="5404"/>
                  </a:cubicBezTo>
                  <a:cubicBezTo>
                    <a:pt x="5944" y="5387"/>
                    <a:pt x="6077" y="5366"/>
                    <a:pt x="6206" y="5344"/>
                  </a:cubicBezTo>
                  <a:cubicBezTo>
                    <a:pt x="6271" y="5333"/>
                    <a:pt x="6336" y="5320"/>
                    <a:pt x="6399" y="5307"/>
                  </a:cubicBezTo>
                  <a:cubicBezTo>
                    <a:pt x="6471" y="5292"/>
                    <a:pt x="6542" y="5276"/>
                    <a:pt x="6612" y="5259"/>
                  </a:cubicBezTo>
                  <a:cubicBezTo>
                    <a:pt x="6664" y="5247"/>
                    <a:pt x="6716" y="5235"/>
                    <a:pt x="6767" y="5221"/>
                  </a:cubicBezTo>
                  <a:cubicBezTo>
                    <a:pt x="6851" y="5199"/>
                    <a:pt x="6935" y="5175"/>
                    <a:pt x="7017" y="5150"/>
                  </a:cubicBezTo>
                  <a:cubicBezTo>
                    <a:pt x="7047" y="5141"/>
                    <a:pt x="7078" y="5132"/>
                    <a:pt x="7108" y="5122"/>
                  </a:cubicBezTo>
                  <a:cubicBezTo>
                    <a:pt x="7145" y="5111"/>
                    <a:pt x="7181" y="5098"/>
                    <a:pt x="7218" y="5086"/>
                  </a:cubicBezTo>
                  <a:cubicBezTo>
                    <a:pt x="7276" y="5067"/>
                    <a:pt x="7332" y="5047"/>
                    <a:pt x="7387" y="5025"/>
                  </a:cubicBezTo>
                  <a:cubicBezTo>
                    <a:pt x="7446" y="5004"/>
                    <a:pt x="7503" y="4982"/>
                    <a:pt x="7560" y="4959"/>
                  </a:cubicBezTo>
                  <a:cubicBezTo>
                    <a:pt x="7588" y="4947"/>
                    <a:pt x="7615" y="4936"/>
                    <a:pt x="7643" y="4924"/>
                  </a:cubicBezTo>
                  <a:cubicBezTo>
                    <a:pt x="7682" y="4907"/>
                    <a:pt x="7722" y="4889"/>
                    <a:pt x="7761" y="4871"/>
                  </a:cubicBezTo>
                  <a:cubicBezTo>
                    <a:pt x="7792" y="4859"/>
                    <a:pt x="7820" y="4845"/>
                    <a:pt x="7849" y="4830"/>
                  </a:cubicBezTo>
                  <a:cubicBezTo>
                    <a:pt x="7855" y="4828"/>
                    <a:pt x="7861" y="4825"/>
                    <a:pt x="7868" y="4821"/>
                  </a:cubicBezTo>
                  <a:cubicBezTo>
                    <a:pt x="7885" y="4813"/>
                    <a:pt x="7903" y="4804"/>
                    <a:pt x="7921" y="4795"/>
                  </a:cubicBezTo>
                  <a:cubicBezTo>
                    <a:pt x="7948" y="4783"/>
                    <a:pt x="7974" y="4768"/>
                    <a:pt x="8000" y="4755"/>
                  </a:cubicBezTo>
                  <a:cubicBezTo>
                    <a:pt x="8013" y="4748"/>
                    <a:pt x="8026" y="4741"/>
                    <a:pt x="8039" y="4735"/>
                  </a:cubicBezTo>
                  <a:cubicBezTo>
                    <a:pt x="8052" y="4728"/>
                    <a:pt x="8064" y="4721"/>
                    <a:pt x="8078" y="4714"/>
                  </a:cubicBezTo>
                  <a:cubicBezTo>
                    <a:pt x="8095" y="4704"/>
                    <a:pt x="8113" y="4695"/>
                    <a:pt x="8129" y="4685"/>
                  </a:cubicBezTo>
                  <a:cubicBezTo>
                    <a:pt x="8153" y="4673"/>
                    <a:pt x="8177" y="4659"/>
                    <a:pt x="8200" y="4645"/>
                  </a:cubicBezTo>
                  <a:cubicBezTo>
                    <a:pt x="8218" y="4634"/>
                    <a:pt x="8238" y="4623"/>
                    <a:pt x="8256" y="4612"/>
                  </a:cubicBezTo>
                  <a:cubicBezTo>
                    <a:pt x="8284" y="4596"/>
                    <a:pt x="8311" y="4578"/>
                    <a:pt x="8339" y="4561"/>
                  </a:cubicBezTo>
                  <a:cubicBezTo>
                    <a:pt x="8360" y="4548"/>
                    <a:pt x="8382" y="4533"/>
                    <a:pt x="8403" y="4518"/>
                  </a:cubicBezTo>
                  <a:cubicBezTo>
                    <a:pt x="8427" y="4504"/>
                    <a:pt x="8450" y="4487"/>
                    <a:pt x="8473" y="4472"/>
                  </a:cubicBezTo>
                  <a:cubicBezTo>
                    <a:pt x="8492" y="4459"/>
                    <a:pt x="8510" y="4446"/>
                    <a:pt x="8528" y="4433"/>
                  </a:cubicBezTo>
                  <a:cubicBezTo>
                    <a:pt x="8549" y="4417"/>
                    <a:pt x="8571" y="4401"/>
                    <a:pt x="8592" y="4386"/>
                  </a:cubicBezTo>
                  <a:cubicBezTo>
                    <a:pt x="8622" y="4364"/>
                    <a:pt x="8649" y="4343"/>
                    <a:pt x="8677" y="4321"/>
                  </a:cubicBezTo>
                  <a:cubicBezTo>
                    <a:pt x="8677" y="4320"/>
                    <a:pt x="8678" y="4320"/>
                    <a:pt x="8678" y="4319"/>
                  </a:cubicBezTo>
                  <a:cubicBezTo>
                    <a:pt x="8706" y="4297"/>
                    <a:pt x="8734" y="4274"/>
                    <a:pt x="8760" y="4252"/>
                  </a:cubicBezTo>
                  <a:cubicBezTo>
                    <a:pt x="8778" y="4236"/>
                    <a:pt x="8796" y="4220"/>
                    <a:pt x="8813" y="4205"/>
                  </a:cubicBezTo>
                  <a:cubicBezTo>
                    <a:pt x="8832" y="4189"/>
                    <a:pt x="8850" y="4173"/>
                    <a:pt x="8867" y="4156"/>
                  </a:cubicBezTo>
                  <a:cubicBezTo>
                    <a:pt x="8971" y="4060"/>
                    <a:pt x="9063" y="3960"/>
                    <a:pt x="9145" y="3856"/>
                  </a:cubicBezTo>
                  <a:cubicBezTo>
                    <a:pt x="9161" y="3836"/>
                    <a:pt x="9177" y="3816"/>
                    <a:pt x="9192" y="3794"/>
                  </a:cubicBezTo>
                  <a:cubicBezTo>
                    <a:pt x="9207" y="3774"/>
                    <a:pt x="9222" y="3754"/>
                    <a:pt x="9236" y="3734"/>
                  </a:cubicBezTo>
                  <a:cubicBezTo>
                    <a:pt x="9245" y="3719"/>
                    <a:pt x="9256" y="3705"/>
                    <a:pt x="9265" y="3691"/>
                  </a:cubicBezTo>
                  <a:cubicBezTo>
                    <a:pt x="9271" y="3681"/>
                    <a:pt x="9278" y="3671"/>
                    <a:pt x="9285" y="3660"/>
                  </a:cubicBezTo>
                  <a:cubicBezTo>
                    <a:pt x="9307" y="3624"/>
                    <a:pt x="9329" y="3589"/>
                    <a:pt x="9348" y="3552"/>
                  </a:cubicBezTo>
                  <a:cubicBezTo>
                    <a:pt x="9366" y="3522"/>
                    <a:pt x="9382" y="3489"/>
                    <a:pt x="9397" y="3458"/>
                  </a:cubicBezTo>
                  <a:cubicBezTo>
                    <a:pt x="9404" y="3443"/>
                    <a:pt x="9411" y="3428"/>
                    <a:pt x="9418" y="3414"/>
                  </a:cubicBezTo>
                  <a:cubicBezTo>
                    <a:pt x="9427" y="3392"/>
                    <a:pt x="9437" y="3370"/>
                    <a:pt x="9446" y="3348"/>
                  </a:cubicBezTo>
                  <a:cubicBezTo>
                    <a:pt x="9450" y="3337"/>
                    <a:pt x="9455" y="3326"/>
                    <a:pt x="9459" y="3314"/>
                  </a:cubicBezTo>
                  <a:cubicBezTo>
                    <a:pt x="9464" y="3302"/>
                    <a:pt x="9467" y="3290"/>
                    <a:pt x="9472" y="3279"/>
                  </a:cubicBezTo>
                  <a:cubicBezTo>
                    <a:pt x="9480" y="3257"/>
                    <a:pt x="9486" y="3236"/>
                    <a:pt x="9493" y="3214"/>
                  </a:cubicBezTo>
                  <a:cubicBezTo>
                    <a:pt x="9495" y="3210"/>
                    <a:pt x="9496" y="3204"/>
                    <a:pt x="9498" y="3200"/>
                  </a:cubicBezTo>
                  <a:cubicBezTo>
                    <a:pt x="9503" y="3184"/>
                    <a:pt x="9508" y="3168"/>
                    <a:pt x="9511" y="3151"/>
                  </a:cubicBezTo>
                  <a:cubicBezTo>
                    <a:pt x="9516" y="3137"/>
                    <a:pt x="9520" y="3121"/>
                    <a:pt x="9524" y="3105"/>
                  </a:cubicBezTo>
                  <a:cubicBezTo>
                    <a:pt x="9526" y="3097"/>
                    <a:pt x="9528" y="3088"/>
                    <a:pt x="9529" y="3079"/>
                  </a:cubicBezTo>
                  <a:cubicBezTo>
                    <a:pt x="9534" y="3058"/>
                    <a:pt x="9538" y="3038"/>
                    <a:pt x="9543" y="3016"/>
                  </a:cubicBezTo>
                  <a:cubicBezTo>
                    <a:pt x="9544" y="3011"/>
                    <a:pt x="9545" y="3004"/>
                    <a:pt x="9545" y="2997"/>
                  </a:cubicBezTo>
                  <a:cubicBezTo>
                    <a:pt x="9548" y="2979"/>
                    <a:pt x="9552" y="2960"/>
                    <a:pt x="9554" y="2942"/>
                  </a:cubicBezTo>
                  <a:cubicBezTo>
                    <a:pt x="9556" y="2924"/>
                    <a:pt x="9558" y="2906"/>
                    <a:pt x="9560" y="2887"/>
                  </a:cubicBezTo>
                  <a:cubicBezTo>
                    <a:pt x="9562" y="2876"/>
                    <a:pt x="9562" y="2863"/>
                    <a:pt x="9563" y="2852"/>
                  </a:cubicBezTo>
                  <a:cubicBezTo>
                    <a:pt x="9564" y="2836"/>
                    <a:pt x="9565" y="2822"/>
                    <a:pt x="9566" y="2806"/>
                  </a:cubicBezTo>
                  <a:cubicBezTo>
                    <a:pt x="9566" y="2803"/>
                    <a:pt x="9566" y="2801"/>
                    <a:pt x="9566" y="2799"/>
                  </a:cubicBezTo>
                  <a:cubicBezTo>
                    <a:pt x="9567" y="2775"/>
                    <a:pt x="9567" y="2754"/>
                    <a:pt x="9567" y="2731"/>
                  </a:cubicBezTo>
                  <a:lnTo>
                    <a:pt x="9567" y="1844"/>
                  </a:lnTo>
                  <a:lnTo>
                    <a:pt x="9310" y="1845"/>
                  </a:lnTo>
                  <a:cubicBezTo>
                    <a:pt x="9237" y="1726"/>
                    <a:pt x="9152" y="1610"/>
                    <a:pt x="9053" y="1497"/>
                  </a:cubicBezTo>
                  <a:lnTo>
                    <a:pt x="9053" y="2698"/>
                  </a:lnTo>
                  <a:cubicBezTo>
                    <a:pt x="9053" y="2755"/>
                    <a:pt x="9016" y="2802"/>
                    <a:pt x="8971" y="2802"/>
                  </a:cubicBezTo>
                  <a:lnTo>
                    <a:pt x="8968" y="2802"/>
                  </a:lnTo>
                  <a:cubicBezTo>
                    <a:pt x="8922" y="2802"/>
                    <a:pt x="8885" y="2755"/>
                    <a:pt x="8885" y="2698"/>
                  </a:cubicBezTo>
                  <a:lnTo>
                    <a:pt x="8885" y="1325"/>
                  </a:lnTo>
                  <a:cubicBezTo>
                    <a:pt x="8821" y="1263"/>
                    <a:pt x="8752" y="1203"/>
                    <a:pt x="8679" y="1145"/>
                  </a:cubicBezTo>
                  <a:cubicBezTo>
                    <a:pt x="8309" y="849"/>
                    <a:pt x="7836" y="596"/>
                    <a:pt x="7291" y="404"/>
                  </a:cubicBezTo>
                  <a:cubicBezTo>
                    <a:pt x="7223" y="380"/>
                    <a:pt x="7153" y="357"/>
                    <a:pt x="7083" y="335"/>
                  </a:cubicBezTo>
                  <a:cubicBezTo>
                    <a:pt x="7064" y="330"/>
                    <a:pt x="7045" y="324"/>
                    <a:pt x="7026" y="317"/>
                  </a:cubicBezTo>
                  <a:cubicBezTo>
                    <a:pt x="7007" y="312"/>
                    <a:pt x="6988" y="306"/>
                    <a:pt x="6968" y="300"/>
                  </a:cubicBezTo>
                  <a:cubicBezTo>
                    <a:pt x="6952" y="296"/>
                    <a:pt x="6936" y="290"/>
                    <a:pt x="6918" y="286"/>
                  </a:cubicBezTo>
                  <a:lnTo>
                    <a:pt x="6918" y="313"/>
                  </a:lnTo>
                  <a:cubicBezTo>
                    <a:pt x="6918" y="370"/>
                    <a:pt x="6881" y="417"/>
                    <a:pt x="6836" y="417"/>
                  </a:cubicBezTo>
                  <a:lnTo>
                    <a:pt x="6833" y="417"/>
                  </a:lnTo>
                  <a:cubicBezTo>
                    <a:pt x="6788" y="417"/>
                    <a:pt x="6751" y="370"/>
                    <a:pt x="6751" y="313"/>
                  </a:cubicBezTo>
                  <a:lnTo>
                    <a:pt x="6751" y="241"/>
                  </a:lnTo>
                  <a:cubicBezTo>
                    <a:pt x="6248" y="110"/>
                    <a:pt x="5699" y="30"/>
                    <a:pt x="5122" y="6"/>
                  </a:cubicBezTo>
                  <a:cubicBezTo>
                    <a:pt x="5067" y="4"/>
                    <a:pt x="5009" y="3"/>
                    <a:pt x="4953" y="2"/>
                  </a:cubicBezTo>
                  <a:lnTo>
                    <a:pt x="49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3"/>
            <p:cNvSpPr/>
            <p:nvPr/>
          </p:nvSpPr>
          <p:spPr>
            <a:xfrm>
              <a:off x="5496956" y="2405643"/>
              <a:ext cx="875970" cy="500554"/>
            </a:xfrm>
            <a:custGeom>
              <a:avLst/>
              <a:gdLst/>
              <a:ahLst/>
              <a:cxnLst/>
              <a:rect l="l" t="t" r="r" b="b"/>
              <a:pathLst>
                <a:path w="9569" h="5468" extrusionOk="0">
                  <a:moveTo>
                    <a:pt x="6815" y="257"/>
                  </a:moveTo>
                  <a:lnTo>
                    <a:pt x="6815" y="1106"/>
                  </a:lnTo>
                  <a:lnTo>
                    <a:pt x="6854" y="1106"/>
                  </a:lnTo>
                  <a:lnTo>
                    <a:pt x="6854" y="267"/>
                  </a:lnTo>
                  <a:cubicBezTo>
                    <a:pt x="6840" y="264"/>
                    <a:pt x="6828" y="259"/>
                    <a:pt x="6815" y="257"/>
                  </a:cubicBezTo>
                  <a:close/>
                  <a:moveTo>
                    <a:pt x="8989" y="1426"/>
                  </a:moveTo>
                  <a:cubicBezTo>
                    <a:pt x="8990" y="1427"/>
                    <a:pt x="8990" y="1427"/>
                    <a:pt x="8991" y="1428"/>
                  </a:cubicBezTo>
                  <a:cubicBezTo>
                    <a:pt x="8990" y="1427"/>
                    <a:pt x="8990" y="1426"/>
                    <a:pt x="8989" y="1426"/>
                  </a:cubicBezTo>
                  <a:close/>
                  <a:moveTo>
                    <a:pt x="8949" y="1387"/>
                  </a:moveTo>
                  <a:lnTo>
                    <a:pt x="8949" y="3495"/>
                  </a:lnTo>
                  <a:lnTo>
                    <a:pt x="8989" y="3495"/>
                  </a:lnTo>
                  <a:lnTo>
                    <a:pt x="8989" y="1426"/>
                  </a:lnTo>
                  <a:cubicBezTo>
                    <a:pt x="8976" y="1411"/>
                    <a:pt x="8963" y="1399"/>
                    <a:pt x="8949" y="1387"/>
                  </a:cubicBezTo>
                  <a:close/>
                  <a:moveTo>
                    <a:pt x="4885" y="3813"/>
                  </a:moveTo>
                  <a:cubicBezTo>
                    <a:pt x="4872" y="3814"/>
                    <a:pt x="4859" y="3814"/>
                    <a:pt x="4847" y="3814"/>
                  </a:cubicBezTo>
                  <a:lnTo>
                    <a:pt x="4847" y="4640"/>
                  </a:lnTo>
                  <a:lnTo>
                    <a:pt x="4885" y="4640"/>
                  </a:lnTo>
                  <a:lnTo>
                    <a:pt x="4885" y="3813"/>
                  </a:lnTo>
                  <a:close/>
                  <a:moveTo>
                    <a:pt x="4784" y="1357"/>
                  </a:moveTo>
                  <a:cubicBezTo>
                    <a:pt x="4796" y="1357"/>
                    <a:pt x="4933" y="1359"/>
                    <a:pt x="4952" y="1360"/>
                  </a:cubicBezTo>
                  <a:lnTo>
                    <a:pt x="4952" y="1360"/>
                  </a:lnTo>
                  <a:lnTo>
                    <a:pt x="4952" y="1360"/>
                  </a:lnTo>
                  <a:cubicBezTo>
                    <a:pt x="4977" y="1361"/>
                    <a:pt x="5001" y="1361"/>
                    <a:pt x="5025" y="1362"/>
                  </a:cubicBezTo>
                  <a:cubicBezTo>
                    <a:pt x="5088" y="1365"/>
                    <a:pt x="5149" y="1369"/>
                    <a:pt x="5211" y="1372"/>
                  </a:cubicBezTo>
                  <a:cubicBezTo>
                    <a:pt x="5229" y="1373"/>
                    <a:pt x="5247" y="1374"/>
                    <a:pt x="5265" y="1376"/>
                  </a:cubicBezTo>
                  <a:cubicBezTo>
                    <a:pt x="5297" y="1379"/>
                    <a:pt x="5329" y="1382"/>
                    <a:pt x="5362" y="1384"/>
                  </a:cubicBezTo>
                  <a:cubicBezTo>
                    <a:pt x="5393" y="1388"/>
                    <a:pt x="5425" y="1391"/>
                    <a:pt x="5456" y="1394"/>
                  </a:cubicBezTo>
                  <a:cubicBezTo>
                    <a:pt x="5490" y="1398"/>
                    <a:pt x="5523" y="1402"/>
                    <a:pt x="5554" y="1406"/>
                  </a:cubicBezTo>
                  <a:cubicBezTo>
                    <a:pt x="5571" y="1408"/>
                    <a:pt x="5588" y="1411"/>
                    <a:pt x="5605" y="1414"/>
                  </a:cubicBezTo>
                  <a:cubicBezTo>
                    <a:pt x="5616" y="1415"/>
                    <a:pt x="5627" y="1416"/>
                    <a:pt x="5639" y="1418"/>
                  </a:cubicBezTo>
                  <a:cubicBezTo>
                    <a:pt x="5657" y="1420"/>
                    <a:pt x="5675" y="1424"/>
                    <a:pt x="5693" y="1426"/>
                  </a:cubicBezTo>
                  <a:cubicBezTo>
                    <a:pt x="5697" y="1427"/>
                    <a:pt x="5702" y="1427"/>
                    <a:pt x="5706" y="1428"/>
                  </a:cubicBezTo>
                  <a:cubicBezTo>
                    <a:pt x="5715" y="1429"/>
                    <a:pt x="5725" y="1432"/>
                    <a:pt x="5735" y="1433"/>
                  </a:cubicBezTo>
                  <a:cubicBezTo>
                    <a:pt x="5765" y="1438"/>
                    <a:pt x="5795" y="1443"/>
                    <a:pt x="5824" y="1449"/>
                  </a:cubicBezTo>
                  <a:cubicBezTo>
                    <a:pt x="5884" y="1460"/>
                    <a:pt x="5942" y="1471"/>
                    <a:pt x="5999" y="1483"/>
                  </a:cubicBezTo>
                  <a:cubicBezTo>
                    <a:pt x="6028" y="1490"/>
                    <a:pt x="6059" y="1497"/>
                    <a:pt x="6088" y="1504"/>
                  </a:cubicBezTo>
                  <a:cubicBezTo>
                    <a:pt x="6112" y="1509"/>
                    <a:pt x="6135" y="1515"/>
                    <a:pt x="6159" y="1522"/>
                  </a:cubicBezTo>
                  <a:cubicBezTo>
                    <a:pt x="6180" y="1527"/>
                    <a:pt x="6202" y="1533"/>
                    <a:pt x="6222" y="1539"/>
                  </a:cubicBezTo>
                  <a:cubicBezTo>
                    <a:pt x="6258" y="1549"/>
                    <a:pt x="6294" y="1559"/>
                    <a:pt x="6329" y="1570"/>
                  </a:cubicBezTo>
                  <a:cubicBezTo>
                    <a:pt x="6357" y="1578"/>
                    <a:pt x="6385" y="1587"/>
                    <a:pt x="6413" y="1596"/>
                  </a:cubicBezTo>
                  <a:cubicBezTo>
                    <a:pt x="6440" y="1605"/>
                    <a:pt x="6467" y="1614"/>
                    <a:pt x="6494" y="1624"/>
                  </a:cubicBezTo>
                  <a:cubicBezTo>
                    <a:pt x="6515" y="1631"/>
                    <a:pt x="6535" y="1639"/>
                    <a:pt x="6555" y="1646"/>
                  </a:cubicBezTo>
                  <a:cubicBezTo>
                    <a:pt x="6577" y="1653"/>
                    <a:pt x="6598" y="1662"/>
                    <a:pt x="6618" y="1670"/>
                  </a:cubicBezTo>
                  <a:cubicBezTo>
                    <a:pt x="6641" y="1679"/>
                    <a:pt x="6663" y="1690"/>
                    <a:pt x="6686" y="1699"/>
                  </a:cubicBezTo>
                  <a:cubicBezTo>
                    <a:pt x="6704" y="1706"/>
                    <a:pt x="6721" y="1713"/>
                    <a:pt x="6739" y="1722"/>
                  </a:cubicBezTo>
                  <a:cubicBezTo>
                    <a:pt x="6756" y="1730"/>
                    <a:pt x="6773" y="1738"/>
                    <a:pt x="6791" y="1745"/>
                  </a:cubicBezTo>
                  <a:cubicBezTo>
                    <a:pt x="6813" y="1756"/>
                    <a:pt x="6834" y="1767"/>
                    <a:pt x="6856" y="1778"/>
                  </a:cubicBezTo>
                  <a:cubicBezTo>
                    <a:pt x="6878" y="1790"/>
                    <a:pt x="6899" y="1801"/>
                    <a:pt x="6920" y="1812"/>
                  </a:cubicBezTo>
                  <a:cubicBezTo>
                    <a:pt x="6940" y="1822"/>
                    <a:pt x="6961" y="1835"/>
                    <a:pt x="6981" y="1847"/>
                  </a:cubicBezTo>
                  <a:cubicBezTo>
                    <a:pt x="7001" y="1858"/>
                    <a:pt x="7020" y="1871"/>
                    <a:pt x="7039" y="1882"/>
                  </a:cubicBezTo>
                  <a:cubicBezTo>
                    <a:pt x="7057" y="1894"/>
                    <a:pt x="7077" y="1907"/>
                    <a:pt x="7095" y="1919"/>
                  </a:cubicBezTo>
                  <a:cubicBezTo>
                    <a:pt x="7130" y="1944"/>
                    <a:pt x="7163" y="1969"/>
                    <a:pt x="7196" y="1996"/>
                  </a:cubicBezTo>
                  <a:cubicBezTo>
                    <a:pt x="7212" y="2008"/>
                    <a:pt x="7227" y="2022"/>
                    <a:pt x="7242" y="2035"/>
                  </a:cubicBezTo>
                  <a:cubicBezTo>
                    <a:pt x="7257" y="2048"/>
                    <a:pt x="7271" y="2062"/>
                    <a:pt x="7285" y="2075"/>
                  </a:cubicBezTo>
                  <a:cubicBezTo>
                    <a:pt x="7298" y="2088"/>
                    <a:pt x="7312" y="2103"/>
                    <a:pt x="7325" y="2116"/>
                  </a:cubicBezTo>
                  <a:cubicBezTo>
                    <a:pt x="7350" y="2143"/>
                    <a:pt x="7374" y="2171"/>
                    <a:pt x="7395" y="2200"/>
                  </a:cubicBezTo>
                  <a:cubicBezTo>
                    <a:pt x="7395" y="2200"/>
                    <a:pt x="7395" y="2200"/>
                    <a:pt x="7395" y="2201"/>
                  </a:cubicBezTo>
                  <a:lnTo>
                    <a:pt x="7396" y="2201"/>
                  </a:lnTo>
                  <a:cubicBezTo>
                    <a:pt x="7408" y="2215"/>
                    <a:pt x="7417" y="2231"/>
                    <a:pt x="7427" y="2246"/>
                  </a:cubicBezTo>
                  <a:cubicBezTo>
                    <a:pt x="7432" y="2256"/>
                    <a:pt x="7439" y="2266"/>
                    <a:pt x="7444" y="2275"/>
                  </a:cubicBezTo>
                  <a:cubicBezTo>
                    <a:pt x="7450" y="2285"/>
                    <a:pt x="7455" y="2295"/>
                    <a:pt x="7461" y="2304"/>
                  </a:cubicBezTo>
                  <a:cubicBezTo>
                    <a:pt x="7471" y="2323"/>
                    <a:pt x="7480" y="2344"/>
                    <a:pt x="7489" y="2364"/>
                  </a:cubicBezTo>
                  <a:cubicBezTo>
                    <a:pt x="7495" y="2379"/>
                    <a:pt x="7501" y="2396"/>
                    <a:pt x="7506" y="2411"/>
                  </a:cubicBezTo>
                  <a:cubicBezTo>
                    <a:pt x="7511" y="2429"/>
                    <a:pt x="7516" y="2447"/>
                    <a:pt x="7520" y="2465"/>
                  </a:cubicBezTo>
                  <a:cubicBezTo>
                    <a:pt x="7523" y="2474"/>
                    <a:pt x="7524" y="2485"/>
                    <a:pt x="7526" y="2495"/>
                  </a:cubicBezTo>
                  <a:cubicBezTo>
                    <a:pt x="7527" y="2501"/>
                    <a:pt x="7528" y="2508"/>
                    <a:pt x="7528" y="2515"/>
                  </a:cubicBezTo>
                  <a:cubicBezTo>
                    <a:pt x="7530" y="2528"/>
                    <a:pt x="7532" y="2541"/>
                    <a:pt x="7533" y="2553"/>
                  </a:cubicBezTo>
                  <a:cubicBezTo>
                    <a:pt x="7533" y="2563"/>
                    <a:pt x="7533" y="2575"/>
                    <a:pt x="7533" y="2585"/>
                  </a:cubicBezTo>
                  <a:cubicBezTo>
                    <a:pt x="7533" y="2601"/>
                    <a:pt x="7533" y="2617"/>
                    <a:pt x="7530" y="2633"/>
                  </a:cubicBezTo>
                  <a:cubicBezTo>
                    <a:pt x="7529" y="2646"/>
                    <a:pt x="7528" y="2658"/>
                    <a:pt x="7527" y="2670"/>
                  </a:cubicBezTo>
                  <a:cubicBezTo>
                    <a:pt x="7525" y="2680"/>
                    <a:pt x="7524" y="2688"/>
                    <a:pt x="7521" y="2698"/>
                  </a:cubicBezTo>
                  <a:cubicBezTo>
                    <a:pt x="7509" y="2762"/>
                    <a:pt x="7484" y="2825"/>
                    <a:pt x="7450" y="2885"/>
                  </a:cubicBezTo>
                  <a:cubicBezTo>
                    <a:pt x="7445" y="2894"/>
                    <a:pt x="7439" y="2905"/>
                    <a:pt x="7434" y="2914"/>
                  </a:cubicBezTo>
                  <a:cubicBezTo>
                    <a:pt x="7422" y="2933"/>
                    <a:pt x="7409" y="2952"/>
                    <a:pt x="7395" y="2970"/>
                  </a:cubicBezTo>
                  <a:cubicBezTo>
                    <a:pt x="7384" y="2984"/>
                    <a:pt x="7374" y="2997"/>
                    <a:pt x="7364" y="3010"/>
                  </a:cubicBezTo>
                  <a:lnTo>
                    <a:pt x="7363" y="3010"/>
                  </a:lnTo>
                  <a:cubicBezTo>
                    <a:pt x="7333" y="3046"/>
                    <a:pt x="7301" y="3082"/>
                    <a:pt x="7265" y="3115"/>
                  </a:cubicBezTo>
                  <a:cubicBezTo>
                    <a:pt x="7256" y="3123"/>
                    <a:pt x="7248" y="3131"/>
                    <a:pt x="7239" y="3138"/>
                  </a:cubicBezTo>
                  <a:cubicBezTo>
                    <a:pt x="7231" y="3146"/>
                    <a:pt x="7222" y="3153"/>
                    <a:pt x="7213" y="3160"/>
                  </a:cubicBezTo>
                  <a:cubicBezTo>
                    <a:pt x="7204" y="3168"/>
                    <a:pt x="7196" y="3175"/>
                    <a:pt x="7187" y="3183"/>
                  </a:cubicBezTo>
                  <a:cubicBezTo>
                    <a:pt x="7159" y="3205"/>
                    <a:pt x="7128" y="3228"/>
                    <a:pt x="7098" y="3249"/>
                  </a:cubicBezTo>
                  <a:cubicBezTo>
                    <a:pt x="7088" y="3256"/>
                    <a:pt x="7078" y="3264"/>
                    <a:pt x="7066" y="3271"/>
                  </a:cubicBezTo>
                  <a:cubicBezTo>
                    <a:pt x="7052" y="3280"/>
                    <a:pt x="7037" y="3290"/>
                    <a:pt x="7023" y="3299"/>
                  </a:cubicBezTo>
                  <a:cubicBezTo>
                    <a:pt x="7003" y="3310"/>
                    <a:pt x="6985" y="3322"/>
                    <a:pt x="6965" y="3332"/>
                  </a:cubicBezTo>
                  <a:cubicBezTo>
                    <a:pt x="6946" y="3344"/>
                    <a:pt x="6927" y="3355"/>
                    <a:pt x="6907" y="3366"/>
                  </a:cubicBezTo>
                  <a:cubicBezTo>
                    <a:pt x="6856" y="3393"/>
                    <a:pt x="6803" y="3420"/>
                    <a:pt x="6748" y="3445"/>
                  </a:cubicBezTo>
                  <a:cubicBezTo>
                    <a:pt x="6726" y="3455"/>
                    <a:pt x="6704" y="3465"/>
                    <a:pt x="6681" y="3474"/>
                  </a:cubicBezTo>
                  <a:cubicBezTo>
                    <a:pt x="6666" y="3481"/>
                    <a:pt x="6649" y="3488"/>
                    <a:pt x="6633" y="3495"/>
                  </a:cubicBezTo>
                  <a:cubicBezTo>
                    <a:pt x="6607" y="3505"/>
                    <a:pt x="6582" y="3515"/>
                    <a:pt x="6555" y="3525"/>
                  </a:cubicBezTo>
                  <a:cubicBezTo>
                    <a:pt x="6532" y="3534"/>
                    <a:pt x="6507" y="3543"/>
                    <a:pt x="6482" y="3552"/>
                  </a:cubicBezTo>
                  <a:cubicBezTo>
                    <a:pt x="6480" y="3552"/>
                    <a:pt x="6479" y="3553"/>
                    <a:pt x="6476" y="3553"/>
                  </a:cubicBezTo>
                  <a:cubicBezTo>
                    <a:pt x="6437" y="3567"/>
                    <a:pt x="6396" y="3581"/>
                    <a:pt x="6356" y="3594"/>
                  </a:cubicBezTo>
                  <a:cubicBezTo>
                    <a:pt x="6333" y="3600"/>
                    <a:pt x="6311" y="3607"/>
                    <a:pt x="6288" y="3614"/>
                  </a:cubicBezTo>
                  <a:cubicBezTo>
                    <a:pt x="6280" y="3616"/>
                    <a:pt x="6273" y="3618"/>
                    <a:pt x="6266" y="3621"/>
                  </a:cubicBezTo>
                  <a:cubicBezTo>
                    <a:pt x="6247" y="3626"/>
                    <a:pt x="6229" y="3631"/>
                    <a:pt x="6210" y="3636"/>
                  </a:cubicBezTo>
                  <a:cubicBezTo>
                    <a:pt x="6194" y="3641"/>
                    <a:pt x="6177" y="3645"/>
                    <a:pt x="6160" y="3649"/>
                  </a:cubicBezTo>
                  <a:cubicBezTo>
                    <a:pt x="6143" y="3654"/>
                    <a:pt x="6126" y="3658"/>
                    <a:pt x="6109" y="3662"/>
                  </a:cubicBezTo>
                  <a:cubicBezTo>
                    <a:pt x="6076" y="3671"/>
                    <a:pt x="6041" y="3678"/>
                    <a:pt x="6006" y="3686"/>
                  </a:cubicBezTo>
                  <a:cubicBezTo>
                    <a:pt x="5943" y="3701"/>
                    <a:pt x="5876" y="3714"/>
                    <a:pt x="5809" y="3725"/>
                  </a:cubicBezTo>
                  <a:cubicBezTo>
                    <a:pt x="5803" y="3727"/>
                    <a:pt x="5797" y="3729"/>
                    <a:pt x="5792" y="3729"/>
                  </a:cubicBezTo>
                  <a:cubicBezTo>
                    <a:pt x="5772" y="3732"/>
                    <a:pt x="5750" y="3736"/>
                    <a:pt x="5730" y="3740"/>
                  </a:cubicBezTo>
                  <a:cubicBezTo>
                    <a:pt x="5661" y="3751"/>
                    <a:pt x="5591" y="3760"/>
                    <a:pt x="5522" y="3769"/>
                  </a:cubicBezTo>
                  <a:cubicBezTo>
                    <a:pt x="5484" y="3775"/>
                    <a:pt x="5447" y="3778"/>
                    <a:pt x="5410" y="3783"/>
                  </a:cubicBezTo>
                  <a:cubicBezTo>
                    <a:pt x="5388" y="3785"/>
                    <a:pt x="5365" y="3787"/>
                    <a:pt x="5342" y="3788"/>
                  </a:cubicBezTo>
                  <a:cubicBezTo>
                    <a:pt x="5302" y="3793"/>
                    <a:pt x="5262" y="3796"/>
                    <a:pt x="5220" y="3800"/>
                  </a:cubicBezTo>
                  <a:lnTo>
                    <a:pt x="5220" y="3800"/>
                  </a:lnTo>
                  <a:lnTo>
                    <a:pt x="5220" y="3799"/>
                  </a:lnTo>
                  <a:cubicBezTo>
                    <a:pt x="5149" y="3803"/>
                    <a:pt x="5077" y="3808"/>
                    <a:pt x="5005" y="3810"/>
                  </a:cubicBezTo>
                  <a:cubicBezTo>
                    <a:pt x="4987" y="3811"/>
                    <a:pt x="4970" y="3811"/>
                    <a:pt x="4953" y="3812"/>
                  </a:cubicBezTo>
                  <a:lnTo>
                    <a:pt x="4953" y="4694"/>
                  </a:lnTo>
                  <a:cubicBezTo>
                    <a:pt x="4953" y="4752"/>
                    <a:pt x="4916" y="4800"/>
                    <a:pt x="4870" y="4800"/>
                  </a:cubicBezTo>
                  <a:lnTo>
                    <a:pt x="4868" y="4800"/>
                  </a:lnTo>
                  <a:cubicBezTo>
                    <a:pt x="4822" y="4800"/>
                    <a:pt x="4784" y="4754"/>
                    <a:pt x="4784" y="4695"/>
                  </a:cubicBezTo>
                  <a:lnTo>
                    <a:pt x="4784" y="3814"/>
                  </a:lnTo>
                  <a:cubicBezTo>
                    <a:pt x="4750" y="3814"/>
                    <a:pt x="4718" y="3814"/>
                    <a:pt x="4684" y="3813"/>
                  </a:cubicBezTo>
                  <a:lnTo>
                    <a:pt x="4643" y="3813"/>
                  </a:lnTo>
                  <a:cubicBezTo>
                    <a:pt x="4615" y="3812"/>
                    <a:pt x="4587" y="3812"/>
                    <a:pt x="4559" y="3811"/>
                  </a:cubicBezTo>
                  <a:lnTo>
                    <a:pt x="4559" y="3811"/>
                  </a:lnTo>
                  <a:cubicBezTo>
                    <a:pt x="4559" y="3811"/>
                    <a:pt x="4559" y="3811"/>
                    <a:pt x="4559" y="3811"/>
                  </a:cubicBezTo>
                  <a:cubicBezTo>
                    <a:pt x="4541" y="3810"/>
                    <a:pt x="4522" y="3810"/>
                    <a:pt x="4504" y="3808"/>
                  </a:cubicBezTo>
                  <a:cubicBezTo>
                    <a:pt x="4489" y="3808"/>
                    <a:pt x="4474" y="3807"/>
                    <a:pt x="4461" y="3805"/>
                  </a:cubicBezTo>
                  <a:lnTo>
                    <a:pt x="4461" y="3805"/>
                  </a:lnTo>
                  <a:cubicBezTo>
                    <a:pt x="4461" y="3805"/>
                    <a:pt x="4461" y="3805"/>
                    <a:pt x="4461" y="3805"/>
                  </a:cubicBezTo>
                  <a:cubicBezTo>
                    <a:pt x="4434" y="3804"/>
                    <a:pt x="4406" y="3803"/>
                    <a:pt x="4379" y="3801"/>
                  </a:cubicBezTo>
                  <a:lnTo>
                    <a:pt x="4379" y="3801"/>
                  </a:lnTo>
                  <a:cubicBezTo>
                    <a:pt x="4379" y="3801"/>
                    <a:pt x="4379" y="3801"/>
                    <a:pt x="4379" y="3801"/>
                  </a:cubicBezTo>
                  <a:cubicBezTo>
                    <a:pt x="4346" y="3799"/>
                    <a:pt x="4314" y="3796"/>
                    <a:pt x="4283" y="3794"/>
                  </a:cubicBezTo>
                  <a:lnTo>
                    <a:pt x="4283" y="3794"/>
                  </a:lnTo>
                  <a:cubicBezTo>
                    <a:pt x="4283" y="3794"/>
                    <a:pt x="4283" y="3794"/>
                    <a:pt x="4283" y="3794"/>
                  </a:cubicBezTo>
                  <a:cubicBezTo>
                    <a:pt x="4266" y="3793"/>
                    <a:pt x="4248" y="3792"/>
                    <a:pt x="4230" y="3790"/>
                  </a:cubicBezTo>
                  <a:cubicBezTo>
                    <a:pt x="4178" y="3785"/>
                    <a:pt x="4126" y="3779"/>
                    <a:pt x="4075" y="3773"/>
                  </a:cubicBezTo>
                  <a:cubicBezTo>
                    <a:pt x="4075" y="3773"/>
                    <a:pt x="4074" y="3774"/>
                    <a:pt x="4074" y="3774"/>
                  </a:cubicBezTo>
                  <a:cubicBezTo>
                    <a:pt x="4074" y="3774"/>
                    <a:pt x="4073" y="3773"/>
                    <a:pt x="4073" y="3773"/>
                  </a:cubicBezTo>
                  <a:cubicBezTo>
                    <a:pt x="4071" y="3773"/>
                    <a:pt x="4068" y="3773"/>
                    <a:pt x="4066" y="3772"/>
                  </a:cubicBezTo>
                  <a:cubicBezTo>
                    <a:pt x="4042" y="3769"/>
                    <a:pt x="4019" y="3766"/>
                    <a:pt x="3997" y="3764"/>
                  </a:cubicBezTo>
                  <a:lnTo>
                    <a:pt x="3997" y="3764"/>
                  </a:lnTo>
                  <a:cubicBezTo>
                    <a:pt x="3997" y="3764"/>
                    <a:pt x="3997" y="3764"/>
                    <a:pt x="3997" y="3764"/>
                  </a:cubicBezTo>
                  <a:cubicBezTo>
                    <a:pt x="3971" y="3760"/>
                    <a:pt x="3946" y="3757"/>
                    <a:pt x="3920" y="3752"/>
                  </a:cubicBezTo>
                  <a:lnTo>
                    <a:pt x="3920" y="3752"/>
                  </a:lnTo>
                  <a:cubicBezTo>
                    <a:pt x="3920" y="3752"/>
                    <a:pt x="3920" y="3752"/>
                    <a:pt x="3920" y="3752"/>
                  </a:cubicBezTo>
                  <a:cubicBezTo>
                    <a:pt x="3907" y="3751"/>
                    <a:pt x="3893" y="3749"/>
                    <a:pt x="3880" y="3747"/>
                  </a:cubicBezTo>
                  <a:cubicBezTo>
                    <a:pt x="3840" y="3741"/>
                    <a:pt x="3801" y="3734"/>
                    <a:pt x="3763" y="3727"/>
                  </a:cubicBezTo>
                  <a:cubicBezTo>
                    <a:pt x="3729" y="3721"/>
                    <a:pt x="3697" y="3715"/>
                    <a:pt x="3665" y="3709"/>
                  </a:cubicBezTo>
                  <a:lnTo>
                    <a:pt x="3665" y="3709"/>
                  </a:lnTo>
                  <a:cubicBezTo>
                    <a:pt x="3664" y="3709"/>
                    <a:pt x="3664" y="3709"/>
                    <a:pt x="3664" y="3709"/>
                  </a:cubicBezTo>
                  <a:cubicBezTo>
                    <a:pt x="3587" y="3693"/>
                    <a:pt x="3512" y="3676"/>
                    <a:pt x="3438" y="3658"/>
                  </a:cubicBezTo>
                  <a:lnTo>
                    <a:pt x="3438" y="3658"/>
                  </a:lnTo>
                  <a:cubicBezTo>
                    <a:pt x="3438" y="3658"/>
                    <a:pt x="3438" y="3658"/>
                    <a:pt x="3438" y="3658"/>
                  </a:cubicBezTo>
                  <a:cubicBezTo>
                    <a:pt x="3407" y="3650"/>
                    <a:pt x="3374" y="3642"/>
                    <a:pt x="3344" y="3633"/>
                  </a:cubicBezTo>
                  <a:cubicBezTo>
                    <a:pt x="3310" y="3624"/>
                    <a:pt x="3277" y="3614"/>
                    <a:pt x="3245" y="3605"/>
                  </a:cubicBezTo>
                  <a:lnTo>
                    <a:pt x="3245" y="3605"/>
                  </a:lnTo>
                  <a:cubicBezTo>
                    <a:pt x="3244" y="3604"/>
                    <a:pt x="3243" y="3604"/>
                    <a:pt x="3242" y="3604"/>
                  </a:cubicBezTo>
                  <a:cubicBezTo>
                    <a:pt x="3231" y="3600"/>
                    <a:pt x="3220" y="3597"/>
                    <a:pt x="3210" y="3594"/>
                  </a:cubicBezTo>
                  <a:cubicBezTo>
                    <a:pt x="3187" y="3587"/>
                    <a:pt x="3166" y="3580"/>
                    <a:pt x="3144" y="3572"/>
                  </a:cubicBezTo>
                  <a:lnTo>
                    <a:pt x="3144" y="3572"/>
                  </a:lnTo>
                  <a:cubicBezTo>
                    <a:pt x="3144" y="3572"/>
                    <a:pt x="3144" y="3572"/>
                    <a:pt x="3144" y="3572"/>
                  </a:cubicBezTo>
                  <a:cubicBezTo>
                    <a:pt x="3133" y="3569"/>
                    <a:pt x="3122" y="3566"/>
                    <a:pt x="3111" y="3561"/>
                  </a:cubicBezTo>
                  <a:cubicBezTo>
                    <a:pt x="3099" y="3558"/>
                    <a:pt x="3089" y="3554"/>
                    <a:pt x="3078" y="3550"/>
                  </a:cubicBezTo>
                  <a:lnTo>
                    <a:pt x="3078" y="3550"/>
                  </a:lnTo>
                  <a:cubicBezTo>
                    <a:pt x="3078" y="3550"/>
                    <a:pt x="3078" y="3550"/>
                    <a:pt x="3078" y="3550"/>
                  </a:cubicBezTo>
                  <a:cubicBezTo>
                    <a:pt x="3063" y="3545"/>
                    <a:pt x="3048" y="3540"/>
                    <a:pt x="3034" y="3534"/>
                  </a:cubicBezTo>
                  <a:cubicBezTo>
                    <a:pt x="3001" y="3523"/>
                    <a:pt x="2971" y="3510"/>
                    <a:pt x="2941" y="3498"/>
                  </a:cubicBezTo>
                  <a:cubicBezTo>
                    <a:pt x="2923" y="3491"/>
                    <a:pt x="2905" y="3483"/>
                    <a:pt x="2888" y="3475"/>
                  </a:cubicBezTo>
                  <a:cubicBezTo>
                    <a:pt x="2856" y="3463"/>
                    <a:pt x="2825" y="3448"/>
                    <a:pt x="2794" y="3435"/>
                  </a:cubicBezTo>
                  <a:cubicBezTo>
                    <a:pt x="2719" y="3399"/>
                    <a:pt x="2648" y="3362"/>
                    <a:pt x="2583" y="3321"/>
                  </a:cubicBezTo>
                  <a:cubicBezTo>
                    <a:pt x="2569" y="3314"/>
                    <a:pt x="2555" y="3307"/>
                    <a:pt x="2543" y="3298"/>
                  </a:cubicBezTo>
                  <a:cubicBezTo>
                    <a:pt x="2527" y="3289"/>
                    <a:pt x="2512" y="3278"/>
                    <a:pt x="2496" y="3267"/>
                  </a:cubicBezTo>
                  <a:cubicBezTo>
                    <a:pt x="2465" y="3247"/>
                    <a:pt x="2437" y="3227"/>
                    <a:pt x="2410" y="3206"/>
                  </a:cubicBezTo>
                  <a:lnTo>
                    <a:pt x="2410" y="3206"/>
                  </a:lnTo>
                  <a:cubicBezTo>
                    <a:pt x="2410" y="3206"/>
                    <a:pt x="2410" y="3206"/>
                    <a:pt x="2410" y="3206"/>
                  </a:cubicBezTo>
                  <a:cubicBezTo>
                    <a:pt x="2409" y="3205"/>
                    <a:pt x="2408" y="3205"/>
                    <a:pt x="2407" y="3204"/>
                  </a:cubicBezTo>
                  <a:cubicBezTo>
                    <a:pt x="2384" y="3187"/>
                    <a:pt x="2363" y="3169"/>
                    <a:pt x="2342" y="3151"/>
                  </a:cubicBezTo>
                  <a:cubicBezTo>
                    <a:pt x="2339" y="3149"/>
                    <a:pt x="2338" y="3148"/>
                    <a:pt x="2336" y="3147"/>
                  </a:cubicBezTo>
                  <a:cubicBezTo>
                    <a:pt x="2328" y="3139"/>
                    <a:pt x="2319" y="3131"/>
                    <a:pt x="2310" y="3123"/>
                  </a:cubicBezTo>
                  <a:cubicBezTo>
                    <a:pt x="2280" y="3095"/>
                    <a:pt x="2250" y="3066"/>
                    <a:pt x="2223" y="3035"/>
                  </a:cubicBezTo>
                  <a:cubicBezTo>
                    <a:pt x="2218" y="3027"/>
                    <a:pt x="2212" y="3021"/>
                    <a:pt x="2206" y="3013"/>
                  </a:cubicBezTo>
                  <a:lnTo>
                    <a:pt x="2205" y="3013"/>
                  </a:lnTo>
                  <a:cubicBezTo>
                    <a:pt x="2178" y="2981"/>
                    <a:pt x="2155" y="2947"/>
                    <a:pt x="2133" y="2914"/>
                  </a:cubicBezTo>
                  <a:cubicBezTo>
                    <a:pt x="2128" y="2902"/>
                    <a:pt x="2121" y="2892"/>
                    <a:pt x="2115" y="2882"/>
                  </a:cubicBezTo>
                  <a:cubicBezTo>
                    <a:pt x="2110" y="2871"/>
                    <a:pt x="2104" y="2861"/>
                    <a:pt x="2098" y="2850"/>
                  </a:cubicBezTo>
                  <a:cubicBezTo>
                    <a:pt x="2094" y="2840"/>
                    <a:pt x="2089" y="2831"/>
                    <a:pt x="2086" y="2822"/>
                  </a:cubicBezTo>
                  <a:cubicBezTo>
                    <a:pt x="2084" y="2818"/>
                    <a:pt x="2083" y="2813"/>
                    <a:pt x="2080" y="2810"/>
                  </a:cubicBezTo>
                  <a:cubicBezTo>
                    <a:pt x="2057" y="2750"/>
                    <a:pt x="2042" y="2691"/>
                    <a:pt x="2038" y="2629"/>
                  </a:cubicBezTo>
                  <a:cubicBezTo>
                    <a:pt x="2036" y="2624"/>
                    <a:pt x="2036" y="2621"/>
                    <a:pt x="2036" y="2615"/>
                  </a:cubicBezTo>
                  <a:cubicBezTo>
                    <a:pt x="2036" y="2606"/>
                    <a:pt x="2035" y="2597"/>
                    <a:pt x="2035" y="2587"/>
                  </a:cubicBezTo>
                  <a:cubicBezTo>
                    <a:pt x="2035" y="2577"/>
                    <a:pt x="2036" y="2566"/>
                    <a:pt x="2036" y="2555"/>
                  </a:cubicBezTo>
                  <a:cubicBezTo>
                    <a:pt x="2038" y="2545"/>
                    <a:pt x="2038" y="2534"/>
                    <a:pt x="2040" y="2524"/>
                  </a:cubicBezTo>
                  <a:lnTo>
                    <a:pt x="2041" y="2512"/>
                  </a:lnTo>
                  <a:cubicBezTo>
                    <a:pt x="2043" y="2492"/>
                    <a:pt x="2047" y="2473"/>
                    <a:pt x="2052" y="2455"/>
                  </a:cubicBezTo>
                  <a:cubicBezTo>
                    <a:pt x="2053" y="2447"/>
                    <a:pt x="2054" y="2441"/>
                    <a:pt x="2058" y="2433"/>
                  </a:cubicBezTo>
                  <a:cubicBezTo>
                    <a:pt x="2060" y="2421"/>
                    <a:pt x="2063" y="2410"/>
                    <a:pt x="2068" y="2400"/>
                  </a:cubicBezTo>
                  <a:cubicBezTo>
                    <a:pt x="2068" y="2399"/>
                    <a:pt x="2069" y="2398"/>
                    <a:pt x="2069" y="2396"/>
                  </a:cubicBezTo>
                  <a:cubicBezTo>
                    <a:pt x="2072" y="2384"/>
                    <a:pt x="2077" y="2373"/>
                    <a:pt x="2081" y="2363"/>
                  </a:cubicBezTo>
                  <a:cubicBezTo>
                    <a:pt x="2085" y="2355"/>
                    <a:pt x="2088" y="2347"/>
                    <a:pt x="2092" y="2339"/>
                  </a:cubicBezTo>
                  <a:cubicBezTo>
                    <a:pt x="2098" y="2325"/>
                    <a:pt x="2106" y="2309"/>
                    <a:pt x="2115" y="2293"/>
                  </a:cubicBezTo>
                  <a:cubicBezTo>
                    <a:pt x="2119" y="2287"/>
                    <a:pt x="2122" y="2281"/>
                    <a:pt x="2125" y="2275"/>
                  </a:cubicBezTo>
                  <a:cubicBezTo>
                    <a:pt x="2143" y="2245"/>
                    <a:pt x="2163" y="2215"/>
                    <a:pt x="2185" y="2187"/>
                  </a:cubicBezTo>
                  <a:cubicBezTo>
                    <a:pt x="2191" y="2179"/>
                    <a:pt x="2196" y="2173"/>
                    <a:pt x="2202" y="2167"/>
                  </a:cubicBezTo>
                  <a:cubicBezTo>
                    <a:pt x="2228" y="2134"/>
                    <a:pt x="2256" y="2104"/>
                    <a:pt x="2287" y="2074"/>
                  </a:cubicBezTo>
                  <a:cubicBezTo>
                    <a:pt x="2297" y="2064"/>
                    <a:pt x="2307" y="2055"/>
                    <a:pt x="2317" y="2046"/>
                  </a:cubicBezTo>
                  <a:cubicBezTo>
                    <a:pt x="2327" y="2036"/>
                    <a:pt x="2337" y="2027"/>
                    <a:pt x="2347" y="2018"/>
                  </a:cubicBezTo>
                  <a:cubicBezTo>
                    <a:pt x="2358" y="2009"/>
                    <a:pt x="2370" y="2000"/>
                    <a:pt x="2381" y="1991"/>
                  </a:cubicBezTo>
                  <a:cubicBezTo>
                    <a:pt x="2398" y="1977"/>
                    <a:pt x="2415" y="1963"/>
                    <a:pt x="2434" y="1951"/>
                  </a:cubicBezTo>
                  <a:cubicBezTo>
                    <a:pt x="2440" y="1946"/>
                    <a:pt x="2445" y="1942"/>
                    <a:pt x="2451" y="1937"/>
                  </a:cubicBezTo>
                  <a:cubicBezTo>
                    <a:pt x="2469" y="1925"/>
                    <a:pt x="2487" y="1912"/>
                    <a:pt x="2505" y="1901"/>
                  </a:cubicBezTo>
                  <a:cubicBezTo>
                    <a:pt x="2517" y="1892"/>
                    <a:pt x="2530" y="1884"/>
                    <a:pt x="2543" y="1876"/>
                  </a:cubicBezTo>
                  <a:cubicBezTo>
                    <a:pt x="2555" y="1867"/>
                    <a:pt x="2569" y="1860"/>
                    <a:pt x="2583" y="1853"/>
                  </a:cubicBezTo>
                  <a:cubicBezTo>
                    <a:pt x="2601" y="1842"/>
                    <a:pt x="2620" y="1829"/>
                    <a:pt x="2640" y="1819"/>
                  </a:cubicBezTo>
                  <a:cubicBezTo>
                    <a:pt x="2650" y="1813"/>
                    <a:pt x="2660" y="1808"/>
                    <a:pt x="2669" y="1802"/>
                  </a:cubicBezTo>
                  <a:cubicBezTo>
                    <a:pt x="2700" y="1786"/>
                    <a:pt x="2731" y="1771"/>
                    <a:pt x="2763" y="1755"/>
                  </a:cubicBezTo>
                  <a:cubicBezTo>
                    <a:pt x="2784" y="1745"/>
                    <a:pt x="2805" y="1735"/>
                    <a:pt x="2828" y="1724"/>
                  </a:cubicBezTo>
                  <a:cubicBezTo>
                    <a:pt x="2831" y="1722"/>
                    <a:pt x="2834" y="1721"/>
                    <a:pt x="2837" y="1720"/>
                  </a:cubicBezTo>
                  <a:cubicBezTo>
                    <a:pt x="2862" y="1710"/>
                    <a:pt x="2887" y="1699"/>
                    <a:pt x="2910" y="1688"/>
                  </a:cubicBezTo>
                  <a:cubicBezTo>
                    <a:pt x="2928" y="1681"/>
                    <a:pt x="2947" y="1674"/>
                    <a:pt x="2965" y="1666"/>
                  </a:cubicBezTo>
                  <a:cubicBezTo>
                    <a:pt x="2983" y="1659"/>
                    <a:pt x="3001" y="1652"/>
                    <a:pt x="3021" y="1644"/>
                  </a:cubicBezTo>
                  <a:cubicBezTo>
                    <a:pt x="3498" y="1465"/>
                    <a:pt x="4113" y="1357"/>
                    <a:pt x="4784" y="1357"/>
                  </a:cubicBezTo>
                  <a:close/>
                  <a:moveTo>
                    <a:pt x="4784" y="0"/>
                  </a:moveTo>
                  <a:cubicBezTo>
                    <a:pt x="4096" y="0"/>
                    <a:pt x="3442" y="84"/>
                    <a:pt x="2849" y="235"/>
                  </a:cubicBezTo>
                  <a:cubicBezTo>
                    <a:pt x="2837" y="238"/>
                    <a:pt x="2695" y="275"/>
                    <a:pt x="2682" y="279"/>
                  </a:cubicBezTo>
                  <a:lnTo>
                    <a:pt x="2682" y="279"/>
                  </a:lnTo>
                  <a:lnTo>
                    <a:pt x="2682" y="279"/>
                  </a:lnTo>
                  <a:cubicBezTo>
                    <a:pt x="2223" y="407"/>
                    <a:pt x="1807" y="576"/>
                    <a:pt x="1445" y="779"/>
                  </a:cubicBezTo>
                  <a:cubicBezTo>
                    <a:pt x="1417" y="794"/>
                    <a:pt x="1390" y="809"/>
                    <a:pt x="1362" y="826"/>
                  </a:cubicBezTo>
                  <a:cubicBezTo>
                    <a:pt x="1346" y="835"/>
                    <a:pt x="1329" y="845"/>
                    <a:pt x="1313" y="855"/>
                  </a:cubicBezTo>
                  <a:cubicBezTo>
                    <a:pt x="1294" y="866"/>
                    <a:pt x="1275" y="878"/>
                    <a:pt x="1256" y="890"/>
                  </a:cubicBezTo>
                  <a:cubicBezTo>
                    <a:pt x="1226" y="909"/>
                    <a:pt x="1195" y="928"/>
                    <a:pt x="1166" y="947"/>
                  </a:cubicBezTo>
                  <a:cubicBezTo>
                    <a:pt x="1137" y="967"/>
                    <a:pt x="1107" y="987"/>
                    <a:pt x="1079" y="1007"/>
                  </a:cubicBezTo>
                  <a:cubicBezTo>
                    <a:pt x="1068" y="1014"/>
                    <a:pt x="1058" y="1022"/>
                    <a:pt x="1048" y="1029"/>
                  </a:cubicBezTo>
                  <a:cubicBezTo>
                    <a:pt x="1017" y="1050"/>
                    <a:pt x="988" y="1072"/>
                    <a:pt x="960" y="1094"/>
                  </a:cubicBezTo>
                  <a:cubicBezTo>
                    <a:pt x="931" y="1115"/>
                    <a:pt x="902" y="1138"/>
                    <a:pt x="874" y="1160"/>
                  </a:cubicBezTo>
                  <a:cubicBezTo>
                    <a:pt x="853" y="1178"/>
                    <a:pt x="832" y="1195"/>
                    <a:pt x="810" y="1214"/>
                  </a:cubicBezTo>
                  <a:cubicBezTo>
                    <a:pt x="777" y="1241"/>
                    <a:pt x="746" y="1270"/>
                    <a:pt x="716" y="1298"/>
                  </a:cubicBezTo>
                  <a:cubicBezTo>
                    <a:pt x="710" y="1303"/>
                    <a:pt x="703" y="1308"/>
                    <a:pt x="698" y="1313"/>
                  </a:cubicBezTo>
                  <a:lnTo>
                    <a:pt x="698" y="1923"/>
                  </a:lnTo>
                  <a:cubicBezTo>
                    <a:pt x="698" y="1981"/>
                    <a:pt x="660" y="2028"/>
                    <a:pt x="614" y="2028"/>
                  </a:cubicBezTo>
                  <a:lnTo>
                    <a:pt x="613" y="2028"/>
                  </a:lnTo>
                  <a:cubicBezTo>
                    <a:pt x="567" y="2028"/>
                    <a:pt x="530" y="1981"/>
                    <a:pt x="530" y="1923"/>
                  </a:cubicBezTo>
                  <a:lnTo>
                    <a:pt x="530" y="1486"/>
                  </a:lnTo>
                  <a:cubicBezTo>
                    <a:pt x="533" y="1481"/>
                    <a:pt x="538" y="1477"/>
                    <a:pt x="541" y="1472"/>
                  </a:cubicBezTo>
                  <a:lnTo>
                    <a:pt x="541" y="1472"/>
                  </a:lnTo>
                  <a:cubicBezTo>
                    <a:pt x="538" y="1477"/>
                    <a:pt x="533" y="1480"/>
                    <a:pt x="530" y="1485"/>
                  </a:cubicBezTo>
                  <a:cubicBezTo>
                    <a:pt x="515" y="1500"/>
                    <a:pt x="502" y="1516"/>
                    <a:pt x="488" y="1533"/>
                  </a:cubicBezTo>
                  <a:cubicBezTo>
                    <a:pt x="453" y="1574"/>
                    <a:pt x="419" y="1614"/>
                    <a:pt x="389" y="1656"/>
                  </a:cubicBezTo>
                  <a:cubicBezTo>
                    <a:pt x="373" y="1676"/>
                    <a:pt x="359" y="1697"/>
                    <a:pt x="343" y="1719"/>
                  </a:cubicBezTo>
                  <a:cubicBezTo>
                    <a:pt x="314" y="1760"/>
                    <a:pt x="286" y="1803"/>
                    <a:pt x="261" y="1845"/>
                  </a:cubicBezTo>
                  <a:cubicBezTo>
                    <a:pt x="235" y="1889"/>
                    <a:pt x="210" y="1932"/>
                    <a:pt x="187" y="1976"/>
                  </a:cubicBezTo>
                  <a:cubicBezTo>
                    <a:pt x="176" y="1998"/>
                    <a:pt x="166" y="2019"/>
                    <a:pt x="156" y="2042"/>
                  </a:cubicBezTo>
                  <a:cubicBezTo>
                    <a:pt x="146" y="2064"/>
                    <a:pt x="136" y="2086"/>
                    <a:pt x="127" y="2108"/>
                  </a:cubicBezTo>
                  <a:cubicBezTo>
                    <a:pt x="120" y="2126"/>
                    <a:pt x="112" y="2144"/>
                    <a:pt x="106" y="2162"/>
                  </a:cubicBezTo>
                  <a:cubicBezTo>
                    <a:pt x="97" y="2184"/>
                    <a:pt x="91" y="2205"/>
                    <a:pt x="84" y="2227"/>
                  </a:cubicBezTo>
                  <a:cubicBezTo>
                    <a:pt x="78" y="2244"/>
                    <a:pt x="73" y="2259"/>
                    <a:pt x="68" y="2276"/>
                  </a:cubicBezTo>
                  <a:cubicBezTo>
                    <a:pt x="50" y="2334"/>
                    <a:pt x="37" y="2392"/>
                    <a:pt x="25" y="2452"/>
                  </a:cubicBezTo>
                  <a:cubicBezTo>
                    <a:pt x="22" y="2474"/>
                    <a:pt x="17" y="2498"/>
                    <a:pt x="15" y="2522"/>
                  </a:cubicBezTo>
                  <a:cubicBezTo>
                    <a:pt x="12" y="2545"/>
                    <a:pt x="8" y="2569"/>
                    <a:pt x="7" y="2593"/>
                  </a:cubicBezTo>
                  <a:cubicBezTo>
                    <a:pt x="5" y="2613"/>
                    <a:pt x="4" y="2633"/>
                    <a:pt x="3" y="2653"/>
                  </a:cubicBezTo>
                  <a:cubicBezTo>
                    <a:pt x="2" y="2665"/>
                    <a:pt x="2" y="2676"/>
                    <a:pt x="2" y="2688"/>
                  </a:cubicBezTo>
                  <a:cubicBezTo>
                    <a:pt x="0" y="2693"/>
                    <a:pt x="0" y="2697"/>
                    <a:pt x="0" y="2701"/>
                  </a:cubicBezTo>
                  <a:cubicBezTo>
                    <a:pt x="0" y="2712"/>
                    <a:pt x="0" y="2724"/>
                    <a:pt x="0" y="2736"/>
                  </a:cubicBezTo>
                  <a:cubicBezTo>
                    <a:pt x="0" y="2758"/>
                    <a:pt x="0" y="2780"/>
                    <a:pt x="2" y="2801"/>
                  </a:cubicBezTo>
                  <a:cubicBezTo>
                    <a:pt x="2" y="2808"/>
                    <a:pt x="2" y="2813"/>
                    <a:pt x="3" y="2820"/>
                  </a:cubicBezTo>
                  <a:cubicBezTo>
                    <a:pt x="4" y="2836"/>
                    <a:pt x="4" y="2852"/>
                    <a:pt x="6" y="2867"/>
                  </a:cubicBezTo>
                  <a:cubicBezTo>
                    <a:pt x="7" y="2893"/>
                    <a:pt x="11" y="2918"/>
                    <a:pt x="14" y="2943"/>
                  </a:cubicBezTo>
                  <a:cubicBezTo>
                    <a:pt x="17" y="2968"/>
                    <a:pt x="21" y="2992"/>
                    <a:pt x="25" y="3017"/>
                  </a:cubicBezTo>
                  <a:cubicBezTo>
                    <a:pt x="29" y="3034"/>
                    <a:pt x="32" y="3050"/>
                    <a:pt x="35" y="3067"/>
                  </a:cubicBezTo>
                  <a:cubicBezTo>
                    <a:pt x="38" y="3082"/>
                    <a:pt x="42" y="3099"/>
                    <a:pt x="47" y="3115"/>
                  </a:cubicBezTo>
                  <a:cubicBezTo>
                    <a:pt x="50" y="3130"/>
                    <a:pt x="52" y="3143"/>
                    <a:pt x="57" y="3157"/>
                  </a:cubicBezTo>
                  <a:cubicBezTo>
                    <a:pt x="66" y="3191"/>
                    <a:pt x="76" y="3224"/>
                    <a:pt x="87" y="3258"/>
                  </a:cubicBezTo>
                  <a:cubicBezTo>
                    <a:pt x="93" y="3275"/>
                    <a:pt x="98" y="3292"/>
                    <a:pt x="105" y="3309"/>
                  </a:cubicBezTo>
                  <a:cubicBezTo>
                    <a:pt x="123" y="3356"/>
                    <a:pt x="142" y="3403"/>
                    <a:pt x="166" y="3450"/>
                  </a:cubicBezTo>
                  <a:cubicBezTo>
                    <a:pt x="173" y="3465"/>
                    <a:pt x="181" y="3481"/>
                    <a:pt x="189" y="3497"/>
                  </a:cubicBezTo>
                  <a:cubicBezTo>
                    <a:pt x="204" y="3527"/>
                    <a:pt x="221" y="3558"/>
                    <a:pt x="238" y="3588"/>
                  </a:cubicBezTo>
                  <a:cubicBezTo>
                    <a:pt x="246" y="3604"/>
                    <a:pt x="255" y="3618"/>
                    <a:pt x="265" y="3634"/>
                  </a:cubicBezTo>
                  <a:cubicBezTo>
                    <a:pt x="273" y="3648"/>
                    <a:pt x="282" y="3661"/>
                    <a:pt x="291" y="3675"/>
                  </a:cubicBezTo>
                  <a:cubicBezTo>
                    <a:pt x="299" y="3688"/>
                    <a:pt x="308" y="3702"/>
                    <a:pt x="317" y="3715"/>
                  </a:cubicBezTo>
                  <a:cubicBezTo>
                    <a:pt x="338" y="3747"/>
                    <a:pt x="361" y="3779"/>
                    <a:pt x="384" y="3810"/>
                  </a:cubicBezTo>
                  <a:cubicBezTo>
                    <a:pt x="395" y="3823"/>
                    <a:pt x="405" y="3838"/>
                    <a:pt x="415" y="3850"/>
                  </a:cubicBezTo>
                  <a:cubicBezTo>
                    <a:pt x="428" y="3868"/>
                    <a:pt x="442" y="3885"/>
                    <a:pt x="457" y="3901"/>
                  </a:cubicBezTo>
                  <a:cubicBezTo>
                    <a:pt x="469" y="3918"/>
                    <a:pt x="482" y="3934"/>
                    <a:pt x="496" y="3948"/>
                  </a:cubicBezTo>
                  <a:cubicBezTo>
                    <a:pt x="507" y="3961"/>
                    <a:pt x="517" y="3974"/>
                    <a:pt x="530" y="3987"/>
                  </a:cubicBezTo>
                  <a:cubicBezTo>
                    <a:pt x="544" y="4004"/>
                    <a:pt x="561" y="4022"/>
                    <a:pt x="577" y="4038"/>
                  </a:cubicBezTo>
                  <a:cubicBezTo>
                    <a:pt x="595" y="4058"/>
                    <a:pt x="614" y="4077"/>
                    <a:pt x="633" y="4096"/>
                  </a:cubicBezTo>
                  <a:cubicBezTo>
                    <a:pt x="634" y="4097"/>
                    <a:pt x="636" y="4098"/>
                    <a:pt x="637" y="4099"/>
                  </a:cubicBezTo>
                  <a:cubicBezTo>
                    <a:pt x="655" y="4117"/>
                    <a:pt x="674" y="4135"/>
                    <a:pt x="692" y="4152"/>
                  </a:cubicBezTo>
                  <a:cubicBezTo>
                    <a:pt x="723" y="4183"/>
                    <a:pt x="756" y="4212"/>
                    <a:pt x="790" y="4241"/>
                  </a:cubicBezTo>
                  <a:cubicBezTo>
                    <a:pt x="808" y="4256"/>
                    <a:pt x="826" y="4272"/>
                    <a:pt x="844" y="4286"/>
                  </a:cubicBezTo>
                  <a:cubicBezTo>
                    <a:pt x="856" y="4297"/>
                    <a:pt x="870" y="4308"/>
                    <a:pt x="882" y="4318"/>
                  </a:cubicBezTo>
                  <a:cubicBezTo>
                    <a:pt x="905" y="4336"/>
                    <a:pt x="927" y="4354"/>
                    <a:pt x="950" y="4371"/>
                  </a:cubicBezTo>
                  <a:cubicBezTo>
                    <a:pt x="971" y="4388"/>
                    <a:pt x="994" y="4404"/>
                    <a:pt x="1016" y="4420"/>
                  </a:cubicBezTo>
                  <a:cubicBezTo>
                    <a:pt x="1058" y="4451"/>
                    <a:pt x="1102" y="4481"/>
                    <a:pt x="1146" y="4510"/>
                  </a:cubicBezTo>
                  <a:cubicBezTo>
                    <a:pt x="1163" y="4522"/>
                    <a:pt x="1179" y="4533"/>
                    <a:pt x="1197" y="4544"/>
                  </a:cubicBezTo>
                  <a:cubicBezTo>
                    <a:pt x="1218" y="4558"/>
                    <a:pt x="1238" y="4571"/>
                    <a:pt x="1259" y="4583"/>
                  </a:cubicBezTo>
                  <a:cubicBezTo>
                    <a:pt x="1275" y="4592"/>
                    <a:pt x="1291" y="4603"/>
                    <a:pt x="1307" y="4612"/>
                  </a:cubicBezTo>
                  <a:cubicBezTo>
                    <a:pt x="1331" y="4627"/>
                    <a:pt x="1357" y="4642"/>
                    <a:pt x="1383" y="4658"/>
                  </a:cubicBezTo>
                  <a:cubicBezTo>
                    <a:pt x="1384" y="4659"/>
                    <a:pt x="1387" y="4660"/>
                    <a:pt x="1388" y="4660"/>
                  </a:cubicBezTo>
                  <a:cubicBezTo>
                    <a:pt x="1411" y="4674"/>
                    <a:pt x="1436" y="4688"/>
                    <a:pt x="1461" y="4702"/>
                  </a:cubicBezTo>
                  <a:cubicBezTo>
                    <a:pt x="1489" y="4717"/>
                    <a:pt x="1516" y="4732"/>
                    <a:pt x="1544" y="4747"/>
                  </a:cubicBezTo>
                  <a:cubicBezTo>
                    <a:pt x="1552" y="4750"/>
                    <a:pt x="1559" y="4754"/>
                    <a:pt x="1567" y="4758"/>
                  </a:cubicBezTo>
                  <a:cubicBezTo>
                    <a:pt x="1602" y="4776"/>
                    <a:pt x="1638" y="4794"/>
                    <a:pt x="1674" y="4812"/>
                  </a:cubicBezTo>
                  <a:cubicBezTo>
                    <a:pt x="1677" y="4813"/>
                    <a:pt x="1681" y="4814"/>
                    <a:pt x="1683" y="4817"/>
                  </a:cubicBezTo>
                  <a:cubicBezTo>
                    <a:pt x="1709" y="4829"/>
                    <a:pt x="1733" y="4841"/>
                    <a:pt x="1759" y="4853"/>
                  </a:cubicBezTo>
                  <a:cubicBezTo>
                    <a:pt x="1781" y="4863"/>
                    <a:pt x="1803" y="4873"/>
                    <a:pt x="1826" y="4883"/>
                  </a:cubicBezTo>
                  <a:cubicBezTo>
                    <a:pt x="1845" y="4892"/>
                    <a:pt x="1865" y="4901"/>
                    <a:pt x="1884" y="4909"/>
                  </a:cubicBezTo>
                  <a:cubicBezTo>
                    <a:pt x="1904" y="4918"/>
                    <a:pt x="1924" y="4926"/>
                    <a:pt x="1943" y="4934"/>
                  </a:cubicBezTo>
                  <a:cubicBezTo>
                    <a:pt x="1962" y="4943"/>
                    <a:pt x="1981" y="4951"/>
                    <a:pt x="2001" y="4958"/>
                  </a:cubicBezTo>
                  <a:cubicBezTo>
                    <a:pt x="2021" y="4966"/>
                    <a:pt x="2041" y="4974"/>
                    <a:pt x="2060" y="4982"/>
                  </a:cubicBezTo>
                  <a:cubicBezTo>
                    <a:pt x="2080" y="4990"/>
                    <a:pt x="2099" y="4998"/>
                    <a:pt x="2120" y="5006"/>
                  </a:cubicBezTo>
                  <a:cubicBezTo>
                    <a:pt x="2160" y="5020"/>
                    <a:pt x="2201" y="5036"/>
                    <a:pt x="2241" y="5050"/>
                  </a:cubicBezTo>
                  <a:cubicBezTo>
                    <a:pt x="2247" y="5053"/>
                    <a:pt x="2253" y="5054"/>
                    <a:pt x="2258" y="5056"/>
                  </a:cubicBezTo>
                  <a:cubicBezTo>
                    <a:pt x="2259" y="5058"/>
                    <a:pt x="2260" y="5058"/>
                    <a:pt x="2262" y="5058"/>
                  </a:cubicBezTo>
                  <a:cubicBezTo>
                    <a:pt x="2285" y="5065"/>
                    <a:pt x="2308" y="5074"/>
                    <a:pt x="2331" y="5082"/>
                  </a:cubicBezTo>
                  <a:cubicBezTo>
                    <a:pt x="2355" y="5090"/>
                    <a:pt x="2379" y="5098"/>
                    <a:pt x="2402" y="5106"/>
                  </a:cubicBezTo>
                  <a:cubicBezTo>
                    <a:pt x="2436" y="5117"/>
                    <a:pt x="2470" y="5127"/>
                    <a:pt x="2504" y="5138"/>
                  </a:cubicBezTo>
                  <a:cubicBezTo>
                    <a:pt x="2537" y="5148"/>
                    <a:pt x="2570" y="5158"/>
                    <a:pt x="2604" y="5168"/>
                  </a:cubicBezTo>
                  <a:cubicBezTo>
                    <a:pt x="2605" y="5169"/>
                    <a:pt x="2606" y="5169"/>
                    <a:pt x="2607" y="5169"/>
                  </a:cubicBezTo>
                  <a:cubicBezTo>
                    <a:pt x="2641" y="5179"/>
                    <a:pt x="2676" y="5188"/>
                    <a:pt x="2710" y="5198"/>
                  </a:cubicBezTo>
                  <a:cubicBezTo>
                    <a:pt x="2751" y="5210"/>
                    <a:pt x="2792" y="5221"/>
                    <a:pt x="2835" y="5231"/>
                  </a:cubicBezTo>
                  <a:cubicBezTo>
                    <a:pt x="2864" y="5239"/>
                    <a:pt x="2893" y="5246"/>
                    <a:pt x="2923" y="5253"/>
                  </a:cubicBezTo>
                  <a:cubicBezTo>
                    <a:pt x="2969" y="5265"/>
                    <a:pt x="3016" y="5275"/>
                    <a:pt x="3063" y="5285"/>
                  </a:cubicBezTo>
                  <a:cubicBezTo>
                    <a:pt x="3113" y="5296"/>
                    <a:pt x="3165" y="5308"/>
                    <a:pt x="3215" y="5317"/>
                  </a:cubicBezTo>
                  <a:cubicBezTo>
                    <a:pt x="3245" y="5323"/>
                    <a:pt x="3274" y="5328"/>
                    <a:pt x="3303" y="5333"/>
                  </a:cubicBezTo>
                  <a:cubicBezTo>
                    <a:pt x="3365" y="5346"/>
                    <a:pt x="3427" y="5356"/>
                    <a:pt x="3490" y="5366"/>
                  </a:cubicBezTo>
                  <a:cubicBezTo>
                    <a:pt x="3518" y="5371"/>
                    <a:pt x="3546" y="5375"/>
                    <a:pt x="3575" y="5378"/>
                  </a:cubicBezTo>
                  <a:cubicBezTo>
                    <a:pt x="3642" y="5390"/>
                    <a:pt x="3712" y="5399"/>
                    <a:pt x="3782" y="5407"/>
                  </a:cubicBezTo>
                  <a:cubicBezTo>
                    <a:pt x="3805" y="5410"/>
                    <a:pt x="3828" y="5413"/>
                    <a:pt x="3852" y="5416"/>
                  </a:cubicBezTo>
                  <a:cubicBezTo>
                    <a:pt x="3874" y="5418"/>
                    <a:pt x="3898" y="5420"/>
                    <a:pt x="3921" y="5424"/>
                  </a:cubicBezTo>
                  <a:cubicBezTo>
                    <a:pt x="3966" y="5427"/>
                    <a:pt x="4010" y="5431"/>
                    <a:pt x="4055" y="5436"/>
                  </a:cubicBezTo>
                  <a:cubicBezTo>
                    <a:pt x="4084" y="5438"/>
                    <a:pt x="4112" y="5440"/>
                    <a:pt x="4139" y="5443"/>
                  </a:cubicBezTo>
                  <a:cubicBezTo>
                    <a:pt x="4189" y="5446"/>
                    <a:pt x="4241" y="5449"/>
                    <a:pt x="4293" y="5453"/>
                  </a:cubicBezTo>
                  <a:cubicBezTo>
                    <a:pt x="4294" y="5453"/>
                    <a:pt x="4295" y="5454"/>
                    <a:pt x="4296" y="5454"/>
                  </a:cubicBezTo>
                  <a:cubicBezTo>
                    <a:pt x="4297" y="5454"/>
                    <a:pt x="4298" y="5453"/>
                    <a:pt x="4299" y="5453"/>
                  </a:cubicBezTo>
                  <a:cubicBezTo>
                    <a:pt x="4299" y="5453"/>
                    <a:pt x="4299" y="5454"/>
                    <a:pt x="4300" y="5454"/>
                  </a:cubicBezTo>
                  <a:cubicBezTo>
                    <a:pt x="4300" y="5454"/>
                    <a:pt x="4300" y="5453"/>
                    <a:pt x="4300" y="5453"/>
                  </a:cubicBezTo>
                  <a:cubicBezTo>
                    <a:pt x="4300" y="5453"/>
                    <a:pt x="4301" y="5454"/>
                    <a:pt x="4301" y="5454"/>
                  </a:cubicBezTo>
                  <a:cubicBezTo>
                    <a:pt x="4301" y="5454"/>
                    <a:pt x="4301" y="5453"/>
                    <a:pt x="4301" y="5453"/>
                  </a:cubicBezTo>
                  <a:cubicBezTo>
                    <a:pt x="4301" y="5453"/>
                    <a:pt x="4302" y="5454"/>
                    <a:pt x="4302" y="5454"/>
                  </a:cubicBezTo>
                  <a:cubicBezTo>
                    <a:pt x="4302" y="5454"/>
                    <a:pt x="4302" y="5453"/>
                    <a:pt x="4302" y="5453"/>
                  </a:cubicBezTo>
                  <a:cubicBezTo>
                    <a:pt x="4336" y="5455"/>
                    <a:pt x="4370" y="5457"/>
                    <a:pt x="4404" y="5458"/>
                  </a:cubicBezTo>
                  <a:cubicBezTo>
                    <a:pt x="4433" y="5460"/>
                    <a:pt x="4462" y="5461"/>
                    <a:pt x="4490" y="5462"/>
                  </a:cubicBezTo>
                  <a:cubicBezTo>
                    <a:pt x="4533" y="5464"/>
                    <a:pt x="4577" y="5465"/>
                    <a:pt x="4621" y="5465"/>
                  </a:cubicBezTo>
                  <a:cubicBezTo>
                    <a:pt x="4675" y="5466"/>
                    <a:pt x="4729" y="5467"/>
                    <a:pt x="4784" y="5467"/>
                  </a:cubicBezTo>
                  <a:cubicBezTo>
                    <a:pt x="4818" y="5467"/>
                    <a:pt x="4852" y="5467"/>
                    <a:pt x="4885" y="5465"/>
                  </a:cubicBezTo>
                  <a:cubicBezTo>
                    <a:pt x="4909" y="5465"/>
                    <a:pt x="4933" y="5465"/>
                    <a:pt x="4956" y="5464"/>
                  </a:cubicBezTo>
                  <a:cubicBezTo>
                    <a:pt x="5027" y="5464"/>
                    <a:pt x="5099" y="5462"/>
                    <a:pt x="5170" y="5457"/>
                  </a:cubicBezTo>
                  <a:cubicBezTo>
                    <a:pt x="5220" y="5455"/>
                    <a:pt x="5269" y="5452"/>
                    <a:pt x="5318" y="5449"/>
                  </a:cubicBezTo>
                  <a:cubicBezTo>
                    <a:pt x="5367" y="5446"/>
                    <a:pt x="5417" y="5443"/>
                    <a:pt x="5465" y="5438"/>
                  </a:cubicBezTo>
                  <a:cubicBezTo>
                    <a:pt x="5524" y="5434"/>
                    <a:pt x="5581" y="5428"/>
                    <a:pt x="5639" y="5422"/>
                  </a:cubicBezTo>
                  <a:cubicBezTo>
                    <a:pt x="5696" y="5417"/>
                    <a:pt x="5752" y="5410"/>
                    <a:pt x="5809" y="5403"/>
                  </a:cubicBezTo>
                  <a:cubicBezTo>
                    <a:pt x="5855" y="5396"/>
                    <a:pt x="5901" y="5391"/>
                    <a:pt x="5946" y="5384"/>
                  </a:cubicBezTo>
                  <a:cubicBezTo>
                    <a:pt x="6051" y="5369"/>
                    <a:pt x="6153" y="5353"/>
                    <a:pt x="6253" y="5335"/>
                  </a:cubicBezTo>
                  <a:cubicBezTo>
                    <a:pt x="6303" y="5326"/>
                    <a:pt x="6350" y="5315"/>
                    <a:pt x="6399" y="5306"/>
                  </a:cubicBezTo>
                  <a:cubicBezTo>
                    <a:pt x="6427" y="5301"/>
                    <a:pt x="6456" y="5294"/>
                    <a:pt x="6484" y="5288"/>
                  </a:cubicBezTo>
                  <a:cubicBezTo>
                    <a:pt x="6500" y="5285"/>
                    <a:pt x="6515" y="5282"/>
                    <a:pt x="6530" y="5278"/>
                  </a:cubicBezTo>
                  <a:cubicBezTo>
                    <a:pt x="6534" y="5277"/>
                    <a:pt x="6538" y="5276"/>
                    <a:pt x="6543" y="5275"/>
                  </a:cubicBezTo>
                  <a:cubicBezTo>
                    <a:pt x="6588" y="5265"/>
                    <a:pt x="6633" y="5253"/>
                    <a:pt x="6678" y="5243"/>
                  </a:cubicBezTo>
                  <a:cubicBezTo>
                    <a:pt x="6679" y="5243"/>
                    <a:pt x="6680" y="5242"/>
                    <a:pt x="6681" y="5242"/>
                  </a:cubicBezTo>
                  <a:cubicBezTo>
                    <a:pt x="6724" y="5232"/>
                    <a:pt x="6767" y="5221"/>
                    <a:pt x="6810" y="5208"/>
                  </a:cubicBezTo>
                  <a:cubicBezTo>
                    <a:pt x="6838" y="5202"/>
                    <a:pt x="6867" y="5194"/>
                    <a:pt x="6895" y="5186"/>
                  </a:cubicBezTo>
                  <a:cubicBezTo>
                    <a:pt x="6925" y="5177"/>
                    <a:pt x="6954" y="5169"/>
                    <a:pt x="6983" y="5160"/>
                  </a:cubicBezTo>
                  <a:cubicBezTo>
                    <a:pt x="7043" y="5142"/>
                    <a:pt x="7100" y="5124"/>
                    <a:pt x="7158" y="5105"/>
                  </a:cubicBezTo>
                  <a:cubicBezTo>
                    <a:pt x="7187" y="5096"/>
                    <a:pt x="7215" y="5087"/>
                    <a:pt x="7243" y="5077"/>
                  </a:cubicBezTo>
                  <a:cubicBezTo>
                    <a:pt x="7269" y="5068"/>
                    <a:pt x="7295" y="5060"/>
                    <a:pt x="7321" y="5050"/>
                  </a:cubicBezTo>
                  <a:cubicBezTo>
                    <a:pt x="7367" y="5034"/>
                    <a:pt x="7413" y="5016"/>
                    <a:pt x="7458" y="4998"/>
                  </a:cubicBezTo>
                  <a:cubicBezTo>
                    <a:pt x="7479" y="4990"/>
                    <a:pt x="7499" y="4982"/>
                    <a:pt x="7519" y="4974"/>
                  </a:cubicBezTo>
                  <a:cubicBezTo>
                    <a:pt x="7546" y="4963"/>
                    <a:pt x="7574" y="4952"/>
                    <a:pt x="7601" y="4940"/>
                  </a:cubicBezTo>
                  <a:cubicBezTo>
                    <a:pt x="7649" y="4921"/>
                    <a:pt x="7695" y="4901"/>
                    <a:pt x="7741" y="4881"/>
                  </a:cubicBezTo>
                  <a:cubicBezTo>
                    <a:pt x="7769" y="4867"/>
                    <a:pt x="7796" y="4855"/>
                    <a:pt x="7824" y="4842"/>
                  </a:cubicBezTo>
                  <a:cubicBezTo>
                    <a:pt x="7830" y="4839"/>
                    <a:pt x="7834" y="4837"/>
                    <a:pt x="7840" y="4835"/>
                  </a:cubicBezTo>
                  <a:cubicBezTo>
                    <a:pt x="7870" y="4820"/>
                    <a:pt x="7901" y="4805"/>
                    <a:pt x="7931" y="4790"/>
                  </a:cubicBezTo>
                  <a:cubicBezTo>
                    <a:pt x="7943" y="4784"/>
                    <a:pt x="7954" y="4778"/>
                    <a:pt x="7965" y="4773"/>
                  </a:cubicBezTo>
                  <a:cubicBezTo>
                    <a:pt x="7994" y="4759"/>
                    <a:pt x="8021" y="4743"/>
                    <a:pt x="8050" y="4729"/>
                  </a:cubicBezTo>
                  <a:cubicBezTo>
                    <a:pt x="8079" y="4713"/>
                    <a:pt x="8109" y="4696"/>
                    <a:pt x="8138" y="4679"/>
                  </a:cubicBezTo>
                  <a:cubicBezTo>
                    <a:pt x="8161" y="4667"/>
                    <a:pt x="8184" y="4654"/>
                    <a:pt x="8206" y="4641"/>
                  </a:cubicBezTo>
                  <a:cubicBezTo>
                    <a:pt x="8227" y="4629"/>
                    <a:pt x="8249" y="4616"/>
                    <a:pt x="8270" y="4603"/>
                  </a:cubicBezTo>
                  <a:cubicBezTo>
                    <a:pt x="8303" y="4583"/>
                    <a:pt x="8334" y="4563"/>
                    <a:pt x="8366" y="4543"/>
                  </a:cubicBezTo>
                  <a:cubicBezTo>
                    <a:pt x="8412" y="4514"/>
                    <a:pt x="8456" y="4483"/>
                    <a:pt x="8500" y="4453"/>
                  </a:cubicBezTo>
                  <a:cubicBezTo>
                    <a:pt x="8522" y="4437"/>
                    <a:pt x="8544" y="4421"/>
                    <a:pt x="8565" y="4406"/>
                  </a:cubicBezTo>
                  <a:cubicBezTo>
                    <a:pt x="8604" y="4379"/>
                    <a:pt x="8641" y="4349"/>
                    <a:pt x="8676" y="4321"/>
                  </a:cubicBezTo>
                  <a:cubicBezTo>
                    <a:pt x="8695" y="4305"/>
                    <a:pt x="8713" y="4291"/>
                    <a:pt x="8731" y="4276"/>
                  </a:cubicBezTo>
                  <a:cubicBezTo>
                    <a:pt x="8743" y="4266"/>
                    <a:pt x="8756" y="4256"/>
                    <a:pt x="8768" y="4245"/>
                  </a:cubicBezTo>
                  <a:cubicBezTo>
                    <a:pt x="8785" y="4230"/>
                    <a:pt x="8802" y="4215"/>
                    <a:pt x="8817" y="4201"/>
                  </a:cubicBezTo>
                  <a:cubicBezTo>
                    <a:pt x="8837" y="4184"/>
                    <a:pt x="8855" y="4168"/>
                    <a:pt x="8872" y="4151"/>
                  </a:cubicBezTo>
                  <a:cubicBezTo>
                    <a:pt x="8893" y="4132"/>
                    <a:pt x="8913" y="4113"/>
                    <a:pt x="8932" y="4093"/>
                  </a:cubicBezTo>
                  <a:cubicBezTo>
                    <a:pt x="8954" y="4072"/>
                    <a:pt x="8974" y="4051"/>
                    <a:pt x="8993" y="4029"/>
                  </a:cubicBezTo>
                  <a:cubicBezTo>
                    <a:pt x="9020" y="4002"/>
                    <a:pt x="9045" y="3975"/>
                    <a:pt x="9070" y="3946"/>
                  </a:cubicBezTo>
                  <a:cubicBezTo>
                    <a:pt x="9078" y="3937"/>
                    <a:pt x="9085" y="3928"/>
                    <a:pt x="9093" y="3918"/>
                  </a:cubicBezTo>
                  <a:cubicBezTo>
                    <a:pt x="9101" y="3909"/>
                    <a:pt x="9109" y="3900"/>
                    <a:pt x="9117" y="3890"/>
                  </a:cubicBezTo>
                  <a:cubicBezTo>
                    <a:pt x="9127" y="3879"/>
                    <a:pt x="9136" y="3866"/>
                    <a:pt x="9146" y="3854"/>
                  </a:cubicBezTo>
                  <a:cubicBezTo>
                    <a:pt x="9164" y="3831"/>
                    <a:pt x="9182" y="3808"/>
                    <a:pt x="9199" y="3784"/>
                  </a:cubicBezTo>
                  <a:cubicBezTo>
                    <a:pt x="9216" y="3763"/>
                    <a:pt x="9232" y="3739"/>
                    <a:pt x="9248" y="3716"/>
                  </a:cubicBezTo>
                  <a:cubicBezTo>
                    <a:pt x="9257" y="3702"/>
                    <a:pt x="9266" y="3688"/>
                    <a:pt x="9275" y="3675"/>
                  </a:cubicBezTo>
                  <a:cubicBezTo>
                    <a:pt x="9284" y="3660"/>
                    <a:pt x="9293" y="3647"/>
                    <a:pt x="9302" y="3632"/>
                  </a:cubicBezTo>
                  <a:cubicBezTo>
                    <a:pt x="9311" y="3617"/>
                    <a:pt x="9319" y="3603"/>
                    <a:pt x="9326" y="3589"/>
                  </a:cubicBezTo>
                  <a:cubicBezTo>
                    <a:pt x="9334" y="3577"/>
                    <a:pt x="9341" y="3564"/>
                    <a:pt x="9348" y="3552"/>
                  </a:cubicBezTo>
                  <a:cubicBezTo>
                    <a:pt x="9358" y="3534"/>
                    <a:pt x="9368" y="3515"/>
                    <a:pt x="9377" y="3497"/>
                  </a:cubicBezTo>
                  <a:cubicBezTo>
                    <a:pt x="9384" y="3483"/>
                    <a:pt x="9391" y="3470"/>
                    <a:pt x="9397" y="3456"/>
                  </a:cubicBezTo>
                  <a:cubicBezTo>
                    <a:pt x="9404" y="3442"/>
                    <a:pt x="9410" y="3428"/>
                    <a:pt x="9417" y="3415"/>
                  </a:cubicBezTo>
                  <a:cubicBezTo>
                    <a:pt x="9426" y="3394"/>
                    <a:pt x="9435" y="3375"/>
                    <a:pt x="9442" y="3355"/>
                  </a:cubicBezTo>
                  <a:cubicBezTo>
                    <a:pt x="9448" y="3341"/>
                    <a:pt x="9454" y="3329"/>
                    <a:pt x="9458" y="3316"/>
                  </a:cubicBezTo>
                  <a:cubicBezTo>
                    <a:pt x="9463" y="3302"/>
                    <a:pt x="9468" y="3290"/>
                    <a:pt x="9473" y="3276"/>
                  </a:cubicBezTo>
                  <a:cubicBezTo>
                    <a:pt x="9477" y="3263"/>
                    <a:pt x="9482" y="3250"/>
                    <a:pt x="9485" y="3237"/>
                  </a:cubicBezTo>
                  <a:cubicBezTo>
                    <a:pt x="9490" y="3223"/>
                    <a:pt x="9494" y="3210"/>
                    <a:pt x="9498" y="3196"/>
                  </a:cubicBezTo>
                  <a:cubicBezTo>
                    <a:pt x="9508" y="3167"/>
                    <a:pt x="9516" y="3138"/>
                    <a:pt x="9522" y="3108"/>
                  </a:cubicBezTo>
                  <a:cubicBezTo>
                    <a:pt x="9525" y="3099"/>
                    <a:pt x="9527" y="3090"/>
                    <a:pt x="9529" y="3081"/>
                  </a:cubicBezTo>
                  <a:cubicBezTo>
                    <a:pt x="9531" y="3068"/>
                    <a:pt x="9535" y="3053"/>
                    <a:pt x="9537" y="3040"/>
                  </a:cubicBezTo>
                  <a:cubicBezTo>
                    <a:pt x="9540" y="3025"/>
                    <a:pt x="9543" y="3012"/>
                    <a:pt x="9545" y="2998"/>
                  </a:cubicBezTo>
                  <a:cubicBezTo>
                    <a:pt x="9548" y="2979"/>
                    <a:pt x="9552" y="2961"/>
                    <a:pt x="9554" y="2942"/>
                  </a:cubicBezTo>
                  <a:cubicBezTo>
                    <a:pt x="9556" y="2924"/>
                    <a:pt x="9558" y="2906"/>
                    <a:pt x="9560" y="2887"/>
                  </a:cubicBezTo>
                  <a:cubicBezTo>
                    <a:pt x="9563" y="2857"/>
                    <a:pt x="9565" y="2828"/>
                    <a:pt x="9566" y="2799"/>
                  </a:cubicBezTo>
                  <a:cubicBezTo>
                    <a:pt x="9567" y="2776"/>
                    <a:pt x="9567" y="2754"/>
                    <a:pt x="9567" y="2731"/>
                  </a:cubicBezTo>
                  <a:cubicBezTo>
                    <a:pt x="9569" y="2719"/>
                    <a:pt x="9569" y="2707"/>
                    <a:pt x="9567" y="2696"/>
                  </a:cubicBezTo>
                  <a:cubicBezTo>
                    <a:pt x="9567" y="2662"/>
                    <a:pt x="9565" y="2629"/>
                    <a:pt x="9562" y="2595"/>
                  </a:cubicBezTo>
                  <a:cubicBezTo>
                    <a:pt x="9561" y="2581"/>
                    <a:pt x="9560" y="2566"/>
                    <a:pt x="9557" y="2552"/>
                  </a:cubicBezTo>
                  <a:cubicBezTo>
                    <a:pt x="9555" y="2530"/>
                    <a:pt x="9553" y="2509"/>
                    <a:pt x="9549" y="2488"/>
                  </a:cubicBezTo>
                  <a:cubicBezTo>
                    <a:pt x="9548" y="2480"/>
                    <a:pt x="9547" y="2472"/>
                    <a:pt x="9546" y="2464"/>
                  </a:cubicBezTo>
                  <a:cubicBezTo>
                    <a:pt x="9545" y="2460"/>
                    <a:pt x="9544" y="2455"/>
                    <a:pt x="9543" y="2451"/>
                  </a:cubicBezTo>
                  <a:cubicBezTo>
                    <a:pt x="9542" y="2442"/>
                    <a:pt x="9540" y="2433"/>
                    <a:pt x="9538" y="2425"/>
                  </a:cubicBezTo>
                  <a:cubicBezTo>
                    <a:pt x="9535" y="2408"/>
                    <a:pt x="9531" y="2392"/>
                    <a:pt x="9528" y="2378"/>
                  </a:cubicBezTo>
                  <a:cubicBezTo>
                    <a:pt x="9524" y="2357"/>
                    <a:pt x="9519" y="2338"/>
                    <a:pt x="9513" y="2319"/>
                  </a:cubicBezTo>
                  <a:cubicBezTo>
                    <a:pt x="9511" y="2307"/>
                    <a:pt x="9508" y="2294"/>
                    <a:pt x="9503" y="2282"/>
                  </a:cubicBezTo>
                  <a:cubicBezTo>
                    <a:pt x="9502" y="2275"/>
                    <a:pt x="9500" y="2268"/>
                    <a:pt x="9498" y="2262"/>
                  </a:cubicBezTo>
                  <a:cubicBezTo>
                    <a:pt x="9493" y="2247"/>
                    <a:pt x="9489" y="2233"/>
                    <a:pt x="9484" y="2220"/>
                  </a:cubicBezTo>
                  <a:cubicBezTo>
                    <a:pt x="9478" y="2204"/>
                    <a:pt x="9474" y="2188"/>
                    <a:pt x="9468" y="2174"/>
                  </a:cubicBezTo>
                  <a:cubicBezTo>
                    <a:pt x="9467" y="2169"/>
                    <a:pt x="9465" y="2165"/>
                    <a:pt x="9464" y="2161"/>
                  </a:cubicBezTo>
                  <a:cubicBezTo>
                    <a:pt x="9460" y="2153"/>
                    <a:pt x="9458" y="2147"/>
                    <a:pt x="9455" y="2139"/>
                  </a:cubicBezTo>
                  <a:cubicBezTo>
                    <a:pt x="9439" y="2096"/>
                    <a:pt x="9421" y="2054"/>
                    <a:pt x="9401" y="2012"/>
                  </a:cubicBezTo>
                  <a:cubicBezTo>
                    <a:pt x="9394" y="1998"/>
                    <a:pt x="9387" y="1986"/>
                    <a:pt x="9381" y="1971"/>
                  </a:cubicBezTo>
                  <a:cubicBezTo>
                    <a:pt x="9374" y="1959"/>
                    <a:pt x="9367" y="1944"/>
                    <a:pt x="9360" y="1932"/>
                  </a:cubicBezTo>
                  <a:cubicBezTo>
                    <a:pt x="9353" y="1918"/>
                    <a:pt x="9346" y="1905"/>
                    <a:pt x="9339" y="1892"/>
                  </a:cubicBezTo>
                  <a:cubicBezTo>
                    <a:pt x="9321" y="1861"/>
                    <a:pt x="9302" y="1829"/>
                    <a:pt x="9281" y="1798"/>
                  </a:cubicBezTo>
                  <a:cubicBezTo>
                    <a:pt x="9262" y="1767"/>
                    <a:pt x="9241" y="1736"/>
                    <a:pt x="9219" y="1705"/>
                  </a:cubicBezTo>
                  <a:cubicBezTo>
                    <a:pt x="9201" y="1679"/>
                    <a:pt x="9182" y="1655"/>
                    <a:pt x="9163" y="1630"/>
                  </a:cubicBezTo>
                  <a:cubicBezTo>
                    <a:pt x="9154" y="1617"/>
                    <a:pt x="9144" y="1604"/>
                    <a:pt x="9134" y="1593"/>
                  </a:cubicBezTo>
                  <a:cubicBezTo>
                    <a:pt x="9108" y="1560"/>
                    <a:pt x="9081" y="1527"/>
                    <a:pt x="9053" y="1496"/>
                  </a:cubicBezTo>
                  <a:lnTo>
                    <a:pt x="9053" y="3549"/>
                  </a:lnTo>
                  <a:cubicBezTo>
                    <a:pt x="9053" y="3606"/>
                    <a:pt x="9016" y="3653"/>
                    <a:pt x="8969" y="3653"/>
                  </a:cubicBezTo>
                  <a:lnTo>
                    <a:pt x="8968" y="3653"/>
                  </a:lnTo>
                  <a:cubicBezTo>
                    <a:pt x="8922" y="3653"/>
                    <a:pt x="8885" y="3606"/>
                    <a:pt x="8885" y="3549"/>
                  </a:cubicBezTo>
                  <a:lnTo>
                    <a:pt x="8885" y="1322"/>
                  </a:lnTo>
                  <a:cubicBezTo>
                    <a:pt x="8879" y="1317"/>
                    <a:pt x="8874" y="1311"/>
                    <a:pt x="8868" y="1307"/>
                  </a:cubicBezTo>
                  <a:lnTo>
                    <a:pt x="8826" y="1270"/>
                  </a:lnTo>
                  <a:cubicBezTo>
                    <a:pt x="8780" y="1228"/>
                    <a:pt x="8733" y="1187"/>
                    <a:pt x="8683" y="1148"/>
                  </a:cubicBezTo>
                  <a:cubicBezTo>
                    <a:pt x="8662" y="1130"/>
                    <a:pt x="8640" y="1113"/>
                    <a:pt x="8618" y="1096"/>
                  </a:cubicBezTo>
                  <a:cubicBezTo>
                    <a:pt x="8595" y="1078"/>
                    <a:pt x="8570" y="1060"/>
                    <a:pt x="8546" y="1043"/>
                  </a:cubicBezTo>
                  <a:cubicBezTo>
                    <a:pt x="8418" y="949"/>
                    <a:pt x="8278" y="861"/>
                    <a:pt x="8131" y="779"/>
                  </a:cubicBezTo>
                  <a:cubicBezTo>
                    <a:pt x="8090" y="756"/>
                    <a:pt x="8048" y="733"/>
                    <a:pt x="8007" y="711"/>
                  </a:cubicBezTo>
                  <a:cubicBezTo>
                    <a:pt x="7990" y="703"/>
                    <a:pt x="7974" y="694"/>
                    <a:pt x="7957" y="686"/>
                  </a:cubicBezTo>
                  <a:cubicBezTo>
                    <a:pt x="7944" y="679"/>
                    <a:pt x="7929" y="672"/>
                    <a:pt x="7914" y="665"/>
                  </a:cubicBezTo>
                  <a:cubicBezTo>
                    <a:pt x="7885" y="650"/>
                    <a:pt x="7856" y="637"/>
                    <a:pt x="7827" y="622"/>
                  </a:cubicBezTo>
                  <a:cubicBezTo>
                    <a:pt x="7757" y="589"/>
                    <a:pt x="7685" y="558"/>
                    <a:pt x="7610" y="526"/>
                  </a:cubicBezTo>
                  <a:cubicBezTo>
                    <a:pt x="7565" y="507"/>
                    <a:pt x="7518" y="489"/>
                    <a:pt x="7471" y="470"/>
                  </a:cubicBezTo>
                  <a:cubicBezTo>
                    <a:pt x="7467" y="468"/>
                    <a:pt x="7463" y="467"/>
                    <a:pt x="7458" y="465"/>
                  </a:cubicBezTo>
                  <a:cubicBezTo>
                    <a:pt x="7427" y="453"/>
                    <a:pt x="7394" y="441"/>
                    <a:pt x="7363" y="428"/>
                  </a:cubicBezTo>
                  <a:cubicBezTo>
                    <a:pt x="7330" y="417"/>
                    <a:pt x="7297" y="406"/>
                    <a:pt x="7265" y="395"/>
                  </a:cubicBezTo>
                  <a:cubicBezTo>
                    <a:pt x="7237" y="384"/>
                    <a:pt x="7209" y="375"/>
                    <a:pt x="7181" y="366"/>
                  </a:cubicBezTo>
                  <a:cubicBezTo>
                    <a:pt x="7176" y="364"/>
                    <a:pt x="7170" y="362"/>
                    <a:pt x="7164" y="361"/>
                  </a:cubicBezTo>
                  <a:cubicBezTo>
                    <a:pt x="7132" y="350"/>
                    <a:pt x="7098" y="338"/>
                    <a:pt x="7064" y="328"/>
                  </a:cubicBezTo>
                  <a:cubicBezTo>
                    <a:pt x="7016" y="313"/>
                    <a:pt x="6967" y="299"/>
                    <a:pt x="6918" y="285"/>
                  </a:cubicBezTo>
                  <a:lnTo>
                    <a:pt x="6918" y="1137"/>
                  </a:lnTo>
                  <a:lnTo>
                    <a:pt x="6918" y="1164"/>
                  </a:lnTo>
                  <a:cubicBezTo>
                    <a:pt x="6918" y="1221"/>
                    <a:pt x="6881" y="1268"/>
                    <a:pt x="6836" y="1268"/>
                  </a:cubicBezTo>
                  <a:lnTo>
                    <a:pt x="6833" y="1268"/>
                  </a:lnTo>
                  <a:cubicBezTo>
                    <a:pt x="6787" y="1268"/>
                    <a:pt x="6750" y="1221"/>
                    <a:pt x="6750" y="1164"/>
                  </a:cubicBezTo>
                  <a:lnTo>
                    <a:pt x="6750" y="240"/>
                  </a:lnTo>
                  <a:cubicBezTo>
                    <a:pt x="6722" y="232"/>
                    <a:pt x="6694" y="226"/>
                    <a:pt x="6664" y="218"/>
                  </a:cubicBezTo>
                  <a:cubicBezTo>
                    <a:pt x="6657" y="217"/>
                    <a:pt x="6650" y="214"/>
                    <a:pt x="6643" y="213"/>
                  </a:cubicBezTo>
                  <a:cubicBezTo>
                    <a:pt x="6608" y="204"/>
                    <a:pt x="6573" y="196"/>
                    <a:pt x="6538" y="188"/>
                  </a:cubicBezTo>
                  <a:cubicBezTo>
                    <a:pt x="6482" y="176"/>
                    <a:pt x="6426" y="164"/>
                    <a:pt x="6368" y="152"/>
                  </a:cubicBezTo>
                  <a:cubicBezTo>
                    <a:pt x="6324" y="143"/>
                    <a:pt x="6279" y="136"/>
                    <a:pt x="6235" y="127"/>
                  </a:cubicBezTo>
                  <a:cubicBezTo>
                    <a:pt x="6190" y="120"/>
                    <a:pt x="6145" y="112"/>
                    <a:pt x="6099" y="104"/>
                  </a:cubicBezTo>
                  <a:cubicBezTo>
                    <a:pt x="6067" y="98"/>
                    <a:pt x="6034" y="94"/>
                    <a:pt x="6002" y="89"/>
                  </a:cubicBezTo>
                  <a:cubicBezTo>
                    <a:pt x="5996" y="88"/>
                    <a:pt x="5989" y="86"/>
                    <a:pt x="5983" y="86"/>
                  </a:cubicBezTo>
                  <a:cubicBezTo>
                    <a:pt x="5926" y="78"/>
                    <a:pt x="5868" y="70"/>
                    <a:pt x="5811" y="62"/>
                  </a:cubicBezTo>
                  <a:cubicBezTo>
                    <a:pt x="5791" y="60"/>
                    <a:pt x="5769" y="58"/>
                    <a:pt x="5748" y="54"/>
                  </a:cubicBezTo>
                  <a:cubicBezTo>
                    <a:pt x="5726" y="52"/>
                    <a:pt x="5704" y="50"/>
                    <a:pt x="5681" y="48"/>
                  </a:cubicBezTo>
                  <a:cubicBezTo>
                    <a:pt x="5651" y="44"/>
                    <a:pt x="5621" y="41"/>
                    <a:pt x="5589" y="39"/>
                  </a:cubicBezTo>
                  <a:cubicBezTo>
                    <a:pt x="5564" y="35"/>
                    <a:pt x="5538" y="33"/>
                    <a:pt x="5513" y="31"/>
                  </a:cubicBezTo>
                  <a:cubicBezTo>
                    <a:pt x="5437" y="24"/>
                    <a:pt x="5360" y="20"/>
                    <a:pt x="5284" y="15"/>
                  </a:cubicBezTo>
                  <a:cubicBezTo>
                    <a:pt x="5175" y="8"/>
                    <a:pt x="5065" y="4"/>
                    <a:pt x="4953" y="2"/>
                  </a:cubicBezTo>
                  <a:lnTo>
                    <a:pt x="4953" y="2"/>
                  </a:lnTo>
                  <a:lnTo>
                    <a:pt x="4953" y="2"/>
                  </a:lnTo>
                  <a:lnTo>
                    <a:pt x="47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3"/>
            <p:cNvSpPr/>
            <p:nvPr/>
          </p:nvSpPr>
          <p:spPr>
            <a:xfrm>
              <a:off x="6130082" y="2509639"/>
              <a:ext cx="183" cy="92"/>
            </a:xfrm>
            <a:custGeom>
              <a:avLst/>
              <a:gdLst/>
              <a:ahLst/>
              <a:cxnLst/>
              <a:rect l="l" t="t" r="r" b="b"/>
              <a:pathLst>
                <a:path w="2" h="1" extrusionOk="0">
                  <a:moveTo>
                    <a:pt x="2" y="1"/>
                  </a:moveTo>
                  <a:lnTo>
                    <a:pt x="2" y="1"/>
                  </a:lnTo>
                  <a:cubicBezTo>
                    <a:pt x="2" y="1"/>
                    <a:pt x="2" y="1"/>
                    <a:pt x="1" y="1"/>
                  </a:cubicBezTo>
                  <a:close/>
                </a:path>
              </a:pathLst>
            </a:custGeom>
            <a:solidFill>
              <a:srgbClr val="6F07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3"/>
            <p:cNvSpPr/>
            <p:nvPr/>
          </p:nvSpPr>
          <p:spPr>
            <a:xfrm>
              <a:off x="5956879" y="2507625"/>
              <a:ext cx="217139" cy="173839"/>
            </a:xfrm>
            <a:custGeom>
              <a:avLst/>
              <a:gdLst/>
              <a:ahLst/>
              <a:cxnLst/>
              <a:rect l="l" t="t" r="r" b="b"/>
              <a:pathLst>
                <a:path w="2372" h="1899" extrusionOk="0">
                  <a:moveTo>
                    <a:pt x="1726" y="0"/>
                  </a:moveTo>
                  <a:lnTo>
                    <a:pt x="1" y="248"/>
                  </a:lnTo>
                  <a:lnTo>
                    <a:pt x="1" y="1099"/>
                  </a:lnTo>
                  <a:cubicBezTo>
                    <a:pt x="35" y="1101"/>
                    <a:pt x="68" y="1103"/>
                    <a:pt x="102" y="1105"/>
                  </a:cubicBezTo>
                  <a:cubicBezTo>
                    <a:pt x="136" y="1106"/>
                    <a:pt x="169" y="1108"/>
                    <a:pt x="201" y="1110"/>
                  </a:cubicBezTo>
                  <a:cubicBezTo>
                    <a:pt x="268" y="1115"/>
                    <a:pt x="333" y="1121"/>
                    <a:pt x="397" y="1128"/>
                  </a:cubicBezTo>
                  <a:cubicBezTo>
                    <a:pt x="429" y="1131"/>
                    <a:pt x="461" y="1135"/>
                    <a:pt x="493" y="1139"/>
                  </a:cubicBezTo>
                  <a:cubicBezTo>
                    <a:pt x="525" y="1143"/>
                    <a:pt x="556" y="1148"/>
                    <a:pt x="588" y="1151"/>
                  </a:cubicBezTo>
                  <a:cubicBezTo>
                    <a:pt x="618" y="1155"/>
                    <a:pt x="650" y="1160"/>
                    <a:pt x="680" y="1164"/>
                  </a:cubicBezTo>
                  <a:cubicBezTo>
                    <a:pt x="711" y="1170"/>
                    <a:pt x="742" y="1175"/>
                    <a:pt x="771" y="1180"/>
                  </a:cubicBezTo>
                  <a:cubicBezTo>
                    <a:pt x="833" y="1190"/>
                    <a:pt x="892" y="1202"/>
                    <a:pt x="950" y="1215"/>
                  </a:cubicBezTo>
                  <a:cubicBezTo>
                    <a:pt x="979" y="1222"/>
                    <a:pt x="1008" y="1229"/>
                    <a:pt x="1037" y="1234"/>
                  </a:cubicBezTo>
                  <a:cubicBezTo>
                    <a:pt x="1057" y="1240"/>
                    <a:pt x="1079" y="1244"/>
                    <a:pt x="1100" y="1250"/>
                  </a:cubicBezTo>
                  <a:cubicBezTo>
                    <a:pt x="1111" y="1252"/>
                    <a:pt x="1121" y="1255"/>
                    <a:pt x="1131" y="1258"/>
                  </a:cubicBezTo>
                  <a:cubicBezTo>
                    <a:pt x="1142" y="1260"/>
                    <a:pt x="1153" y="1264"/>
                    <a:pt x="1163" y="1267"/>
                  </a:cubicBezTo>
                  <a:cubicBezTo>
                    <a:pt x="1183" y="1271"/>
                    <a:pt x="1205" y="1277"/>
                    <a:pt x="1225" y="1283"/>
                  </a:cubicBezTo>
                  <a:cubicBezTo>
                    <a:pt x="1253" y="1291"/>
                    <a:pt x="1281" y="1300"/>
                    <a:pt x="1309" y="1307"/>
                  </a:cubicBezTo>
                  <a:cubicBezTo>
                    <a:pt x="1327" y="1313"/>
                    <a:pt x="1345" y="1319"/>
                    <a:pt x="1363" y="1324"/>
                  </a:cubicBezTo>
                  <a:cubicBezTo>
                    <a:pt x="1389" y="1332"/>
                    <a:pt x="1415" y="1341"/>
                    <a:pt x="1441" y="1350"/>
                  </a:cubicBezTo>
                  <a:cubicBezTo>
                    <a:pt x="1467" y="1359"/>
                    <a:pt x="1492" y="1368"/>
                    <a:pt x="1517" y="1377"/>
                  </a:cubicBezTo>
                  <a:cubicBezTo>
                    <a:pt x="1565" y="1395"/>
                    <a:pt x="1611" y="1414"/>
                    <a:pt x="1657" y="1432"/>
                  </a:cubicBezTo>
                  <a:cubicBezTo>
                    <a:pt x="1657" y="1434"/>
                    <a:pt x="1658" y="1435"/>
                    <a:pt x="1660" y="1435"/>
                  </a:cubicBezTo>
                  <a:cubicBezTo>
                    <a:pt x="1693" y="1448"/>
                    <a:pt x="1727" y="1464"/>
                    <a:pt x="1761" y="1480"/>
                  </a:cubicBezTo>
                  <a:cubicBezTo>
                    <a:pt x="1794" y="1496"/>
                    <a:pt x="1825" y="1510"/>
                    <a:pt x="1857" y="1527"/>
                  </a:cubicBezTo>
                  <a:cubicBezTo>
                    <a:pt x="1865" y="1532"/>
                    <a:pt x="1874" y="1536"/>
                    <a:pt x="1881" y="1541"/>
                  </a:cubicBezTo>
                  <a:cubicBezTo>
                    <a:pt x="1910" y="1555"/>
                    <a:pt x="1937" y="1571"/>
                    <a:pt x="1963" y="1587"/>
                  </a:cubicBezTo>
                  <a:cubicBezTo>
                    <a:pt x="1967" y="1589"/>
                    <a:pt x="1972" y="1592"/>
                    <a:pt x="1976" y="1595"/>
                  </a:cubicBezTo>
                  <a:cubicBezTo>
                    <a:pt x="2011" y="1616"/>
                    <a:pt x="2045" y="1637"/>
                    <a:pt x="2076" y="1660"/>
                  </a:cubicBezTo>
                  <a:cubicBezTo>
                    <a:pt x="2078" y="1662"/>
                    <a:pt x="2082" y="1663"/>
                    <a:pt x="2084" y="1666"/>
                  </a:cubicBezTo>
                  <a:cubicBezTo>
                    <a:pt x="2101" y="1678"/>
                    <a:pt x="2118" y="1690"/>
                    <a:pt x="2135" y="1703"/>
                  </a:cubicBezTo>
                  <a:cubicBezTo>
                    <a:pt x="2151" y="1715"/>
                    <a:pt x="2166" y="1727"/>
                    <a:pt x="2181" y="1740"/>
                  </a:cubicBezTo>
                  <a:cubicBezTo>
                    <a:pt x="2197" y="1752"/>
                    <a:pt x="2211" y="1766"/>
                    <a:pt x="2226" y="1779"/>
                  </a:cubicBezTo>
                  <a:cubicBezTo>
                    <a:pt x="2242" y="1794"/>
                    <a:pt x="2258" y="1807"/>
                    <a:pt x="2272" y="1823"/>
                  </a:cubicBezTo>
                  <a:cubicBezTo>
                    <a:pt x="2283" y="1834"/>
                    <a:pt x="2295" y="1846"/>
                    <a:pt x="2306" y="1858"/>
                  </a:cubicBezTo>
                  <a:cubicBezTo>
                    <a:pt x="2317" y="1870"/>
                    <a:pt x="2328" y="1883"/>
                    <a:pt x="2339" y="1896"/>
                  </a:cubicBezTo>
                  <a:lnTo>
                    <a:pt x="2340" y="1896"/>
                  </a:lnTo>
                  <a:cubicBezTo>
                    <a:pt x="2340" y="1898"/>
                    <a:pt x="2341" y="1898"/>
                    <a:pt x="2341" y="1899"/>
                  </a:cubicBezTo>
                  <a:lnTo>
                    <a:pt x="2371" y="1899"/>
                  </a:lnTo>
                  <a:lnTo>
                    <a:pt x="2371" y="1856"/>
                  </a:lnTo>
                  <a:lnTo>
                    <a:pt x="2371" y="1084"/>
                  </a:lnTo>
                  <a:lnTo>
                    <a:pt x="2267" y="141"/>
                  </a:lnTo>
                  <a:cubicBezTo>
                    <a:pt x="2198" y="117"/>
                    <a:pt x="2129" y="94"/>
                    <a:pt x="2059" y="72"/>
                  </a:cubicBezTo>
                  <a:cubicBezTo>
                    <a:pt x="2040" y="67"/>
                    <a:pt x="2021" y="60"/>
                    <a:pt x="2001" y="54"/>
                  </a:cubicBezTo>
                  <a:cubicBezTo>
                    <a:pt x="1982" y="49"/>
                    <a:pt x="1964" y="42"/>
                    <a:pt x="1943" y="37"/>
                  </a:cubicBezTo>
                  <a:cubicBezTo>
                    <a:pt x="1928" y="32"/>
                    <a:pt x="1911" y="27"/>
                    <a:pt x="1894" y="23"/>
                  </a:cubicBezTo>
                  <a:lnTo>
                    <a:pt x="1894" y="49"/>
                  </a:lnTo>
                  <a:cubicBezTo>
                    <a:pt x="1894" y="107"/>
                    <a:pt x="1857" y="154"/>
                    <a:pt x="1810" y="154"/>
                  </a:cubicBezTo>
                  <a:lnTo>
                    <a:pt x="1809" y="154"/>
                  </a:lnTo>
                  <a:cubicBezTo>
                    <a:pt x="1763" y="154"/>
                    <a:pt x="1726" y="107"/>
                    <a:pt x="1726" y="49"/>
                  </a:cubicBezTo>
                  <a:lnTo>
                    <a:pt x="17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3"/>
            <p:cNvSpPr/>
            <p:nvPr/>
          </p:nvSpPr>
          <p:spPr>
            <a:xfrm>
              <a:off x="6109759" y="2426790"/>
              <a:ext cx="27371" cy="103809"/>
            </a:xfrm>
            <a:custGeom>
              <a:avLst/>
              <a:gdLst/>
              <a:ahLst/>
              <a:cxnLst/>
              <a:rect l="l" t="t" r="r" b="b"/>
              <a:pathLst>
                <a:path w="299" h="1134" extrusionOk="0">
                  <a:moveTo>
                    <a:pt x="25" y="0"/>
                  </a:moveTo>
                  <a:lnTo>
                    <a:pt x="1" y="1133"/>
                  </a:lnTo>
                  <a:lnTo>
                    <a:pt x="298" y="1026"/>
                  </a:lnTo>
                  <a:lnTo>
                    <a:pt x="261" y="64"/>
                  </a:lnTo>
                  <a:cubicBezTo>
                    <a:pt x="247" y="61"/>
                    <a:pt x="38" y="4"/>
                    <a:pt x="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3"/>
            <p:cNvSpPr/>
            <p:nvPr/>
          </p:nvSpPr>
          <p:spPr>
            <a:xfrm>
              <a:off x="5956879" y="2406833"/>
              <a:ext cx="353537" cy="200203"/>
            </a:xfrm>
            <a:custGeom>
              <a:avLst/>
              <a:gdLst/>
              <a:ahLst/>
              <a:cxnLst/>
              <a:rect l="l" t="t" r="r" b="b"/>
              <a:pathLst>
                <a:path w="3862" h="2187" extrusionOk="0">
                  <a:moveTo>
                    <a:pt x="1893" y="1123"/>
                  </a:moveTo>
                  <a:cubicBezTo>
                    <a:pt x="1893" y="1123"/>
                    <a:pt x="1893" y="1123"/>
                    <a:pt x="1893" y="1124"/>
                  </a:cubicBezTo>
                  <a:lnTo>
                    <a:pt x="1894" y="1124"/>
                  </a:lnTo>
                  <a:cubicBezTo>
                    <a:pt x="1894" y="1123"/>
                    <a:pt x="1894" y="1123"/>
                    <a:pt x="1893" y="1123"/>
                  </a:cubicBezTo>
                  <a:close/>
                  <a:moveTo>
                    <a:pt x="260" y="1"/>
                  </a:moveTo>
                  <a:lnTo>
                    <a:pt x="98" y="844"/>
                  </a:lnTo>
                  <a:lnTo>
                    <a:pt x="1" y="1349"/>
                  </a:lnTo>
                  <a:cubicBezTo>
                    <a:pt x="64" y="1351"/>
                    <a:pt x="125" y="1354"/>
                    <a:pt x="187" y="1359"/>
                  </a:cubicBezTo>
                  <a:cubicBezTo>
                    <a:pt x="205" y="1360"/>
                    <a:pt x="223" y="1361"/>
                    <a:pt x="241" y="1363"/>
                  </a:cubicBezTo>
                  <a:cubicBezTo>
                    <a:pt x="273" y="1366"/>
                    <a:pt x="305" y="1368"/>
                    <a:pt x="338" y="1371"/>
                  </a:cubicBezTo>
                  <a:cubicBezTo>
                    <a:pt x="369" y="1375"/>
                    <a:pt x="401" y="1377"/>
                    <a:pt x="432" y="1381"/>
                  </a:cubicBezTo>
                  <a:cubicBezTo>
                    <a:pt x="466" y="1385"/>
                    <a:pt x="498" y="1388"/>
                    <a:pt x="530" y="1393"/>
                  </a:cubicBezTo>
                  <a:cubicBezTo>
                    <a:pt x="547" y="1395"/>
                    <a:pt x="564" y="1397"/>
                    <a:pt x="581" y="1400"/>
                  </a:cubicBezTo>
                  <a:cubicBezTo>
                    <a:pt x="592" y="1402"/>
                    <a:pt x="603" y="1403"/>
                    <a:pt x="615" y="1405"/>
                  </a:cubicBezTo>
                  <a:cubicBezTo>
                    <a:pt x="633" y="1407"/>
                    <a:pt x="651" y="1411"/>
                    <a:pt x="669" y="1413"/>
                  </a:cubicBezTo>
                  <a:cubicBezTo>
                    <a:pt x="673" y="1414"/>
                    <a:pt x="678" y="1414"/>
                    <a:pt x="682" y="1415"/>
                  </a:cubicBezTo>
                  <a:cubicBezTo>
                    <a:pt x="691" y="1416"/>
                    <a:pt x="701" y="1419"/>
                    <a:pt x="711" y="1420"/>
                  </a:cubicBezTo>
                  <a:cubicBezTo>
                    <a:pt x="741" y="1424"/>
                    <a:pt x="771" y="1430"/>
                    <a:pt x="800" y="1436"/>
                  </a:cubicBezTo>
                  <a:cubicBezTo>
                    <a:pt x="859" y="1446"/>
                    <a:pt x="918" y="1457"/>
                    <a:pt x="975" y="1470"/>
                  </a:cubicBezTo>
                  <a:cubicBezTo>
                    <a:pt x="1004" y="1477"/>
                    <a:pt x="1035" y="1484"/>
                    <a:pt x="1064" y="1491"/>
                  </a:cubicBezTo>
                  <a:cubicBezTo>
                    <a:pt x="1088" y="1496"/>
                    <a:pt x="1111" y="1502"/>
                    <a:pt x="1135" y="1509"/>
                  </a:cubicBezTo>
                  <a:cubicBezTo>
                    <a:pt x="1156" y="1514"/>
                    <a:pt x="1178" y="1520"/>
                    <a:pt x="1198" y="1526"/>
                  </a:cubicBezTo>
                  <a:cubicBezTo>
                    <a:pt x="1234" y="1535"/>
                    <a:pt x="1270" y="1546"/>
                    <a:pt x="1305" y="1556"/>
                  </a:cubicBezTo>
                  <a:cubicBezTo>
                    <a:pt x="1333" y="1565"/>
                    <a:pt x="1361" y="1574"/>
                    <a:pt x="1389" y="1583"/>
                  </a:cubicBezTo>
                  <a:cubicBezTo>
                    <a:pt x="1416" y="1592"/>
                    <a:pt x="1443" y="1601"/>
                    <a:pt x="1470" y="1611"/>
                  </a:cubicBezTo>
                  <a:cubicBezTo>
                    <a:pt x="1491" y="1618"/>
                    <a:pt x="1511" y="1625"/>
                    <a:pt x="1531" y="1633"/>
                  </a:cubicBezTo>
                  <a:cubicBezTo>
                    <a:pt x="1553" y="1640"/>
                    <a:pt x="1574" y="1649"/>
                    <a:pt x="1594" y="1657"/>
                  </a:cubicBezTo>
                  <a:cubicBezTo>
                    <a:pt x="1617" y="1666"/>
                    <a:pt x="1639" y="1675"/>
                    <a:pt x="1662" y="1686"/>
                  </a:cubicBezTo>
                  <a:cubicBezTo>
                    <a:pt x="1680" y="1692"/>
                    <a:pt x="1697" y="1700"/>
                    <a:pt x="1715" y="1709"/>
                  </a:cubicBezTo>
                  <a:cubicBezTo>
                    <a:pt x="1732" y="1716"/>
                    <a:pt x="1749" y="1724"/>
                    <a:pt x="1765" y="1732"/>
                  </a:cubicBezTo>
                  <a:cubicBezTo>
                    <a:pt x="1789" y="1743"/>
                    <a:pt x="1810" y="1753"/>
                    <a:pt x="1832" y="1764"/>
                  </a:cubicBezTo>
                  <a:cubicBezTo>
                    <a:pt x="1853" y="1776"/>
                    <a:pt x="1875" y="1787"/>
                    <a:pt x="1896" y="1798"/>
                  </a:cubicBezTo>
                  <a:cubicBezTo>
                    <a:pt x="1916" y="1809"/>
                    <a:pt x="1937" y="1822"/>
                    <a:pt x="1957" y="1833"/>
                  </a:cubicBezTo>
                  <a:cubicBezTo>
                    <a:pt x="1977" y="1845"/>
                    <a:pt x="1996" y="1857"/>
                    <a:pt x="2014" y="1869"/>
                  </a:cubicBezTo>
                  <a:cubicBezTo>
                    <a:pt x="2033" y="1881"/>
                    <a:pt x="2053" y="1894"/>
                    <a:pt x="2069" y="1906"/>
                  </a:cubicBezTo>
                  <a:cubicBezTo>
                    <a:pt x="2106" y="1931"/>
                    <a:pt x="2139" y="1957"/>
                    <a:pt x="2171" y="1982"/>
                  </a:cubicBezTo>
                  <a:cubicBezTo>
                    <a:pt x="2188" y="1995"/>
                    <a:pt x="2203" y="2009"/>
                    <a:pt x="2218" y="2021"/>
                  </a:cubicBezTo>
                  <a:cubicBezTo>
                    <a:pt x="2233" y="2035"/>
                    <a:pt x="2247" y="2048"/>
                    <a:pt x="2261" y="2062"/>
                  </a:cubicBezTo>
                  <a:cubicBezTo>
                    <a:pt x="2274" y="2075"/>
                    <a:pt x="2288" y="2089"/>
                    <a:pt x="2301" y="2103"/>
                  </a:cubicBezTo>
                  <a:cubicBezTo>
                    <a:pt x="2326" y="2130"/>
                    <a:pt x="2350" y="2158"/>
                    <a:pt x="2371" y="2187"/>
                  </a:cubicBezTo>
                  <a:lnTo>
                    <a:pt x="3655" y="1983"/>
                  </a:lnTo>
                  <a:lnTo>
                    <a:pt x="3861" y="1951"/>
                  </a:lnTo>
                  <a:lnTo>
                    <a:pt x="3861" y="1309"/>
                  </a:lnTo>
                  <a:cubicBezTo>
                    <a:pt x="3855" y="1304"/>
                    <a:pt x="3850" y="1298"/>
                    <a:pt x="3844" y="1294"/>
                  </a:cubicBezTo>
                  <a:cubicBezTo>
                    <a:pt x="3831" y="1281"/>
                    <a:pt x="3817" y="1269"/>
                    <a:pt x="3804" y="1257"/>
                  </a:cubicBezTo>
                  <a:cubicBezTo>
                    <a:pt x="3757" y="1215"/>
                    <a:pt x="3709" y="1174"/>
                    <a:pt x="3659" y="1134"/>
                  </a:cubicBezTo>
                  <a:cubicBezTo>
                    <a:pt x="3638" y="1117"/>
                    <a:pt x="3616" y="1100"/>
                    <a:pt x="3594" y="1083"/>
                  </a:cubicBezTo>
                  <a:cubicBezTo>
                    <a:pt x="3571" y="1065"/>
                    <a:pt x="3546" y="1047"/>
                    <a:pt x="3522" y="1030"/>
                  </a:cubicBezTo>
                  <a:cubicBezTo>
                    <a:pt x="3394" y="936"/>
                    <a:pt x="3254" y="848"/>
                    <a:pt x="3107" y="766"/>
                  </a:cubicBezTo>
                  <a:cubicBezTo>
                    <a:pt x="3066" y="742"/>
                    <a:pt x="3024" y="719"/>
                    <a:pt x="2983" y="698"/>
                  </a:cubicBezTo>
                  <a:cubicBezTo>
                    <a:pt x="2966" y="690"/>
                    <a:pt x="2950" y="681"/>
                    <a:pt x="2934" y="673"/>
                  </a:cubicBezTo>
                  <a:cubicBezTo>
                    <a:pt x="2920" y="666"/>
                    <a:pt x="2905" y="659"/>
                    <a:pt x="2890" y="652"/>
                  </a:cubicBezTo>
                  <a:cubicBezTo>
                    <a:pt x="2861" y="637"/>
                    <a:pt x="2833" y="623"/>
                    <a:pt x="2803" y="609"/>
                  </a:cubicBezTo>
                  <a:cubicBezTo>
                    <a:pt x="2733" y="575"/>
                    <a:pt x="2661" y="544"/>
                    <a:pt x="2586" y="513"/>
                  </a:cubicBezTo>
                  <a:cubicBezTo>
                    <a:pt x="2541" y="494"/>
                    <a:pt x="2494" y="475"/>
                    <a:pt x="2448" y="457"/>
                  </a:cubicBezTo>
                  <a:cubicBezTo>
                    <a:pt x="2443" y="455"/>
                    <a:pt x="2439" y="454"/>
                    <a:pt x="2434" y="452"/>
                  </a:cubicBezTo>
                  <a:cubicBezTo>
                    <a:pt x="2403" y="440"/>
                    <a:pt x="2370" y="428"/>
                    <a:pt x="2339" y="415"/>
                  </a:cubicBezTo>
                  <a:cubicBezTo>
                    <a:pt x="2306" y="404"/>
                    <a:pt x="2273" y="393"/>
                    <a:pt x="2241" y="382"/>
                  </a:cubicBezTo>
                  <a:cubicBezTo>
                    <a:pt x="2214" y="371"/>
                    <a:pt x="2185" y="362"/>
                    <a:pt x="2157" y="353"/>
                  </a:cubicBezTo>
                  <a:cubicBezTo>
                    <a:pt x="2152" y="351"/>
                    <a:pt x="2147" y="349"/>
                    <a:pt x="2142" y="348"/>
                  </a:cubicBezTo>
                  <a:cubicBezTo>
                    <a:pt x="2108" y="337"/>
                    <a:pt x="2074" y="325"/>
                    <a:pt x="2040" y="315"/>
                  </a:cubicBezTo>
                  <a:cubicBezTo>
                    <a:pt x="1992" y="300"/>
                    <a:pt x="1943" y="286"/>
                    <a:pt x="1894" y="272"/>
                  </a:cubicBezTo>
                  <a:lnTo>
                    <a:pt x="1894" y="1124"/>
                  </a:lnTo>
                  <a:lnTo>
                    <a:pt x="1894" y="1150"/>
                  </a:lnTo>
                  <a:cubicBezTo>
                    <a:pt x="1894" y="1208"/>
                    <a:pt x="1857" y="1255"/>
                    <a:pt x="1812" y="1255"/>
                  </a:cubicBezTo>
                  <a:lnTo>
                    <a:pt x="1809" y="1255"/>
                  </a:lnTo>
                  <a:cubicBezTo>
                    <a:pt x="1763" y="1255"/>
                    <a:pt x="1726" y="1208"/>
                    <a:pt x="1726" y="1151"/>
                  </a:cubicBezTo>
                  <a:lnTo>
                    <a:pt x="1726" y="226"/>
                  </a:lnTo>
                  <a:cubicBezTo>
                    <a:pt x="1698" y="219"/>
                    <a:pt x="1670" y="213"/>
                    <a:pt x="1640" y="205"/>
                  </a:cubicBezTo>
                  <a:cubicBezTo>
                    <a:pt x="1633" y="204"/>
                    <a:pt x="1626" y="201"/>
                    <a:pt x="1619" y="199"/>
                  </a:cubicBezTo>
                  <a:cubicBezTo>
                    <a:pt x="1584" y="191"/>
                    <a:pt x="1549" y="183"/>
                    <a:pt x="1514" y="175"/>
                  </a:cubicBezTo>
                  <a:cubicBezTo>
                    <a:pt x="1458" y="163"/>
                    <a:pt x="1402" y="151"/>
                    <a:pt x="1344" y="139"/>
                  </a:cubicBezTo>
                  <a:cubicBezTo>
                    <a:pt x="1300" y="130"/>
                    <a:pt x="1255" y="123"/>
                    <a:pt x="1211" y="114"/>
                  </a:cubicBezTo>
                  <a:cubicBezTo>
                    <a:pt x="1166" y="106"/>
                    <a:pt x="1121" y="99"/>
                    <a:pt x="1075" y="91"/>
                  </a:cubicBezTo>
                  <a:cubicBezTo>
                    <a:pt x="1043" y="85"/>
                    <a:pt x="1010" y="81"/>
                    <a:pt x="978" y="75"/>
                  </a:cubicBezTo>
                  <a:cubicBezTo>
                    <a:pt x="972" y="74"/>
                    <a:pt x="965" y="73"/>
                    <a:pt x="959" y="73"/>
                  </a:cubicBezTo>
                  <a:cubicBezTo>
                    <a:pt x="902" y="64"/>
                    <a:pt x="844" y="57"/>
                    <a:pt x="787" y="49"/>
                  </a:cubicBezTo>
                  <a:cubicBezTo>
                    <a:pt x="767" y="47"/>
                    <a:pt x="745" y="44"/>
                    <a:pt x="724" y="41"/>
                  </a:cubicBezTo>
                  <a:cubicBezTo>
                    <a:pt x="702" y="39"/>
                    <a:pt x="680" y="37"/>
                    <a:pt x="657" y="35"/>
                  </a:cubicBezTo>
                  <a:cubicBezTo>
                    <a:pt x="627" y="31"/>
                    <a:pt x="597" y="28"/>
                    <a:pt x="565" y="25"/>
                  </a:cubicBezTo>
                  <a:cubicBezTo>
                    <a:pt x="540" y="22"/>
                    <a:pt x="514" y="20"/>
                    <a:pt x="489" y="18"/>
                  </a:cubicBezTo>
                  <a:cubicBezTo>
                    <a:pt x="413" y="11"/>
                    <a:pt x="336" y="5"/>
                    <a:pt x="2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3"/>
            <p:cNvSpPr/>
            <p:nvPr/>
          </p:nvSpPr>
          <p:spPr>
            <a:xfrm>
              <a:off x="6306581" y="2525201"/>
              <a:ext cx="22062" cy="60784"/>
            </a:xfrm>
            <a:custGeom>
              <a:avLst/>
              <a:gdLst/>
              <a:ahLst/>
              <a:cxnLst/>
              <a:rect l="l" t="t" r="r" b="b"/>
              <a:pathLst>
                <a:path w="241" h="664" extrusionOk="0">
                  <a:moveTo>
                    <a:pt x="24" y="1"/>
                  </a:moveTo>
                  <a:lnTo>
                    <a:pt x="1" y="664"/>
                  </a:lnTo>
                  <a:lnTo>
                    <a:pt x="240" y="627"/>
                  </a:lnTo>
                  <a:lnTo>
                    <a:pt x="228" y="210"/>
                  </a:lnTo>
                  <a:cubicBezTo>
                    <a:pt x="214" y="197"/>
                    <a:pt x="38" y="13"/>
                    <a:pt x="2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3"/>
            <p:cNvSpPr/>
            <p:nvPr/>
          </p:nvSpPr>
          <p:spPr>
            <a:xfrm>
              <a:off x="6325623" y="2542503"/>
              <a:ext cx="26273" cy="40553"/>
            </a:xfrm>
            <a:custGeom>
              <a:avLst/>
              <a:gdLst/>
              <a:ahLst/>
              <a:cxnLst/>
              <a:rect l="l" t="t" r="r" b="b"/>
              <a:pathLst>
                <a:path w="287" h="443" extrusionOk="0">
                  <a:moveTo>
                    <a:pt x="1" y="1"/>
                  </a:moveTo>
                  <a:lnTo>
                    <a:pt x="1" y="442"/>
                  </a:lnTo>
                  <a:lnTo>
                    <a:pt x="287" y="397"/>
                  </a:lnTo>
                  <a:cubicBezTo>
                    <a:pt x="269" y="366"/>
                    <a:pt x="250" y="334"/>
                    <a:pt x="229" y="303"/>
                  </a:cubicBezTo>
                  <a:cubicBezTo>
                    <a:pt x="210" y="272"/>
                    <a:pt x="190" y="241"/>
                    <a:pt x="167" y="210"/>
                  </a:cubicBezTo>
                  <a:cubicBezTo>
                    <a:pt x="149" y="184"/>
                    <a:pt x="131" y="160"/>
                    <a:pt x="111" y="135"/>
                  </a:cubicBezTo>
                  <a:cubicBezTo>
                    <a:pt x="102" y="121"/>
                    <a:pt x="92" y="109"/>
                    <a:pt x="82" y="98"/>
                  </a:cubicBezTo>
                  <a:cubicBezTo>
                    <a:pt x="56" y="64"/>
                    <a:pt x="29" y="32"/>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3"/>
            <p:cNvSpPr/>
            <p:nvPr/>
          </p:nvSpPr>
          <p:spPr>
            <a:xfrm>
              <a:off x="6173932" y="2607043"/>
              <a:ext cx="33138" cy="81564"/>
            </a:xfrm>
            <a:custGeom>
              <a:avLst/>
              <a:gdLst/>
              <a:ahLst/>
              <a:cxnLst/>
              <a:rect l="l" t="t" r="r" b="b"/>
              <a:pathLst>
                <a:path w="362" h="891" extrusionOk="0">
                  <a:moveTo>
                    <a:pt x="0" y="1"/>
                  </a:moveTo>
                  <a:lnTo>
                    <a:pt x="0" y="890"/>
                  </a:lnTo>
                  <a:lnTo>
                    <a:pt x="294" y="813"/>
                  </a:lnTo>
                  <a:lnTo>
                    <a:pt x="362" y="112"/>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3"/>
            <p:cNvSpPr/>
            <p:nvPr/>
          </p:nvSpPr>
          <p:spPr>
            <a:xfrm>
              <a:off x="6316285" y="2693278"/>
              <a:ext cx="3570" cy="32315"/>
            </a:xfrm>
            <a:custGeom>
              <a:avLst/>
              <a:gdLst/>
              <a:ahLst/>
              <a:cxnLst/>
              <a:rect l="l" t="t" r="r" b="b"/>
              <a:pathLst>
                <a:path w="39" h="353" extrusionOk="0">
                  <a:moveTo>
                    <a:pt x="39" y="0"/>
                  </a:moveTo>
                  <a:lnTo>
                    <a:pt x="0" y="28"/>
                  </a:lnTo>
                  <a:lnTo>
                    <a:pt x="0" y="353"/>
                  </a:lnTo>
                  <a:lnTo>
                    <a:pt x="39" y="353"/>
                  </a:lnTo>
                  <a:lnTo>
                    <a:pt x="39" y="0"/>
                  </a:lnTo>
                  <a:close/>
                </a:path>
              </a:pathLst>
            </a:custGeom>
            <a:solidFill>
              <a:srgbClr val="AF4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3"/>
            <p:cNvSpPr/>
            <p:nvPr/>
          </p:nvSpPr>
          <p:spPr>
            <a:xfrm>
              <a:off x="6028742" y="2655470"/>
              <a:ext cx="344200" cy="322870"/>
            </a:xfrm>
            <a:custGeom>
              <a:avLst/>
              <a:gdLst/>
              <a:ahLst/>
              <a:cxnLst/>
              <a:rect l="l" t="t" r="r" b="b"/>
              <a:pathLst>
                <a:path w="3760" h="3527" extrusionOk="0">
                  <a:moveTo>
                    <a:pt x="3760" y="1"/>
                  </a:moveTo>
                  <a:lnTo>
                    <a:pt x="3245" y="368"/>
                  </a:lnTo>
                  <a:lnTo>
                    <a:pt x="3245" y="820"/>
                  </a:lnTo>
                  <a:cubicBezTo>
                    <a:pt x="3245" y="878"/>
                    <a:pt x="3208" y="925"/>
                    <a:pt x="3162" y="925"/>
                  </a:cubicBezTo>
                  <a:lnTo>
                    <a:pt x="3159" y="925"/>
                  </a:lnTo>
                  <a:cubicBezTo>
                    <a:pt x="3114" y="925"/>
                    <a:pt x="3077" y="878"/>
                    <a:pt x="3077" y="820"/>
                  </a:cubicBezTo>
                  <a:lnTo>
                    <a:pt x="3077" y="487"/>
                  </a:lnTo>
                  <a:lnTo>
                    <a:pt x="1" y="2674"/>
                  </a:lnTo>
                  <a:lnTo>
                    <a:pt x="1" y="3527"/>
                  </a:lnTo>
                  <a:cubicBezTo>
                    <a:pt x="136" y="3510"/>
                    <a:pt x="268" y="3490"/>
                    <a:pt x="398" y="3466"/>
                  </a:cubicBezTo>
                  <a:cubicBezTo>
                    <a:pt x="462" y="3455"/>
                    <a:pt x="527" y="3442"/>
                    <a:pt x="591" y="3429"/>
                  </a:cubicBezTo>
                  <a:cubicBezTo>
                    <a:pt x="662" y="3415"/>
                    <a:pt x="733" y="3398"/>
                    <a:pt x="803" y="3383"/>
                  </a:cubicBezTo>
                  <a:cubicBezTo>
                    <a:pt x="855" y="3370"/>
                    <a:pt x="907" y="3357"/>
                    <a:pt x="959" y="3343"/>
                  </a:cubicBezTo>
                  <a:cubicBezTo>
                    <a:pt x="1044" y="3322"/>
                    <a:pt x="1126" y="3298"/>
                    <a:pt x="1208" y="3272"/>
                  </a:cubicBezTo>
                  <a:cubicBezTo>
                    <a:pt x="1239" y="3263"/>
                    <a:pt x="1269" y="3254"/>
                    <a:pt x="1299" y="3244"/>
                  </a:cubicBezTo>
                  <a:cubicBezTo>
                    <a:pt x="1336" y="3233"/>
                    <a:pt x="1373" y="3222"/>
                    <a:pt x="1409" y="3209"/>
                  </a:cubicBezTo>
                  <a:cubicBezTo>
                    <a:pt x="1467" y="3189"/>
                    <a:pt x="1523" y="3169"/>
                    <a:pt x="1580" y="3148"/>
                  </a:cubicBezTo>
                  <a:cubicBezTo>
                    <a:pt x="1638" y="3127"/>
                    <a:pt x="1694" y="3104"/>
                    <a:pt x="1751" y="3081"/>
                  </a:cubicBezTo>
                  <a:cubicBezTo>
                    <a:pt x="1779" y="3069"/>
                    <a:pt x="1807" y="3058"/>
                    <a:pt x="1834" y="3046"/>
                  </a:cubicBezTo>
                  <a:cubicBezTo>
                    <a:pt x="1875" y="3029"/>
                    <a:pt x="1914" y="3012"/>
                    <a:pt x="1953" y="2994"/>
                  </a:cubicBezTo>
                  <a:cubicBezTo>
                    <a:pt x="1983" y="2981"/>
                    <a:pt x="2012" y="2967"/>
                    <a:pt x="2040" y="2954"/>
                  </a:cubicBezTo>
                  <a:cubicBezTo>
                    <a:pt x="2047" y="2950"/>
                    <a:pt x="2054" y="2948"/>
                    <a:pt x="2059" y="2945"/>
                  </a:cubicBezTo>
                  <a:cubicBezTo>
                    <a:pt x="2077" y="2935"/>
                    <a:pt x="2095" y="2928"/>
                    <a:pt x="2112" y="2919"/>
                  </a:cubicBezTo>
                  <a:cubicBezTo>
                    <a:pt x="2139" y="2905"/>
                    <a:pt x="2165" y="2892"/>
                    <a:pt x="2192" y="2878"/>
                  </a:cubicBezTo>
                  <a:cubicBezTo>
                    <a:pt x="2206" y="2871"/>
                    <a:pt x="2218" y="2865"/>
                    <a:pt x="2230" y="2857"/>
                  </a:cubicBezTo>
                  <a:cubicBezTo>
                    <a:pt x="2243" y="2851"/>
                    <a:pt x="2256" y="2844"/>
                    <a:pt x="2269" y="2836"/>
                  </a:cubicBezTo>
                  <a:cubicBezTo>
                    <a:pt x="2286" y="2827"/>
                    <a:pt x="2304" y="2817"/>
                    <a:pt x="2320" y="2808"/>
                  </a:cubicBezTo>
                  <a:cubicBezTo>
                    <a:pt x="2344" y="2795"/>
                    <a:pt x="2368" y="2781"/>
                    <a:pt x="2391" y="2768"/>
                  </a:cubicBezTo>
                  <a:cubicBezTo>
                    <a:pt x="2411" y="2756"/>
                    <a:pt x="2429" y="2745"/>
                    <a:pt x="2448" y="2734"/>
                  </a:cubicBezTo>
                  <a:cubicBezTo>
                    <a:pt x="2475" y="2718"/>
                    <a:pt x="2503" y="2701"/>
                    <a:pt x="2530" y="2683"/>
                  </a:cubicBezTo>
                  <a:cubicBezTo>
                    <a:pt x="2552" y="2670"/>
                    <a:pt x="2574" y="2655"/>
                    <a:pt x="2595" y="2640"/>
                  </a:cubicBezTo>
                  <a:cubicBezTo>
                    <a:pt x="2619" y="2626"/>
                    <a:pt x="2641" y="2610"/>
                    <a:pt x="2664" y="2594"/>
                  </a:cubicBezTo>
                  <a:cubicBezTo>
                    <a:pt x="2683" y="2582"/>
                    <a:pt x="2701" y="2568"/>
                    <a:pt x="2720" y="2555"/>
                  </a:cubicBezTo>
                  <a:cubicBezTo>
                    <a:pt x="2742" y="2540"/>
                    <a:pt x="2763" y="2523"/>
                    <a:pt x="2783" y="2508"/>
                  </a:cubicBezTo>
                  <a:cubicBezTo>
                    <a:pt x="2813" y="2486"/>
                    <a:pt x="2841" y="2465"/>
                    <a:pt x="2868" y="2443"/>
                  </a:cubicBezTo>
                  <a:cubicBezTo>
                    <a:pt x="2868" y="2442"/>
                    <a:pt x="2869" y="2442"/>
                    <a:pt x="2870" y="2441"/>
                  </a:cubicBezTo>
                  <a:cubicBezTo>
                    <a:pt x="2898" y="2419"/>
                    <a:pt x="2925" y="2396"/>
                    <a:pt x="2952" y="2374"/>
                  </a:cubicBezTo>
                  <a:cubicBezTo>
                    <a:pt x="2970" y="2359"/>
                    <a:pt x="2987" y="2343"/>
                    <a:pt x="3005" y="2327"/>
                  </a:cubicBezTo>
                  <a:cubicBezTo>
                    <a:pt x="3023" y="2312"/>
                    <a:pt x="3041" y="2295"/>
                    <a:pt x="3058" y="2279"/>
                  </a:cubicBezTo>
                  <a:cubicBezTo>
                    <a:pt x="3162" y="2183"/>
                    <a:pt x="3255" y="2082"/>
                    <a:pt x="3336" y="1978"/>
                  </a:cubicBezTo>
                  <a:cubicBezTo>
                    <a:pt x="3353" y="1958"/>
                    <a:pt x="3369" y="1938"/>
                    <a:pt x="3383" y="1918"/>
                  </a:cubicBezTo>
                  <a:cubicBezTo>
                    <a:pt x="3399" y="1897"/>
                    <a:pt x="3414" y="1877"/>
                    <a:pt x="3427" y="1856"/>
                  </a:cubicBezTo>
                  <a:cubicBezTo>
                    <a:pt x="3438" y="1842"/>
                    <a:pt x="3447" y="1829"/>
                    <a:pt x="3456" y="1814"/>
                  </a:cubicBezTo>
                  <a:cubicBezTo>
                    <a:pt x="3462" y="1804"/>
                    <a:pt x="3469" y="1794"/>
                    <a:pt x="3476" y="1784"/>
                  </a:cubicBezTo>
                  <a:cubicBezTo>
                    <a:pt x="3498" y="1748"/>
                    <a:pt x="3520" y="1711"/>
                    <a:pt x="3540" y="1675"/>
                  </a:cubicBezTo>
                  <a:cubicBezTo>
                    <a:pt x="3557" y="1644"/>
                    <a:pt x="3574" y="1612"/>
                    <a:pt x="3588" y="1580"/>
                  </a:cubicBezTo>
                  <a:cubicBezTo>
                    <a:pt x="3595" y="1565"/>
                    <a:pt x="3602" y="1550"/>
                    <a:pt x="3609" y="1536"/>
                  </a:cubicBezTo>
                  <a:cubicBezTo>
                    <a:pt x="3619" y="1514"/>
                    <a:pt x="3628" y="1493"/>
                    <a:pt x="3637" y="1470"/>
                  </a:cubicBezTo>
                  <a:cubicBezTo>
                    <a:pt x="3641" y="1459"/>
                    <a:pt x="3647" y="1448"/>
                    <a:pt x="3650" y="1436"/>
                  </a:cubicBezTo>
                  <a:cubicBezTo>
                    <a:pt x="3655" y="1424"/>
                    <a:pt x="3659" y="1413"/>
                    <a:pt x="3664" y="1401"/>
                  </a:cubicBezTo>
                  <a:cubicBezTo>
                    <a:pt x="3671" y="1380"/>
                    <a:pt x="3678" y="1359"/>
                    <a:pt x="3684" y="1338"/>
                  </a:cubicBezTo>
                  <a:cubicBezTo>
                    <a:pt x="3686" y="1332"/>
                    <a:pt x="3687" y="1327"/>
                    <a:pt x="3689" y="1322"/>
                  </a:cubicBezTo>
                  <a:cubicBezTo>
                    <a:pt x="3694" y="1306"/>
                    <a:pt x="3699" y="1290"/>
                    <a:pt x="3703" y="1275"/>
                  </a:cubicBezTo>
                  <a:cubicBezTo>
                    <a:pt x="3707" y="1259"/>
                    <a:pt x="3711" y="1243"/>
                    <a:pt x="3715" y="1227"/>
                  </a:cubicBezTo>
                  <a:cubicBezTo>
                    <a:pt x="3717" y="1219"/>
                    <a:pt x="3719" y="1210"/>
                    <a:pt x="3720" y="1201"/>
                  </a:cubicBezTo>
                  <a:cubicBezTo>
                    <a:pt x="3726" y="1180"/>
                    <a:pt x="3729" y="1160"/>
                    <a:pt x="3734" y="1138"/>
                  </a:cubicBezTo>
                  <a:cubicBezTo>
                    <a:pt x="3735" y="1133"/>
                    <a:pt x="3736" y="1126"/>
                    <a:pt x="3737" y="1120"/>
                  </a:cubicBezTo>
                  <a:cubicBezTo>
                    <a:pt x="3740" y="1101"/>
                    <a:pt x="3743" y="1082"/>
                    <a:pt x="3745" y="1064"/>
                  </a:cubicBezTo>
                  <a:cubicBezTo>
                    <a:pt x="3747" y="1046"/>
                    <a:pt x="3749" y="1028"/>
                    <a:pt x="3752" y="1010"/>
                  </a:cubicBezTo>
                  <a:cubicBezTo>
                    <a:pt x="3753" y="998"/>
                    <a:pt x="3754" y="986"/>
                    <a:pt x="3754" y="974"/>
                  </a:cubicBezTo>
                  <a:cubicBezTo>
                    <a:pt x="3756" y="959"/>
                    <a:pt x="3757" y="945"/>
                    <a:pt x="3757" y="929"/>
                  </a:cubicBezTo>
                  <a:cubicBezTo>
                    <a:pt x="3757" y="927"/>
                    <a:pt x="3757" y="924"/>
                    <a:pt x="3757" y="921"/>
                  </a:cubicBezTo>
                  <a:cubicBezTo>
                    <a:pt x="3758" y="898"/>
                    <a:pt x="3760" y="876"/>
                    <a:pt x="3760" y="853"/>
                  </a:cubicBezTo>
                  <a:lnTo>
                    <a:pt x="376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3"/>
            <p:cNvSpPr/>
            <p:nvPr/>
          </p:nvSpPr>
          <p:spPr>
            <a:xfrm>
              <a:off x="6301729" y="2582509"/>
              <a:ext cx="33596" cy="167706"/>
            </a:xfrm>
            <a:custGeom>
              <a:avLst/>
              <a:gdLst/>
              <a:ahLst/>
              <a:cxnLst/>
              <a:rect l="l" t="t" r="r" b="b"/>
              <a:pathLst>
                <a:path w="367" h="1832" extrusionOk="0">
                  <a:moveTo>
                    <a:pt x="293" y="1"/>
                  </a:moveTo>
                  <a:lnTo>
                    <a:pt x="75" y="35"/>
                  </a:lnTo>
                  <a:lnTo>
                    <a:pt x="1" y="1832"/>
                  </a:lnTo>
                  <a:lnTo>
                    <a:pt x="367" y="1701"/>
                  </a:lnTo>
                  <a:lnTo>
                    <a:pt x="2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3"/>
            <p:cNvSpPr/>
            <p:nvPr/>
          </p:nvSpPr>
          <p:spPr>
            <a:xfrm>
              <a:off x="5974730" y="2578755"/>
              <a:ext cx="398210" cy="321497"/>
            </a:xfrm>
            <a:custGeom>
              <a:avLst/>
              <a:gdLst/>
              <a:ahLst/>
              <a:cxnLst/>
              <a:rect l="l" t="t" r="r" b="b"/>
              <a:pathLst>
                <a:path w="4350" h="3512" extrusionOk="0">
                  <a:moveTo>
                    <a:pt x="4120" y="0"/>
                  </a:moveTo>
                  <a:lnTo>
                    <a:pt x="3834" y="46"/>
                  </a:lnTo>
                  <a:lnTo>
                    <a:pt x="3834" y="1657"/>
                  </a:lnTo>
                  <a:cubicBezTo>
                    <a:pt x="3834" y="1715"/>
                    <a:pt x="3797" y="1762"/>
                    <a:pt x="3752" y="1762"/>
                  </a:cubicBezTo>
                  <a:lnTo>
                    <a:pt x="3749" y="1762"/>
                  </a:lnTo>
                  <a:cubicBezTo>
                    <a:pt x="3703" y="1762"/>
                    <a:pt x="3666" y="1715"/>
                    <a:pt x="3666" y="1657"/>
                  </a:cubicBezTo>
                  <a:lnTo>
                    <a:pt x="3666" y="72"/>
                  </a:lnTo>
                  <a:lnTo>
                    <a:pt x="3460" y="105"/>
                  </a:lnTo>
                  <a:lnTo>
                    <a:pt x="2176" y="309"/>
                  </a:lnTo>
                  <a:cubicBezTo>
                    <a:pt x="2188" y="323"/>
                    <a:pt x="2198" y="339"/>
                    <a:pt x="2208" y="354"/>
                  </a:cubicBezTo>
                  <a:cubicBezTo>
                    <a:pt x="2213" y="364"/>
                    <a:pt x="2220" y="374"/>
                    <a:pt x="2225" y="383"/>
                  </a:cubicBezTo>
                  <a:cubicBezTo>
                    <a:pt x="2231" y="393"/>
                    <a:pt x="2236" y="403"/>
                    <a:pt x="2242" y="412"/>
                  </a:cubicBezTo>
                  <a:cubicBezTo>
                    <a:pt x="2252" y="431"/>
                    <a:pt x="2261" y="452"/>
                    <a:pt x="2270" y="472"/>
                  </a:cubicBezTo>
                  <a:cubicBezTo>
                    <a:pt x="2275" y="488"/>
                    <a:pt x="2281" y="503"/>
                    <a:pt x="2287" y="519"/>
                  </a:cubicBezTo>
                  <a:cubicBezTo>
                    <a:pt x="2292" y="537"/>
                    <a:pt x="2297" y="555"/>
                    <a:pt x="2301" y="573"/>
                  </a:cubicBezTo>
                  <a:cubicBezTo>
                    <a:pt x="2304" y="583"/>
                    <a:pt x="2305" y="592"/>
                    <a:pt x="2307" y="603"/>
                  </a:cubicBezTo>
                  <a:cubicBezTo>
                    <a:pt x="2308" y="609"/>
                    <a:pt x="2309" y="616"/>
                    <a:pt x="2309" y="624"/>
                  </a:cubicBezTo>
                  <a:cubicBezTo>
                    <a:pt x="2311" y="636"/>
                    <a:pt x="2313" y="649"/>
                    <a:pt x="2313" y="662"/>
                  </a:cubicBezTo>
                  <a:cubicBezTo>
                    <a:pt x="2314" y="672"/>
                    <a:pt x="2314" y="682"/>
                    <a:pt x="2314" y="693"/>
                  </a:cubicBezTo>
                  <a:cubicBezTo>
                    <a:pt x="2314" y="710"/>
                    <a:pt x="2314" y="725"/>
                    <a:pt x="2311" y="741"/>
                  </a:cubicBezTo>
                  <a:cubicBezTo>
                    <a:pt x="2310" y="753"/>
                    <a:pt x="2309" y="766"/>
                    <a:pt x="2307" y="778"/>
                  </a:cubicBezTo>
                  <a:cubicBezTo>
                    <a:pt x="2306" y="788"/>
                    <a:pt x="2305" y="797"/>
                    <a:pt x="2302" y="806"/>
                  </a:cubicBezTo>
                  <a:cubicBezTo>
                    <a:pt x="2290" y="871"/>
                    <a:pt x="2265" y="932"/>
                    <a:pt x="2231" y="993"/>
                  </a:cubicBezTo>
                  <a:cubicBezTo>
                    <a:pt x="2226" y="1002"/>
                    <a:pt x="2220" y="1012"/>
                    <a:pt x="2215" y="1021"/>
                  </a:cubicBezTo>
                  <a:cubicBezTo>
                    <a:pt x="2203" y="1041"/>
                    <a:pt x="2190" y="1060"/>
                    <a:pt x="2176" y="1078"/>
                  </a:cubicBezTo>
                  <a:lnTo>
                    <a:pt x="2176" y="1079"/>
                  </a:lnTo>
                  <a:cubicBezTo>
                    <a:pt x="2166" y="1092"/>
                    <a:pt x="2155" y="1106"/>
                    <a:pt x="2145" y="1119"/>
                  </a:cubicBezTo>
                  <a:lnTo>
                    <a:pt x="2144" y="1119"/>
                  </a:lnTo>
                  <a:cubicBezTo>
                    <a:pt x="2114" y="1155"/>
                    <a:pt x="2082" y="1190"/>
                    <a:pt x="2045" y="1224"/>
                  </a:cubicBezTo>
                  <a:cubicBezTo>
                    <a:pt x="2037" y="1231"/>
                    <a:pt x="2029" y="1239"/>
                    <a:pt x="2020" y="1247"/>
                  </a:cubicBezTo>
                  <a:cubicBezTo>
                    <a:pt x="2012" y="1255"/>
                    <a:pt x="2003" y="1261"/>
                    <a:pt x="1994" y="1268"/>
                  </a:cubicBezTo>
                  <a:cubicBezTo>
                    <a:pt x="1985" y="1276"/>
                    <a:pt x="1977" y="1284"/>
                    <a:pt x="1967" y="1291"/>
                  </a:cubicBezTo>
                  <a:cubicBezTo>
                    <a:pt x="1940" y="1313"/>
                    <a:pt x="1909" y="1336"/>
                    <a:pt x="1879" y="1357"/>
                  </a:cubicBezTo>
                  <a:cubicBezTo>
                    <a:pt x="1869" y="1364"/>
                    <a:pt x="1858" y="1372"/>
                    <a:pt x="1847" y="1378"/>
                  </a:cubicBezTo>
                  <a:cubicBezTo>
                    <a:pt x="1833" y="1389"/>
                    <a:pt x="1818" y="1398"/>
                    <a:pt x="1802" y="1407"/>
                  </a:cubicBezTo>
                  <a:cubicBezTo>
                    <a:pt x="1784" y="1419"/>
                    <a:pt x="1765" y="1430"/>
                    <a:pt x="1746" y="1440"/>
                  </a:cubicBezTo>
                  <a:cubicBezTo>
                    <a:pt x="1727" y="1452"/>
                    <a:pt x="1708" y="1463"/>
                    <a:pt x="1688" y="1474"/>
                  </a:cubicBezTo>
                  <a:cubicBezTo>
                    <a:pt x="1637" y="1502"/>
                    <a:pt x="1584" y="1528"/>
                    <a:pt x="1529" y="1553"/>
                  </a:cubicBezTo>
                  <a:cubicBezTo>
                    <a:pt x="1506" y="1563"/>
                    <a:pt x="1485" y="1573"/>
                    <a:pt x="1462" y="1582"/>
                  </a:cubicBezTo>
                  <a:cubicBezTo>
                    <a:pt x="1445" y="1590"/>
                    <a:pt x="1430" y="1596"/>
                    <a:pt x="1414" y="1602"/>
                  </a:cubicBezTo>
                  <a:cubicBezTo>
                    <a:pt x="1388" y="1613"/>
                    <a:pt x="1363" y="1623"/>
                    <a:pt x="1336" y="1633"/>
                  </a:cubicBezTo>
                  <a:cubicBezTo>
                    <a:pt x="1313" y="1642"/>
                    <a:pt x="1288" y="1651"/>
                    <a:pt x="1263" y="1660"/>
                  </a:cubicBezTo>
                  <a:cubicBezTo>
                    <a:pt x="1261" y="1660"/>
                    <a:pt x="1260" y="1661"/>
                    <a:pt x="1257" y="1661"/>
                  </a:cubicBezTo>
                  <a:cubicBezTo>
                    <a:pt x="1218" y="1676"/>
                    <a:pt x="1177" y="1689"/>
                    <a:pt x="1136" y="1702"/>
                  </a:cubicBezTo>
                  <a:cubicBezTo>
                    <a:pt x="1114" y="1708"/>
                    <a:pt x="1092" y="1715"/>
                    <a:pt x="1069" y="1722"/>
                  </a:cubicBezTo>
                  <a:cubicBezTo>
                    <a:pt x="1061" y="1724"/>
                    <a:pt x="1054" y="1726"/>
                    <a:pt x="1046" y="1729"/>
                  </a:cubicBezTo>
                  <a:cubicBezTo>
                    <a:pt x="1028" y="1734"/>
                    <a:pt x="1010" y="1740"/>
                    <a:pt x="991" y="1744"/>
                  </a:cubicBezTo>
                  <a:cubicBezTo>
                    <a:pt x="974" y="1749"/>
                    <a:pt x="958" y="1753"/>
                    <a:pt x="941" y="1758"/>
                  </a:cubicBezTo>
                  <a:cubicBezTo>
                    <a:pt x="924" y="1762"/>
                    <a:pt x="907" y="1766"/>
                    <a:pt x="890" y="1770"/>
                  </a:cubicBezTo>
                  <a:cubicBezTo>
                    <a:pt x="857" y="1779"/>
                    <a:pt x="822" y="1787"/>
                    <a:pt x="787" y="1794"/>
                  </a:cubicBezTo>
                  <a:cubicBezTo>
                    <a:pt x="723" y="1809"/>
                    <a:pt x="657" y="1822"/>
                    <a:pt x="590" y="1834"/>
                  </a:cubicBezTo>
                  <a:cubicBezTo>
                    <a:pt x="584" y="1836"/>
                    <a:pt x="578" y="1837"/>
                    <a:pt x="573" y="1837"/>
                  </a:cubicBezTo>
                  <a:cubicBezTo>
                    <a:pt x="553" y="1841"/>
                    <a:pt x="531" y="1845"/>
                    <a:pt x="511" y="1848"/>
                  </a:cubicBezTo>
                  <a:cubicBezTo>
                    <a:pt x="442" y="1859"/>
                    <a:pt x="372" y="1869"/>
                    <a:pt x="303" y="1878"/>
                  </a:cubicBezTo>
                  <a:cubicBezTo>
                    <a:pt x="265" y="1883"/>
                    <a:pt x="228" y="1887"/>
                    <a:pt x="191" y="1891"/>
                  </a:cubicBezTo>
                  <a:cubicBezTo>
                    <a:pt x="169" y="1893"/>
                    <a:pt x="146" y="1895"/>
                    <a:pt x="122" y="1897"/>
                  </a:cubicBezTo>
                  <a:cubicBezTo>
                    <a:pt x="82" y="1901"/>
                    <a:pt x="41" y="1904"/>
                    <a:pt x="1" y="1908"/>
                  </a:cubicBezTo>
                  <a:lnTo>
                    <a:pt x="303" y="2730"/>
                  </a:lnTo>
                  <a:lnTo>
                    <a:pt x="591" y="3511"/>
                  </a:lnTo>
                  <a:cubicBezTo>
                    <a:pt x="637" y="3505"/>
                    <a:pt x="682" y="3500"/>
                    <a:pt x="728" y="3493"/>
                  </a:cubicBezTo>
                  <a:cubicBezTo>
                    <a:pt x="833" y="3478"/>
                    <a:pt x="934" y="3462"/>
                    <a:pt x="1036" y="3442"/>
                  </a:cubicBezTo>
                  <a:cubicBezTo>
                    <a:pt x="1084" y="3433"/>
                    <a:pt x="1132" y="3424"/>
                    <a:pt x="1180" y="3414"/>
                  </a:cubicBezTo>
                  <a:cubicBezTo>
                    <a:pt x="1209" y="3409"/>
                    <a:pt x="1237" y="3403"/>
                    <a:pt x="1265" y="3396"/>
                  </a:cubicBezTo>
                  <a:cubicBezTo>
                    <a:pt x="1281" y="3394"/>
                    <a:pt x="1297" y="3390"/>
                    <a:pt x="1311" y="3386"/>
                  </a:cubicBezTo>
                  <a:cubicBezTo>
                    <a:pt x="1316" y="3386"/>
                    <a:pt x="1320" y="3385"/>
                    <a:pt x="1324" y="3384"/>
                  </a:cubicBezTo>
                  <a:cubicBezTo>
                    <a:pt x="1370" y="3373"/>
                    <a:pt x="1414" y="3362"/>
                    <a:pt x="1459" y="3351"/>
                  </a:cubicBezTo>
                  <a:lnTo>
                    <a:pt x="1462" y="3351"/>
                  </a:lnTo>
                  <a:cubicBezTo>
                    <a:pt x="1506" y="3340"/>
                    <a:pt x="1549" y="3329"/>
                    <a:pt x="1592" y="3317"/>
                  </a:cubicBezTo>
                  <a:cubicBezTo>
                    <a:pt x="1620" y="3311"/>
                    <a:pt x="1648" y="3303"/>
                    <a:pt x="1676" y="3294"/>
                  </a:cubicBezTo>
                  <a:cubicBezTo>
                    <a:pt x="1707" y="3286"/>
                    <a:pt x="1736" y="3277"/>
                    <a:pt x="1765" y="3268"/>
                  </a:cubicBezTo>
                  <a:cubicBezTo>
                    <a:pt x="1824" y="3251"/>
                    <a:pt x="1882" y="3233"/>
                    <a:pt x="1940" y="3214"/>
                  </a:cubicBezTo>
                  <a:cubicBezTo>
                    <a:pt x="1968" y="3205"/>
                    <a:pt x="1996" y="3196"/>
                    <a:pt x="2024" y="3186"/>
                  </a:cubicBezTo>
                  <a:cubicBezTo>
                    <a:pt x="2050" y="3177"/>
                    <a:pt x="2076" y="3168"/>
                    <a:pt x="2102" y="3159"/>
                  </a:cubicBezTo>
                  <a:cubicBezTo>
                    <a:pt x="2148" y="3142"/>
                    <a:pt x="2194" y="3125"/>
                    <a:pt x="2240" y="3107"/>
                  </a:cubicBezTo>
                  <a:cubicBezTo>
                    <a:pt x="2261" y="3099"/>
                    <a:pt x="2281" y="3091"/>
                    <a:pt x="2301" y="3083"/>
                  </a:cubicBezTo>
                  <a:cubicBezTo>
                    <a:pt x="2328" y="3072"/>
                    <a:pt x="2356" y="3061"/>
                    <a:pt x="2383" y="3049"/>
                  </a:cubicBezTo>
                  <a:cubicBezTo>
                    <a:pt x="2430" y="3030"/>
                    <a:pt x="2477" y="3010"/>
                    <a:pt x="2522" y="2989"/>
                  </a:cubicBezTo>
                  <a:cubicBezTo>
                    <a:pt x="2551" y="2976"/>
                    <a:pt x="2578" y="2964"/>
                    <a:pt x="2605" y="2950"/>
                  </a:cubicBezTo>
                  <a:cubicBezTo>
                    <a:pt x="2611" y="2948"/>
                    <a:pt x="2617" y="2946"/>
                    <a:pt x="2622" y="2942"/>
                  </a:cubicBezTo>
                  <a:cubicBezTo>
                    <a:pt x="2653" y="2929"/>
                    <a:pt x="2682" y="2913"/>
                    <a:pt x="2712" y="2899"/>
                  </a:cubicBezTo>
                  <a:cubicBezTo>
                    <a:pt x="2725" y="2893"/>
                    <a:pt x="2736" y="2887"/>
                    <a:pt x="2747" y="2882"/>
                  </a:cubicBezTo>
                  <a:cubicBezTo>
                    <a:pt x="2775" y="2867"/>
                    <a:pt x="2803" y="2852"/>
                    <a:pt x="2831" y="2838"/>
                  </a:cubicBezTo>
                  <a:cubicBezTo>
                    <a:pt x="2861" y="2821"/>
                    <a:pt x="2890" y="2805"/>
                    <a:pt x="2921" y="2788"/>
                  </a:cubicBezTo>
                  <a:cubicBezTo>
                    <a:pt x="2943" y="2776"/>
                    <a:pt x="2965" y="2763"/>
                    <a:pt x="2987" y="2750"/>
                  </a:cubicBezTo>
                  <a:cubicBezTo>
                    <a:pt x="3008" y="2738"/>
                    <a:pt x="3031" y="2724"/>
                    <a:pt x="3052" y="2712"/>
                  </a:cubicBezTo>
                  <a:cubicBezTo>
                    <a:pt x="3084" y="2692"/>
                    <a:pt x="3115" y="2672"/>
                    <a:pt x="3147" y="2652"/>
                  </a:cubicBezTo>
                  <a:cubicBezTo>
                    <a:pt x="3193" y="2623"/>
                    <a:pt x="3238" y="2592"/>
                    <a:pt x="3282" y="2561"/>
                  </a:cubicBezTo>
                  <a:cubicBezTo>
                    <a:pt x="3303" y="2546"/>
                    <a:pt x="3326" y="2530"/>
                    <a:pt x="3347" y="2515"/>
                  </a:cubicBezTo>
                  <a:cubicBezTo>
                    <a:pt x="3385" y="2486"/>
                    <a:pt x="3422" y="2458"/>
                    <a:pt x="3458" y="2429"/>
                  </a:cubicBezTo>
                  <a:cubicBezTo>
                    <a:pt x="3476" y="2414"/>
                    <a:pt x="3495" y="2400"/>
                    <a:pt x="3512" y="2384"/>
                  </a:cubicBezTo>
                  <a:cubicBezTo>
                    <a:pt x="3525" y="2374"/>
                    <a:pt x="3538" y="2364"/>
                    <a:pt x="3549" y="2354"/>
                  </a:cubicBezTo>
                  <a:cubicBezTo>
                    <a:pt x="3566" y="2338"/>
                    <a:pt x="3583" y="2324"/>
                    <a:pt x="3600" y="2308"/>
                  </a:cubicBezTo>
                  <a:cubicBezTo>
                    <a:pt x="3618" y="2293"/>
                    <a:pt x="3636" y="2277"/>
                    <a:pt x="3654" y="2260"/>
                  </a:cubicBezTo>
                  <a:cubicBezTo>
                    <a:pt x="3674" y="2241"/>
                    <a:pt x="3694" y="2221"/>
                    <a:pt x="3714" y="2200"/>
                  </a:cubicBezTo>
                  <a:cubicBezTo>
                    <a:pt x="3735" y="2180"/>
                    <a:pt x="3755" y="2160"/>
                    <a:pt x="3775" y="2138"/>
                  </a:cubicBezTo>
                  <a:cubicBezTo>
                    <a:pt x="3801" y="2111"/>
                    <a:pt x="3827" y="2083"/>
                    <a:pt x="3851" y="2055"/>
                  </a:cubicBezTo>
                  <a:cubicBezTo>
                    <a:pt x="3860" y="2046"/>
                    <a:pt x="3868" y="2036"/>
                    <a:pt x="3875" y="2027"/>
                  </a:cubicBezTo>
                  <a:cubicBezTo>
                    <a:pt x="3883" y="2018"/>
                    <a:pt x="3891" y="2008"/>
                    <a:pt x="3898" y="1999"/>
                  </a:cubicBezTo>
                  <a:cubicBezTo>
                    <a:pt x="3908" y="1986"/>
                    <a:pt x="3918" y="1975"/>
                    <a:pt x="3927" y="1963"/>
                  </a:cubicBezTo>
                  <a:cubicBezTo>
                    <a:pt x="3946" y="1939"/>
                    <a:pt x="3964" y="1917"/>
                    <a:pt x="3980" y="1893"/>
                  </a:cubicBezTo>
                  <a:cubicBezTo>
                    <a:pt x="3997" y="1870"/>
                    <a:pt x="4013" y="1848"/>
                    <a:pt x="4029" y="1825"/>
                  </a:cubicBezTo>
                  <a:cubicBezTo>
                    <a:pt x="4038" y="1811"/>
                    <a:pt x="4048" y="1797"/>
                    <a:pt x="4057" y="1783"/>
                  </a:cubicBezTo>
                  <a:cubicBezTo>
                    <a:pt x="4066" y="1769"/>
                    <a:pt x="4075" y="1754"/>
                    <a:pt x="4083" y="1740"/>
                  </a:cubicBezTo>
                  <a:cubicBezTo>
                    <a:pt x="4092" y="1726"/>
                    <a:pt x="4101" y="1712"/>
                    <a:pt x="4109" y="1697"/>
                  </a:cubicBezTo>
                  <a:cubicBezTo>
                    <a:pt x="4115" y="1686"/>
                    <a:pt x="4122" y="1673"/>
                    <a:pt x="4129" y="1661"/>
                  </a:cubicBezTo>
                  <a:cubicBezTo>
                    <a:pt x="4139" y="1642"/>
                    <a:pt x="4149" y="1624"/>
                    <a:pt x="4159" y="1605"/>
                  </a:cubicBezTo>
                  <a:cubicBezTo>
                    <a:pt x="4166" y="1591"/>
                    <a:pt x="4173" y="1578"/>
                    <a:pt x="4178" y="1564"/>
                  </a:cubicBezTo>
                  <a:cubicBezTo>
                    <a:pt x="4185" y="1551"/>
                    <a:pt x="4192" y="1537"/>
                    <a:pt x="4199" y="1523"/>
                  </a:cubicBezTo>
                  <a:cubicBezTo>
                    <a:pt x="4208" y="1503"/>
                    <a:pt x="4216" y="1483"/>
                    <a:pt x="4223" y="1464"/>
                  </a:cubicBezTo>
                  <a:cubicBezTo>
                    <a:pt x="4229" y="1450"/>
                    <a:pt x="4235" y="1437"/>
                    <a:pt x="4239" y="1425"/>
                  </a:cubicBezTo>
                  <a:cubicBezTo>
                    <a:pt x="4245" y="1411"/>
                    <a:pt x="4249" y="1398"/>
                    <a:pt x="4254" y="1385"/>
                  </a:cubicBezTo>
                  <a:cubicBezTo>
                    <a:pt x="4258" y="1372"/>
                    <a:pt x="4263" y="1358"/>
                    <a:pt x="4267" y="1346"/>
                  </a:cubicBezTo>
                  <a:cubicBezTo>
                    <a:pt x="4272" y="1331"/>
                    <a:pt x="4275" y="1319"/>
                    <a:pt x="4280" y="1305"/>
                  </a:cubicBezTo>
                  <a:cubicBezTo>
                    <a:pt x="4289" y="1276"/>
                    <a:pt x="4297" y="1247"/>
                    <a:pt x="4303" y="1217"/>
                  </a:cubicBezTo>
                  <a:cubicBezTo>
                    <a:pt x="4306" y="1208"/>
                    <a:pt x="4308" y="1199"/>
                    <a:pt x="4310" y="1190"/>
                  </a:cubicBezTo>
                  <a:cubicBezTo>
                    <a:pt x="4314" y="1176"/>
                    <a:pt x="4316" y="1162"/>
                    <a:pt x="4319" y="1148"/>
                  </a:cubicBezTo>
                  <a:cubicBezTo>
                    <a:pt x="4323" y="1134"/>
                    <a:pt x="4325" y="1119"/>
                    <a:pt x="4327" y="1106"/>
                  </a:cubicBezTo>
                  <a:cubicBezTo>
                    <a:pt x="4330" y="1088"/>
                    <a:pt x="4333" y="1069"/>
                    <a:pt x="4335" y="1050"/>
                  </a:cubicBezTo>
                  <a:cubicBezTo>
                    <a:pt x="4337" y="1032"/>
                    <a:pt x="4339" y="1014"/>
                    <a:pt x="4342" y="996"/>
                  </a:cubicBezTo>
                  <a:cubicBezTo>
                    <a:pt x="4344" y="966"/>
                    <a:pt x="4346" y="937"/>
                    <a:pt x="4347" y="907"/>
                  </a:cubicBezTo>
                  <a:cubicBezTo>
                    <a:pt x="4348" y="884"/>
                    <a:pt x="4350" y="863"/>
                    <a:pt x="4350" y="839"/>
                  </a:cubicBezTo>
                  <a:cubicBezTo>
                    <a:pt x="4350" y="828"/>
                    <a:pt x="4350" y="816"/>
                    <a:pt x="4350" y="804"/>
                  </a:cubicBezTo>
                  <a:cubicBezTo>
                    <a:pt x="4348" y="770"/>
                    <a:pt x="4346" y="738"/>
                    <a:pt x="4343" y="704"/>
                  </a:cubicBezTo>
                  <a:cubicBezTo>
                    <a:pt x="4343" y="689"/>
                    <a:pt x="4341" y="675"/>
                    <a:pt x="4339" y="660"/>
                  </a:cubicBezTo>
                  <a:cubicBezTo>
                    <a:pt x="4337" y="639"/>
                    <a:pt x="4334" y="617"/>
                    <a:pt x="4330" y="597"/>
                  </a:cubicBezTo>
                  <a:cubicBezTo>
                    <a:pt x="4329" y="588"/>
                    <a:pt x="4328" y="580"/>
                    <a:pt x="4327" y="572"/>
                  </a:cubicBezTo>
                  <a:cubicBezTo>
                    <a:pt x="4326" y="568"/>
                    <a:pt x="4325" y="564"/>
                    <a:pt x="4325" y="560"/>
                  </a:cubicBezTo>
                  <a:cubicBezTo>
                    <a:pt x="4323" y="551"/>
                    <a:pt x="4321" y="542"/>
                    <a:pt x="4319" y="533"/>
                  </a:cubicBezTo>
                  <a:cubicBezTo>
                    <a:pt x="4317" y="517"/>
                    <a:pt x="4314" y="501"/>
                    <a:pt x="4309" y="485"/>
                  </a:cubicBezTo>
                  <a:cubicBezTo>
                    <a:pt x="4306" y="466"/>
                    <a:pt x="4300" y="447"/>
                    <a:pt x="4296" y="428"/>
                  </a:cubicBezTo>
                  <a:cubicBezTo>
                    <a:pt x="4292" y="414"/>
                    <a:pt x="4289" y="402"/>
                    <a:pt x="4285" y="390"/>
                  </a:cubicBezTo>
                  <a:cubicBezTo>
                    <a:pt x="4283" y="383"/>
                    <a:pt x="4281" y="377"/>
                    <a:pt x="4279" y="369"/>
                  </a:cubicBezTo>
                  <a:cubicBezTo>
                    <a:pt x="4274" y="356"/>
                    <a:pt x="4271" y="342"/>
                    <a:pt x="4265" y="329"/>
                  </a:cubicBezTo>
                  <a:cubicBezTo>
                    <a:pt x="4261" y="313"/>
                    <a:pt x="4255" y="297"/>
                    <a:pt x="4249" y="282"/>
                  </a:cubicBezTo>
                  <a:cubicBezTo>
                    <a:pt x="4248" y="278"/>
                    <a:pt x="4247" y="274"/>
                    <a:pt x="4245" y="269"/>
                  </a:cubicBezTo>
                  <a:cubicBezTo>
                    <a:pt x="4241" y="262"/>
                    <a:pt x="4239" y="255"/>
                    <a:pt x="4237" y="248"/>
                  </a:cubicBezTo>
                  <a:cubicBezTo>
                    <a:pt x="4221" y="205"/>
                    <a:pt x="4202" y="162"/>
                    <a:pt x="4182" y="121"/>
                  </a:cubicBezTo>
                  <a:cubicBezTo>
                    <a:pt x="4175" y="107"/>
                    <a:pt x="4168" y="94"/>
                    <a:pt x="4163" y="80"/>
                  </a:cubicBezTo>
                  <a:cubicBezTo>
                    <a:pt x="4156" y="67"/>
                    <a:pt x="4149" y="53"/>
                    <a:pt x="4141" y="39"/>
                  </a:cubicBezTo>
                  <a:cubicBezTo>
                    <a:pt x="4134" y="26"/>
                    <a:pt x="4128" y="14"/>
                    <a:pt x="41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3"/>
            <p:cNvSpPr/>
            <p:nvPr/>
          </p:nvSpPr>
          <p:spPr>
            <a:xfrm>
              <a:off x="5589965" y="2810273"/>
              <a:ext cx="438855" cy="173839"/>
            </a:xfrm>
            <a:custGeom>
              <a:avLst/>
              <a:gdLst/>
              <a:ahLst/>
              <a:cxnLst/>
              <a:rect l="l" t="t" r="r" b="b"/>
              <a:pathLst>
                <a:path w="4794" h="1899" extrusionOk="0">
                  <a:moveTo>
                    <a:pt x="0" y="0"/>
                  </a:moveTo>
                  <a:lnTo>
                    <a:pt x="0" y="852"/>
                  </a:lnTo>
                  <a:cubicBezTo>
                    <a:pt x="876" y="1490"/>
                    <a:pt x="2239" y="1899"/>
                    <a:pt x="3768" y="1899"/>
                  </a:cubicBezTo>
                  <a:cubicBezTo>
                    <a:pt x="4120" y="1898"/>
                    <a:pt x="4463" y="1876"/>
                    <a:pt x="4794" y="1835"/>
                  </a:cubicBezTo>
                  <a:lnTo>
                    <a:pt x="4794" y="983"/>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3"/>
            <p:cNvSpPr/>
            <p:nvPr/>
          </p:nvSpPr>
          <p:spPr>
            <a:xfrm>
              <a:off x="5925662" y="2754522"/>
              <a:ext cx="49158" cy="107837"/>
            </a:xfrm>
            <a:custGeom>
              <a:avLst/>
              <a:gdLst/>
              <a:ahLst/>
              <a:cxnLst/>
              <a:rect l="l" t="t" r="r" b="b"/>
              <a:pathLst>
                <a:path w="537" h="1178" extrusionOk="0">
                  <a:moveTo>
                    <a:pt x="288" y="0"/>
                  </a:moveTo>
                  <a:cubicBezTo>
                    <a:pt x="275" y="1"/>
                    <a:pt x="113" y="3"/>
                    <a:pt x="101" y="3"/>
                  </a:cubicBezTo>
                  <a:lnTo>
                    <a:pt x="1" y="1178"/>
                  </a:lnTo>
                  <a:lnTo>
                    <a:pt x="537" y="1131"/>
                  </a:lnTo>
                  <a:lnTo>
                    <a:pt x="28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3"/>
            <p:cNvSpPr/>
            <p:nvPr/>
          </p:nvSpPr>
          <p:spPr>
            <a:xfrm>
              <a:off x="5590057" y="2725777"/>
              <a:ext cx="438672" cy="180339"/>
            </a:xfrm>
            <a:custGeom>
              <a:avLst/>
              <a:gdLst/>
              <a:ahLst/>
              <a:cxnLst/>
              <a:rect l="l" t="t" r="r" b="b"/>
              <a:pathLst>
                <a:path w="4792" h="1970" extrusionOk="0">
                  <a:moveTo>
                    <a:pt x="1924" y="1"/>
                  </a:moveTo>
                  <a:lnTo>
                    <a:pt x="1180" y="357"/>
                  </a:lnTo>
                  <a:lnTo>
                    <a:pt x="0" y="923"/>
                  </a:lnTo>
                  <a:cubicBezTo>
                    <a:pt x="42" y="954"/>
                    <a:pt x="85" y="983"/>
                    <a:pt x="129" y="1013"/>
                  </a:cubicBezTo>
                  <a:cubicBezTo>
                    <a:pt x="146" y="1025"/>
                    <a:pt x="162" y="1036"/>
                    <a:pt x="180" y="1047"/>
                  </a:cubicBezTo>
                  <a:cubicBezTo>
                    <a:pt x="201" y="1061"/>
                    <a:pt x="222" y="1074"/>
                    <a:pt x="244" y="1086"/>
                  </a:cubicBezTo>
                  <a:cubicBezTo>
                    <a:pt x="258" y="1095"/>
                    <a:pt x="274" y="1106"/>
                    <a:pt x="290" y="1115"/>
                  </a:cubicBezTo>
                  <a:cubicBezTo>
                    <a:pt x="316" y="1130"/>
                    <a:pt x="341" y="1145"/>
                    <a:pt x="366" y="1160"/>
                  </a:cubicBezTo>
                  <a:cubicBezTo>
                    <a:pt x="367" y="1161"/>
                    <a:pt x="370" y="1163"/>
                    <a:pt x="371" y="1163"/>
                  </a:cubicBezTo>
                  <a:cubicBezTo>
                    <a:pt x="396" y="1177"/>
                    <a:pt x="420" y="1191"/>
                    <a:pt x="445" y="1205"/>
                  </a:cubicBezTo>
                  <a:cubicBezTo>
                    <a:pt x="472" y="1219"/>
                    <a:pt x="500" y="1235"/>
                    <a:pt x="527" y="1249"/>
                  </a:cubicBezTo>
                  <a:cubicBezTo>
                    <a:pt x="535" y="1253"/>
                    <a:pt x="543" y="1257"/>
                    <a:pt x="550" y="1260"/>
                  </a:cubicBezTo>
                  <a:cubicBezTo>
                    <a:pt x="585" y="1279"/>
                    <a:pt x="621" y="1297"/>
                    <a:pt x="657" y="1315"/>
                  </a:cubicBezTo>
                  <a:cubicBezTo>
                    <a:pt x="660" y="1316"/>
                    <a:pt x="664" y="1317"/>
                    <a:pt x="667" y="1320"/>
                  </a:cubicBezTo>
                  <a:cubicBezTo>
                    <a:pt x="692" y="1332"/>
                    <a:pt x="718" y="1344"/>
                    <a:pt x="742" y="1356"/>
                  </a:cubicBezTo>
                  <a:cubicBezTo>
                    <a:pt x="765" y="1366"/>
                    <a:pt x="787" y="1376"/>
                    <a:pt x="810" y="1386"/>
                  </a:cubicBezTo>
                  <a:cubicBezTo>
                    <a:pt x="829" y="1395"/>
                    <a:pt x="848" y="1404"/>
                    <a:pt x="868" y="1412"/>
                  </a:cubicBezTo>
                  <a:cubicBezTo>
                    <a:pt x="888" y="1421"/>
                    <a:pt x="907" y="1429"/>
                    <a:pt x="926" y="1437"/>
                  </a:cubicBezTo>
                  <a:cubicBezTo>
                    <a:pt x="945" y="1445"/>
                    <a:pt x="964" y="1454"/>
                    <a:pt x="984" y="1461"/>
                  </a:cubicBezTo>
                  <a:cubicBezTo>
                    <a:pt x="1005" y="1469"/>
                    <a:pt x="1024" y="1477"/>
                    <a:pt x="1044" y="1485"/>
                  </a:cubicBezTo>
                  <a:cubicBezTo>
                    <a:pt x="1063" y="1493"/>
                    <a:pt x="1084" y="1501"/>
                    <a:pt x="1104" y="1509"/>
                  </a:cubicBezTo>
                  <a:cubicBezTo>
                    <a:pt x="1143" y="1523"/>
                    <a:pt x="1184" y="1539"/>
                    <a:pt x="1224" y="1553"/>
                  </a:cubicBezTo>
                  <a:cubicBezTo>
                    <a:pt x="1230" y="1556"/>
                    <a:pt x="1236" y="1557"/>
                    <a:pt x="1241" y="1559"/>
                  </a:cubicBezTo>
                  <a:cubicBezTo>
                    <a:pt x="1243" y="1561"/>
                    <a:pt x="1245" y="1561"/>
                    <a:pt x="1246" y="1561"/>
                  </a:cubicBezTo>
                  <a:cubicBezTo>
                    <a:pt x="1268" y="1568"/>
                    <a:pt x="1292" y="1577"/>
                    <a:pt x="1316" y="1584"/>
                  </a:cubicBezTo>
                  <a:cubicBezTo>
                    <a:pt x="1339" y="1593"/>
                    <a:pt x="1363" y="1601"/>
                    <a:pt x="1386" y="1609"/>
                  </a:cubicBezTo>
                  <a:cubicBezTo>
                    <a:pt x="1419" y="1620"/>
                    <a:pt x="1453" y="1630"/>
                    <a:pt x="1487" y="1641"/>
                  </a:cubicBezTo>
                  <a:cubicBezTo>
                    <a:pt x="1520" y="1651"/>
                    <a:pt x="1554" y="1661"/>
                    <a:pt x="1588" y="1671"/>
                  </a:cubicBezTo>
                  <a:cubicBezTo>
                    <a:pt x="1589" y="1672"/>
                    <a:pt x="1589" y="1672"/>
                    <a:pt x="1590" y="1672"/>
                  </a:cubicBezTo>
                  <a:cubicBezTo>
                    <a:pt x="1624" y="1682"/>
                    <a:pt x="1659" y="1691"/>
                    <a:pt x="1694" y="1701"/>
                  </a:cubicBezTo>
                  <a:cubicBezTo>
                    <a:pt x="1734" y="1713"/>
                    <a:pt x="1776" y="1724"/>
                    <a:pt x="1818" y="1734"/>
                  </a:cubicBezTo>
                  <a:cubicBezTo>
                    <a:pt x="1847" y="1742"/>
                    <a:pt x="1876" y="1749"/>
                    <a:pt x="1906" y="1756"/>
                  </a:cubicBezTo>
                  <a:cubicBezTo>
                    <a:pt x="1952" y="1768"/>
                    <a:pt x="1999" y="1778"/>
                    <a:pt x="2046" y="1788"/>
                  </a:cubicBezTo>
                  <a:cubicBezTo>
                    <a:pt x="2097" y="1799"/>
                    <a:pt x="2148" y="1811"/>
                    <a:pt x="2199" y="1820"/>
                  </a:cubicBezTo>
                  <a:cubicBezTo>
                    <a:pt x="2229" y="1825"/>
                    <a:pt x="2258" y="1831"/>
                    <a:pt x="2287" y="1836"/>
                  </a:cubicBezTo>
                  <a:cubicBezTo>
                    <a:pt x="2348" y="1849"/>
                    <a:pt x="2411" y="1859"/>
                    <a:pt x="2474" y="1869"/>
                  </a:cubicBezTo>
                  <a:cubicBezTo>
                    <a:pt x="2501" y="1874"/>
                    <a:pt x="2529" y="1877"/>
                    <a:pt x="2558" y="1881"/>
                  </a:cubicBezTo>
                  <a:cubicBezTo>
                    <a:pt x="2626" y="1893"/>
                    <a:pt x="2695" y="1902"/>
                    <a:pt x="2765" y="1910"/>
                  </a:cubicBezTo>
                  <a:cubicBezTo>
                    <a:pt x="2788" y="1913"/>
                    <a:pt x="2812" y="1915"/>
                    <a:pt x="2835" y="1918"/>
                  </a:cubicBezTo>
                  <a:cubicBezTo>
                    <a:pt x="2858" y="1921"/>
                    <a:pt x="2882" y="1923"/>
                    <a:pt x="2906" y="1925"/>
                  </a:cubicBezTo>
                  <a:cubicBezTo>
                    <a:pt x="2949" y="1930"/>
                    <a:pt x="2994" y="1934"/>
                    <a:pt x="3040" y="1939"/>
                  </a:cubicBezTo>
                  <a:cubicBezTo>
                    <a:pt x="3067" y="1941"/>
                    <a:pt x="3095" y="1943"/>
                    <a:pt x="3123" y="1945"/>
                  </a:cubicBezTo>
                  <a:cubicBezTo>
                    <a:pt x="3174" y="1949"/>
                    <a:pt x="3225" y="1952"/>
                    <a:pt x="3277" y="1956"/>
                  </a:cubicBezTo>
                  <a:lnTo>
                    <a:pt x="3285" y="1956"/>
                  </a:lnTo>
                  <a:cubicBezTo>
                    <a:pt x="3319" y="1958"/>
                    <a:pt x="3354" y="1960"/>
                    <a:pt x="3387" y="1961"/>
                  </a:cubicBezTo>
                  <a:cubicBezTo>
                    <a:pt x="3417" y="1963"/>
                    <a:pt x="3445" y="1964"/>
                    <a:pt x="3473" y="1965"/>
                  </a:cubicBezTo>
                  <a:cubicBezTo>
                    <a:pt x="3516" y="1966"/>
                    <a:pt x="3560" y="1967"/>
                    <a:pt x="3604" y="1968"/>
                  </a:cubicBezTo>
                  <a:cubicBezTo>
                    <a:pt x="3658" y="1969"/>
                    <a:pt x="3713" y="1969"/>
                    <a:pt x="3767" y="1969"/>
                  </a:cubicBezTo>
                  <a:cubicBezTo>
                    <a:pt x="3801" y="1969"/>
                    <a:pt x="3835" y="1969"/>
                    <a:pt x="3868" y="1968"/>
                  </a:cubicBezTo>
                  <a:cubicBezTo>
                    <a:pt x="3892" y="1968"/>
                    <a:pt x="3916" y="1968"/>
                    <a:pt x="3939" y="1967"/>
                  </a:cubicBezTo>
                  <a:cubicBezTo>
                    <a:pt x="4010" y="1967"/>
                    <a:pt x="4082" y="1964"/>
                    <a:pt x="4153" y="1960"/>
                  </a:cubicBezTo>
                  <a:cubicBezTo>
                    <a:pt x="4203" y="1958"/>
                    <a:pt x="4252" y="1955"/>
                    <a:pt x="4302" y="1952"/>
                  </a:cubicBezTo>
                  <a:cubicBezTo>
                    <a:pt x="4351" y="1949"/>
                    <a:pt x="4400" y="1946"/>
                    <a:pt x="4449" y="1941"/>
                  </a:cubicBezTo>
                  <a:cubicBezTo>
                    <a:pt x="4507" y="1937"/>
                    <a:pt x="4564" y="1931"/>
                    <a:pt x="4622" y="1925"/>
                  </a:cubicBezTo>
                  <a:cubicBezTo>
                    <a:pt x="4679" y="1920"/>
                    <a:pt x="4736" y="1913"/>
                    <a:pt x="4792" y="1906"/>
                  </a:cubicBezTo>
                  <a:lnTo>
                    <a:pt x="4506" y="1124"/>
                  </a:lnTo>
                  <a:lnTo>
                    <a:pt x="4203" y="302"/>
                  </a:lnTo>
                  <a:cubicBezTo>
                    <a:pt x="4133" y="306"/>
                    <a:pt x="4061" y="311"/>
                    <a:pt x="3988" y="313"/>
                  </a:cubicBezTo>
                  <a:cubicBezTo>
                    <a:pt x="3971" y="314"/>
                    <a:pt x="3954" y="314"/>
                    <a:pt x="3936" y="314"/>
                  </a:cubicBezTo>
                  <a:cubicBezTo>
                    <a:pt x="3927" y="315"/>
                    <a:pt x="3918" y="315"/>
                    <a:pt x="3909" y="315"/>
                  </a:cubicBezTo>
                  <a:lnTo>
                    <a:pt x="3936" y="315"/>
                  </a:lnTo>
                  <a:lnTo>
                    <a:pt x="3936" y="1197"/>
                  </a:lnTo>
                  <a:cubicBezTo>
                    <a:pt x="3936" y="1255"/>
                    <a:pt x="3899" y="1303"/>
                    <a:pt x="3853" y="1303"/>
                  </a:cubicBezTo>
                  <a:lnTo>
                    <a:pt x="3851" y="1303"/>
                  </a:lnTo>
                  <a:cubicBezTo>
                    <a:pt x="3805" y="1303"/>
                    <a:pt x="3768" y="1255"/>
                    <a:pt x="3768" y="1197"/>
                  </a:cubicBezTo>
                  <a:lnTo>
                    <a:pt x="3768" y="317"/>
                  </a:lnTo>
                  <a:cubicBezTo>
                    <a:pt x="3733" y="317"/>
                    <a:pt x="3701" y="317"/>
                    <a:pt x="3667" y="316"/>
                  </a:cubicBezTo>
                  <a:cubicBezTo>
                    <a:pt x="3653" y="316"/>
                    <a:pt x="3640" y="316"/>
                    <a:pt x="3626" y="315"/>
                  </a:cubicBezTo>
                  <a:cubicBezTo>
                    <a:pt x="3598" y="315"/>
                    <a:pt x="3570" y="314"/>
                    <a:pt x="3542" y="313"/>
                  </a:cubicBezTo>
                  <a:cubicBezTo>
                    <a:pt x="3524" y="313"/>
                    <a:pt x="3505" y="312"/>
                    <a:pt x="3487" y="311"/>
                  </a:cubicBezTo>
                  <a:cubicBezTo>
                    <a:pt x="3472" y="311"/>
                    <a:pt x="3458" y="310"/>
                    <a:pt x="3444" y="308"/>
                  </a:cubicBezTo>
                  <a:cubicBezTo>
                    <a:pt x="3416" y="307"/>
                    <a:pt x="3389" y="306"/>
                    <a:pt x="3362" y="304"/>
                  </a:cubicBezTo>
                  <a:cubicBezTo>
                    <a:pt x="3330" y="302"/>
                    <a:pt x="3297" y="299"/>
                    <a:pt x="3266" y="297"/>
                  </a:cubicBezTo>
                  <a:cubicBezTo>
                    <a:pt x="3249" y="296"/>
                    <a:pt x="3231" y="294"/>
                    <a:pt x="3214" y="293"/>
                  </a:cubicBezTo>
                  <a:cubicBezTo>
                    <a:pt x="3161" y="287"/>
                    <a:pt x="3109" y="282"/>
                    <a:pt x="3058" y="276"/>
                  </a:cubicBezTo>
                  <a:lnTo>
                    <a:pt x="3056" y="276"/>
                  </a:lnTo>
                  <a:cubicBezTo>
                    <a:pt x="3054" y="276"/>
                    <a:pt x="3051" y="275"/>
                    <a:pt x="3049" y="275"/>
                  </a:cubicBezTo>
                  <a:cubicBezTo>
                    <a:pt x="3025" y="272"/>
                    <a:pt x="3002" y="269"/>
                    <a:pt x="2980" y="267"/>
                  </a:cubicBezTo>
                  <a:cubicBezTo>
                    <a:pt x="2954" y="263"/>
                    <a:pt x="2929" y="260"/>
                    <a:pt x="2904" y="255"/>
                  </a:cubicBezTo>
                  <a:cubicBezTo>
                    <a:pt x="2890" y="254"/>
                    <a:pt x="2876" y="252"/>
                    <a:pt x="2864" y="250"/>
                  </a:cubicBezTo>
                  <a:cubicBezTo>
                    <a:pt x="2823" y="244"/>
                    <a:pt x="2784" y="237"/>
                    <a:pt x="2746" y="230"/>
                  </a:cubicBezTo>
                  <a:cubicBezTo>
                    <a:pt x="2712" y="224"/>
                    <a:pt x="2679" y="218"/>
                    <a:pt x="2647" y="212"/>
                  </a:cubicBezTo>
                  <a:cubicBezTo>
                    <a:pt x="2570" y="196"/>
                    <a:pt x="2495" y="179"/>
                    <a:pt x="2421" y="161"/>
                  </a:cubicBezTo>
                  <a:cubicBezTo>
                    <a:pt x="2390" y="153"/>
                    <a:pt x="2357" y="145"/>
                    <a:pt x="2327" y="136"/>
                  </a:cubicBezTo>
                  <a:cubicBezTo>
                    <a:pt x="2293" y="127"/>
                    <a:pt x="2258" y="117"/>
                    <a:pt x="2225" y="107"/>
                  </a:cubicBezTo>
                  <a:cubicBezTo>
                    <a:pt x="2214" y="103"/>
                    <a:pt x="2203" y="100"/>
                    <a:pt x="2193" y="97"/>
                  </a:cubicBezTo>
                  <a:cubicBezTo>
                    <a:pt x="2170" y="90"/>
                    <a:pt x="2149" y="83"/>
                    <a:pt x="2127" y="75"/>
                  </a:cubicBezTo>
                  <a:cubicBezTo>
                    <a:pt x="2116" y="72"/>
                    <a:pt x="2105" y="69"/>
                    <a:pt x="2094" y="64"/>
                  </a:cubicBezTo>
                  <a:cubicBezTo>
                    <a:pt x="2082" y="61"/>
                    <a:pt x="2072" y="57"/>
                    <a:pt x="2061" y="53"/>
                  </a:cubicBezTo>
                  <a:cubicBezTo>
                    <a:pt x="2046" y="47"/>
                    <a:pt x="2032" y="42"/>
                    <a:pt x="2017" y="37"/>
                  </a:cubicBezTo>
                  <a:cubicBezTo>
                    <a:pt x="1986" y="26"/>
                    <a:pt x="1954" y="13"/>
                    <a:pt x="19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3"/>
            <p:cNvSpPr/>
            <p:nvPr/>
          </p:nvSpPr>
          <p:spPr>
            <a:xfrm>
              <a:off x="5649287" y="2556144"/>
              <a:ext cx="124223" cy="169720"/>
            </a:xfrm>
            <a:custGeom>
              <a:avLst/>
              <a:gdLst/>
              <a:ahLst/>
              <a:cxnLst/>
              <a:rect l="l" t="t" r="r" b="b"/>
              <a:pathLst>
                <a:path w="1357" h="1854" extrusionOk="0">
                  <a:moveTo>
                    <a:pt x="1357" y="0"/>
                  </a:moveTo>
                  <a:lnTo>
                    <a:pt x="1" y="559"/>
                  </a:lnTo>
                  <a:lnTo>
                    <a:pt x="375" y="1854"/>
                  </a:lnTo>
                  <a:cubicBezTo>
                    <a:pt x="372" y="1835"/>
                    <a:pt x="371" y="1815"/>
                    <a:pt x="371" y="1795"/>
                  </a:cubicBezTo>
                  <a:cubicBezTo>
                    <a:pt x="371" y="1417"/>
                    <a:pt x="755" y="1078"/>
                    <a:pt x="1357" y="852"/>
                  </a:cubicBezTo>
                  <a:lnTo>
                    <a:pt x="13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3"/>
            <p:cNvSpPr/>
            <p:nvPr/>
          </p:nvSpPr>
          <p:spPr>
            <a:xfrm>
              <a:off x="5496956" y="2656020"/>
              <a:ext cx="93099" cy="232243"/>
            </a:xfrm>
            <a:custGeom>
              <a:avLst/>
              <a:gdLst/>
              <a:ahLst/>
              <a:cxnLst/>
              <a:rect l="l" t="t" r="r" b="b"/>
              <a:pathLst>
                <a:path w="1017" h="2537" extrusionOk="0">
                  <a:moveTo>
                    <a:pt x="0" y="1"/>
                  </a:moveTo>
                  <a:lnTo>
                    <a:pt x="0" y="853"/>
                  </a:lnTo>
                  <a:cubicBezTo>
                    <a:pt x="0" y="1488"/>
                    <a:pt x="380" y="2073"/>
                    <a:pt x="1016" y="2537"/>
                  </a:cubicBezTo>
                  <a:lnTo>
                    <a:pt x="1016" y="1685"/>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3"/>
            <p:cNvSpPr/>
            <p:nvPr/>
          </p:nvSpPr>
          <p:spPr>
            <a:xfrm>
              <a:off x="5543460" y="2525842"/>
              <a:ext cx="27463" cy="88522"/>
            </a:xfrm>
            <a:custGeom>
              <a:avLst/>
              <a:gdLst/>
              <a:ahLst/>
              <a:cxnLst/>
              <a:rect l="l" t="t" r="r" b="b"/>
              <a:pathLst>
                <a:path w="300" h="967" extrusionOk="0">
                  <a:moveTo>
                    <a:pt x="190" y="0"/>
                  </a:moveTo>
                  <a:cubicBezTo>
                    <a:pt x="177" y="12"/>
                    <a:pt x="33" y="159"/>
                    <a:pt x="22" y="172"/>
                  </a:cubicBezTo>
                  <a:cubicBezTo>
                    <a:pt x="21" y="173"/>
                    <a:pt x="0" y="967"/>
                    <a:pt x="0" y="967"/>
                  </a:cubicBezTo>
                  <a:lnTo>
                    <a:pt x="300" y="667"/>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3"/>
            <p:cNvSpPr/>
            <p:nvPr/>
          </p:nvSpPr>
          <p:spPr>
            <a:xfrm>
              <a:off x="5496956" y="2476865"/>
              <a:ext cx="276550" cy="333489"/>
            </a:xfrm>
            <a:custGeom>
              <a:avLst/>
              <a:gdLst/>
              <a:ahLst/>
              <a:cxnLst/>
              <a:rect l="l" t="t" r="r" b="b"/>
              <a:pathLst>
                <a:path w="3021" h="3643" extrusionOk="0">
                  <a:moveTo>
                    <a:pt x="1445" y="1"/>
                  </a:moveTo>
                  <a:cubicBezTo>
                    <a:pt x="1417" y="16"/>
                    <a:pt x="1390" y="32"/>
                    <a:pt x="1363" y="48"/>
                  </a:cubicBezTo>
                  <a:cubicBezTo>
                    <a:pt x="1346" y="57"/>
                    <a:pt x="1329" y="67"/>
                    <a:pt x="1313" y="77"/>
                  </a:cubicBezTo>
                  <a:cubicBezTo>
                    <a:pt x="1294" y="88"/>
                    <a:pt x="1275" y="100"/>
                    <a:pt x="1257" y="112"/>
                  </a:cubicBezTo>
                  <a:cubicBezTo>
                    <a:pt x="1226" y="131"/>
                    <a:pt x="1196" y="150"/>
                    <a:pt x="1167" y="169"/>
                  </a:cubicBezTo>
                  <a:cubicBezTo>
                    <a:pt x="1137" y="189"/>
                    <a:pt x="1109" y="209"/>
                    <a:pt x="1079" y="229"/>
                  </a:cubicBezTo>
                  <a:cubicBezTo>
                    <a:pt x="1069" y="236"/>
                    <a:pt x="1058" y="244"/>
                    <a:pt x="1048" y="252"/>
                  </a:cubicBezTo>
                  <a:cubicBezTo>
                    <a:pt x="1017" y="273"/>
                    <a:pt x="988" y="294"/>
                    <a:pt x="960" y="316"/>
                  </a:cubicBezTo>
                  <a:cubicBezTo>
                    <a:pt x="931" y="338"/>
                    <a:pt x="902" y="360"/>
                    <a:pt x="874" y="382"/>
                  </a:cubicBezTo>
                  <a:cubicBezTo>
                    <a:pt x="853" y="400"/>
                    <a:pt x="832" y="417"/>
                    <a:pt x="811" y="436"/>
                  </a:cubicBezTo>
                  <a:cubicBezTo>
                    <a:pt x="777" y="463"/>
                    <a:pt x="746" y="492"/>
                    <a:pt x="716" y="520"/>
                  </a:cubicBezTo>
                  <a:cubicBezTo>
                    <a:pt x="710" y="525"/>
                    <a:pt x="704" y="531"/>
                    <a:pt x="699" y="537"/>
                  </a:cubicBezTo>
                  <a:lnTo>
                    <a:pt x="699" y="1145"/>
                  </a:lnTo>
                  <a:cubicBezTo>
                    <a:pt x="699" y="1203"/>
                    <a:pt x="660" y="1250"/>
                    <a:pt x="614" y="1250"/>
                  </a:cubicBezTo>
                  <a:lnTo>
                    <a:pt x="613" y="1250"/>
                  </a:lnTo>
                  <a:cubicBezTo>
                    <a:pt x="567" y="1250"/>
                    <a:pt x="530" y="1203"/>
                    <a:pt x="530" y="1145"/>
                  </a:cubicBezTo>
                  <a:lnTo>
                    <a:pt x="530" y="708"/>
                  </a:lnTo>
                  <a:cubicBezTo>
                    <a:pt x="516" y="723"/>
                    <a:pt x="502" y="739"/>
                    <a:pt x="488" y="755"/>
                  </a:cubicBezTo>
                  <a:cubicBezTo>
                    <a:pt x="453" y="796"/>
                    <a:pt x="420" y="836"/>
                    <a:pt x="389" y="878"/>
                  </a:cubicBezTo>
                  <a:cubicBezTo>
                    <a:pt x="373" y="899"/>
                    <a:pt x="359" y="919"/>
                    <a:pt x="343" y="941"/>
                  </a:cubicBezTo>
                  <a:cubicBezTo>
                    <a:pt x="315" y="982"/>
                    <a:pt x="286" y="1025"/>
                    <a:pt x="261" y="1067"/>
                  </a:cubicBezTo>
                  <a:cubicBezTo>
                    <a:pt x="235" y="1111"/>
                    <a:pt x="210" y="1154"/>
                    <a:pt x="189" y="1198"/>
                  </a:cubicBezTo>
                  <a:cubicBezTo>
                    <a:pt x="177" y="1220"/>
                    <a:pt x="166" y="1241"/>
                    <a:pt x="156" y="1264"/>
                  </a:cubicBezTo>
                  <a:cubicBezTo>
                    <a:pt x="146" y="1286"/>
                    <a:pt x="137" y="1308"/>
                    <a:pt x="128" y="1332"/>
                  </a:cubicBezTo>
                  <a:cubicBezTo>
                    <a:pt x="120" y="1348"/>
                    <a:pt x="113" y="1366"/>
                    <a:pt x="106" y="1384"/>
                  </a:cubicBezTo>
                  <a:cubicBezTo>
                    <a:pt x="98" y="1406"/>
                    <a:pt x="91" y="1427"/>
                    <a:pt x="84" y="1449"/>
                  </a:cubicBezTo>
                  <a:cubicBezTo>
                    <a:pt x="78" y="1466"/>
                    <a:pt x="74" y="1481"/>
                    <a:pt x="68" y="1498"/>
                  </a:cubicBezTo>
                  <a:cubicBezTo>
                    <a:pt x="50" y="1556"/>
                    <a:pt x="37" y="1614"/>
                    <a:pt x="26" y="1674"/>
                  </a:cubicBezTo>
                  <a:cubicBezTo>
                    <a:pt x="22" y="1698"/>
                    <a:pt x="18" y="1720"/>
                    <a:pt x="15" y="1744"/>
                  </a:cubicBezTo>
                  <a:cubicBezTo>
                    <a:pt x="12" y="1767"/>
                    <a:pt x="9" y="1791"/>
                    <a:pt x="7" y="1815"/>
                  </a:cubicBezTo>
                  <a:cubicBezTo>
                    <a:pt x="5" y="1835"/>
                    <a:pt x="4" y="1855"/>
                    <a:pt x="3" y="1875"/>
                  </a:cubicBezTo>
                  <a:cubicBezTo>
                    <a:pt x="2" y="1887"/>
                    <a:pt x="2" y="1898"/>
                    <a:pt x="2" y="1910"/>
                  </a:cubicBezTo>
                  <a:cubicBezTo>
                    <a:pt x="0" y="1915"/>
                    <a:pt x="0" y="1918"/>
                    <a:pt x="0" y="1923"/>
                  </a:cubicBezTo>
                  <a:cubicBezTo>
                    <a:pt x="0" y="1934"/>
                    <a:pt x="0" y="1946"/>
                    <a:pt x="0" y="1958"/>
                  </a:cubicBezTo>
                  <a:cubicBezTo>
                    <a:pt x="0" y="1980"/>
                    <a:pt x="0" y="2002"/>
                    <a:pt x="2" y="2023"/>
                  </a:cubicBezTo>
                  <a:cubicBezTo>
                    <a:pt x="2" y="2030"/>
                    <a:pt x="3" y="2035"/>
                    <a:pt x="3" y="2042"/>
                  </a:cubicBezTo>
                  <a:cubicBezTo>
                    <a:pt x="4" y="2058"/>
                    <a:pt x="5" y="2074"/>
                    <a:pt x="6" y="2089"/>
                  </a:cubicBezTo>
                  <a:cubicBezTo>
                    <a:pt x="11" y="2140"/>
                    <a:pt x="16" y="2190"/>
                    <a:pt x="25" y="2239"/>
                  </a:cubicBezTo>
                  <a:cubicBezTo>
                    <a:pt x="29" y="2256"/>
                    <a:pt x="32" y="2272"/>
                    <a:pt x="35" y="2289"/>
                  </a:cubicBezTo>
                  <a:cubicBezTo>
                    <a:pt x="39" y="2304"/>
                    <a:pt x="42" y="2321"/>
                    <a:pt x="47" y="2337"/>
                  </a:cubicBezTo>
                  <a:cubicBezTo>
                    <a:pt x="50" y="2352"/>
                    <a:pt x="53" y="2365"/>
                    <a:pt x="57" y="2379"/>
                  </a:cubicBezTo>
                  <a:cubicBezTo>
                    <a:pt x="66" y="2413"/>
                    <a:pt x="76" y="2446"/>
                    <a:pt x="88" y="2480"/>
                  </a:cubicBezTo>
                  <a:cubicBezTo>
                    <a:pt x="94" y="2497"/>
                    <a:pt x="100" y="2514"/>
                    <a:pt x="105" y="2531"/>
                  </a:cubicBezTo>
                  <a:cubicBezTo>
                    <a:pt x="123" y="2578"/>
                    <a:pt x="143" y="2625"/>
                    <a:pt x="166" y="2672"/>
                  </a:cubicBezTo>
                  <a:cubicBezTo>
                    <a:pt x="174" y="2687"/>
                    <a:pt x="181" y="2703"/>
                    <a:pt x="189" y="2719"/>
                  </a:cubicBezTo>
                  <a:cubicBezTo>
                    <a:pt x="204" y="2749"/>
                    <a:pt x="221" y="2780"/>
                    <a:pt x="238" y="2810"/>
                  </a:cubicBezTo>
                  <a:cubicBezTo>
                    <a:pt x="246" y="2826"/>
                    <a:pt x="255" y="2840"/>
                    <a:pt x="265" y="2856"/>
                  </a:cubicBezTo>
                  <a:cubicBezTo>
                    <a:pt x="273" y="2870"/>
                    <a:pt x="282" y="2883"/>
                    <a:pt x="291" y="2897"/>
                  </a:cubicBezTo>
                  <a:cubicBezTo>
                    <a:pt x="299" y="2910"/>
                    <a:pt x="308" y="2924"/>
                    <a:pt x="317" y="2937"/>
                  </a:cubicBezTo>
                  <a:cubicBezTo>
                    <a:pt x="338" y="2969"/>
                    <a:pt x="361" y="3001"/>
                    <a:pt x="384" y="3032"/>
                  </a:cubicBezTo>
                  <a:cubicBezTo>
                    <a:pt x="395" y="3045"/>
                    <a:pt x="405" y="3060"/>
                    <a:pt x="416" y="3072"/>
                  </a:cubicBezTo>
                  <a:cubicBezTo>
                    <a:pt x="428" y="3090"/>
                    <a:pt x="443" y="3107"/>
                    <a:pt x="457" y="3123"/>
                  </a:cubicBezTo>
                  <a:cubicBezTo>
                    <a:pt x="469" y="3140"/>
                    <a:pt x="482" y="3156"/>
                    <a:pt x="496" y="3170"/>
                  </a:cubicBezTo>
                  <a:cubicBezTo>
                    <a:pt x="507" y="3184"/>
                    <a:pt x="518" y="3196"/>
                    <a:pt x="530" y="3209"/>
                  </a:cubicBezTo>
                  <a:cubicBezTo>
                    <a:pt x="545" y="3226"/>
                    <a:pt x="561" y="3244"/>
                    <a:pt x="578" y="3260"/>
                  </a:cubicBezTo>
                  <a:cubicBezTo>
                    <a:pt x="596" y="3280"/>
                    <a:pt x="615" y="3299"/>
                    <a:pt x="634" y="3318"/>
                  </a:cubicBezTo>
                  <a:cubicBezTo>
                    <a:pt x="636" y="3319"/>
                    <a:pt x="636" y="3320"/>
                    <a:pt x="638" y="3321"/>
                  </a:cubicBezTo>
                  <a:cubicBezTo>
                    <a:pt x="656" y="3339"/>
                    <a:pt x="674" y="3357"/>
                    <a:pt x="693" y="3374"/>
                  </a:cubicBezTo>
                  <a:cubicBezTo>
                    <a:pt x="725" y="3405"/>
                    <a:pt x="757" y="3434"/>
                    <a:pt x="791" y="3463"/>
                  </a:cubicBezTo>
                  <a:cubicBezTo>
                    <a:pt x="808" y="3478"/>
                    <a:pt x="827" y="3494"/>
                    <a:pt x="845" y="3508"/>
                  </a:cubicBezTo>
                  <a:cubicBezTo>
                    <a:pt x="857" y="3519"/>
                    <a:pt x="870" y="3530"/>
                    <a:pt x="883" y="3540"/>
                  </a:cubicBezTo>
                  <a:cubicBezTo>
                    <a:pt x="905" y="3558"/>
                    <a:pt x="927" y="3576"/>
                    <a:pt x="951" y="3593"/>
                  </a:cubicBezTo>
                  <a:cubicBezTo>
                    <a:pt x="972" y="3610"/>
                    <a:pt x="994" y="3626"/>
                    <a:pt x="1017" y="3642"/>
                  </a:cubicBezTo>
                  <a:lnTo>
                    <a:pt x="2197" y="3076"/>
                  </a:lnTo>
                  <a:lnTo>
                    <a:pt x="2941" y="2720"/>
                  </a:lnTo>
                  <a:cubicBezTo>
                    <a:pt x="2923" y="2713"/>
                    <a:pt x="2905" y="2705"/>
                    <a:pt x="2888" y="2697"/>
                  </a:cubicBezTo>
                  <a:cubicBezTo>
                    <a:pt x="2856" y="2685"/>
                    <a:pt x="2825" y="2672"/>
                    <a:pt x="2794" y="2657"/>
                  </a:cubicBezTo>
                  <a:cubicBezTo>
                    <a:pt x="2719" y="2622"/>
                    <a:pt x="2648" y="2584"/>
                    <a:pt x="2583" y="2543"/>
                  </a:cubicBezTo>
                  <a:cubicBezTo>
                    <a:pt x="2569" y="2536"/>
                    <a:pt x="2555" y="2529"/>
                    <a:pt x="2543" y="2520"/>
                  </a:cubicBezTo>
                  <a:cubicBezTo>
                    <a:pt x="2527" y="2511"/>
                    <a:pt x="2512" y="2500"/>
                    <a:pt x="2496" y="2489"/>
                  </a:cubicBezTo>
                  <a:cubicBezTo>
                    <a:pt x="2465" y="2470"/>
                    <a:pt x="2437" y="2450"/>
                    <a:pt x="2410" y="2428"/>
                  </a:cubicBezTo>
                  <a:cubicBezTo>
                    <a:pt x="2409" y="2427"/>
                    <a:pt x="2408" y="2427"/>
                    <a:pt x="2407" y="2426"/>
                  </a:cubicBezTo>
                  <a:cubicBezTo>
                    <a:pt x="2384" y="2409"/>
                    <a:pt x="2363" y="2391"/>
                    <a:pt x="2342" y="2373"/>
                  </a:cubicBezTo>
                  <a:cubicBezTo>
                    <a:pt x="2340" y="2371"/>
                    <a:pt x="2338" y="2370"/>
                    <a:pt x="2337" y="2369"/>
                  </a:cubicBezTo>
                  <a:cubicBezTo>
                    <a:pt x="2328" y="2361"/>
                    <a:pt x="2319" y="2353"/>
                    <a:pt x="2311" y="2345"/>
                  </a:cubicBezTo>
                  <a:cubicBezTo>
                    <a:pt x="2280" y="2317"/>
                    <a:pt x="2250" y="2288"/>
                    <a:pt x="2224" y="2257"/>
                  </a:cubicBezTo>
                  <a:cubicBezTo>
                    <a:pt x="2218" y="2250"/>
                    <a:pt x="2212" y="2243"/>
                    <a:pt x="2205" y="2235"/>
                  </a:cubicBezTo>
                  <a:cubicBezTo>
                    <a:pt x="2178" y="2203"/>
                    <a:pt x="2155" y="2169"/>
                    <a:pt x="2134" y="2136"/>
                  </a:cubicBezTo>
                  <a:cubicBezTo>
                    <a:pt x="2128" y="2125"/>
                    <a:pt x="2121" y="2114"/>
                    <a:pt x="2115" y="2104"/>
                  </a:cubicBezTo>
                  <a:cubicBezTo>
                    <a:pt x="2110" y="2094"/>
                    <a:pt x="2104" y="2084"/>
                    <a:pt x="2099" y="2072"/>
                  </a:cubicBezTo>
                  <a:cubicBezTo>
                    <a:pt x="2094" y="2063"/>
                    <a:pt x="2090" y="2054"/>
                    <a:pt x="2086" y="2044"/>
                  </a:cubicBezTo>
                  <a:cubicBezTo>
                    <a:pt x="2084" y="2040"/>
                    <a:pt x="2083" y="2036"/>
                    <a:pt x="2081" y="2032"/>
                  </a:cubicBezTo>
                  <a:cubicBezTo>
                    <a:pt x="2057" y="1972"/>
                    <a:pt x="2042" y="1913"/>
                    <a:pt x="2038" y="1851"/>
                  </a:cubicBezTo>
                  <a:cubicBezTo>
                    <a:pt x="2038" y="1846"/>
                    <a:pt x="2036" y="1843"/>
                    <a:pt x="2036" y="1837"/>
                  </a:cubicBezTo>
                  <a:cubicBezTo>
                    <a:pt x="2036" y="1828"/>
                    <a:pt x="2035" y="1819"/>
                    <a:pt x="2035" y="1809"/>
                  </a:cubicBezTo>
                  <a:cubicBezTo>
                    <a:pt x="2035" y="1799"/>
                    <a:pt x="2036" y="1788"/>
                    <a:pt x="2036" y="1777"/>
                  </a:cubicBezTo>
                  <a:cubicBezTo>
                    <a:pt x="2038" y="1767"/>
                    <a:pt x="2038" y="1756"/>
                    <a:pt x="2040" y="1746"/>
                  </a:cubicBezTo>
                  <a:lnTo>
                    <a:pt x="2041" y="1734"/>
                  </a:lnTo>
                  <a:cubicBezTo>
                    <a:pt x="2043" y="1714"/>
                    <a:pt x="2048" y="1695"/>
                    <a:pt x="2052" y="1677"/>
                  </a:cubicBezTo>
                  <a:cubicBezTo>
                    <a:pt x="2053" y="1670"/>
                    <a:pt x="2056" y="1663"/>
                    <a:pt x="2058" y="1656"/>
                  </a:cubicBezTo>
                  <a:cubicBezTo>
                    <a:pt x="2060" y="1645"/>
                    <a:pt x="2063" y="1633"/>
                    <a:pt x="2068" y="1622"/>
                  </a:cubicBezTo>
                  <a:cubicBezTo>
                    <a:pt x="2069" y="1621"/>
                    <a:pt x="2069" y="1620"/>
                    <a:pt x="2069" y="1618"/>
                  </a:cubicBezTo>
                  <a:cubicBezTo>
                    <a:pt x="2074" y="1607"/>
                    <a:pt x="2078" y="1596"/>
                    <a:pt x="2083" y="1585"/>
                  </a:cubicBezTo>
                  <a:cubicBezTo>
                    <a:pt x="2085" y="1577"/>
                    <a:pt x="2088" y="1570"/>
                    <a:pt x="2093" y="1562"/>
                  </a:cubicBezTo>
                  <a:cubicBezTo>
                    <a:pt x="2099" y="1547"/>
                    <a:pt x="2107" y="1531"/>
                    <a:pt x="2115" y="1515"/>
                  </a:cubicBezTo>
                  <a:cubicBezTo>
                    <a:pt x="2119" y="1509"/>
                    <a:pt x="2122" y="1504"/>
                    <a:pt x="2126" y="1497"/>
                  </a:cubicBezTo>
                  <a:cubicBezTo>
                    <a:pt x="2143" y="1467"/>
                    <a:pt x="2164" y="1437"/>
                    <a:pt x="2186" y="1409"/>
                  </a:cubicBezTo>
                  <a:cubicBezTo>
                    <a:pt x="2191" y="1401"/>
                    <a:pt x="2196" y="1396"/>
                    <a:pt x="2202" y="1389"/>
                  </a:cubicBezTo>
                  <a:cubicBezTo>
                    <a:pt x="2228" y="1357"/>
                    <a:pt x="2257" y="1326"/>
                    <a:pt x="2287" y="1297"/>
                  </a:cubicBezTo>
                  <a:cubicBezTo>
                    <a:pt x="2298" y="1286"/>
                    <a:pt x="2308" y="1277"/>
                    <a:pt x="2317" y="1268"/>
                  </a:cubicBezTo>
                  <a:cubicBezTo>
                    <a:pt x="2327" y="1258"/>
                    <a:pt x="2337" y="1250"/>
                    <a:pt x="2348" y="1241"/>
                  </a:cubicBezTo>
                  <a:cubicBezTo>
                    <a:pt x="2360" y="1231"/>
                    <a:pt x="2370" y="1222"/>
                    <a:pt x="2381" y="1213"/>
                  </a:cubicBezTo>
                  <a:cubicBezTo>
                    <a:pt x="2398" y="1200"/>
                    <a:pt x="2416" y="1186"/>
                    <a:pt x="2434" y="1173"/>
                  </a:cubicBezTo>
                  <a:cubicBezTo>
                    <a:pt x="2440" y="1168"/>
                    <a:pt x="2446" y="1165"/>
                    <a:pt x="2452" y="1160"/>
                  </a:cubicBezTo>
                  <a:cubicBezTo>
                    <a:pt x="2469" y="1148"/>
                    <a:pt x="2487" y="1136"/>
                    <a:pt x="2506" y="1123"/>
                  </a:cubicBezTo>
                  <a:cubicBezTo>
                    <a:pt x="2518" y="1115"/>
                    <a:pt x="2531" y="1106"/>
                    <a:pt x="2543" y="1098"/>
                  </a:cubicBezTo>
                  <a:cubicBezTo>
                    <a:pt x="2557" y="1091"/>
                    <a:pt x="2569" y="1083"/>
                    <a:pt x="2583" y="1075"/>
                  </a:cubicBezTo>
                  <a:cubicBezTo>
                    <a:pt x="2602" y="1064"/>
                    <a:pt x="2621" y="1052"/>
                    <a:pt x="2640" y="1041"/>
                  </a:cubicBezTo>
                  <a:cubicBezTo>
                    <a:pt x="2650" y="1035"/>
                    <a:pt x="2660" y="1031"/>
                    <a:pt x="2670" y="1025"/>
                  </a:cubicBezTo>
                  <a:cubicBezTo>
                    <a:pt x="2701" y="1008"/>
                    <a:pt x="2731" y="993"/>
                    <a:pt x="2764" y="977"/>
                  </a:cubicBezTo>
                  <a:cubicBezTo>
                    <a:pt x="2784" y="967"/>
                    <a:pt x="2807" y="957"/>
                    <a:pt x="2828" y="946"/>
                  </a:cubicBezTo>
                  <a:cubicBezTo>
                    <a:pt x="2831" y="945"/>
                    <a:pt x="2835" y="943"/>
                    <a:pt x="2838" y="942"/>
                  </a:cubicBezTo>
                  <a:cubicBezTo>
                    <a:pt x="2862" y="932"/>
                    <a:pt x="2887" y="921"/>
                    <a:pt x="2911" y="910"/>
                  </a:cubicBezTo>
                  <a:cubicBezTo>
                    <a:pt x="2929" y="903"/>
                    <a:pt x="2947" y="896"/>
                    <a:pt x="2965" y="889"/>
                  </a:cubicBezTo>
                  <a:cubicBezTo>
                    <a:pt x="2983" y="881"/>
                    <a:pt x="3003" y="874"/>
                    <a:pt x="3021" y="868"/>
                  </a:cubicBezTo>
                  <a:lnTo>
                    <a:pt x="2302" y="471"/>
                  </a:lnTo>
                  <a:lnTo>
                    <a:pt x="144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3"/>
            <p:cNvSpPr/>
            <p:nvPr/>
          </p:nvSpPr>
          <p:spPr>
            <a:xfrm>
              <a:off x="6372128" y="2634598"/>
              <a:ext cx="290831" cy="167889"/>
            </a:xfrm>
            <a:custGeom>
              <a:avLst/>
              <a:gdLst/>
              <a:ahLst/>
              <a:cxnLst/>
              <a:rect l="l" t="t" r="r" b="b"/>
              <a:pathLst>
                <a:path w="3177" h="1834" extrusionOk="0">
                  <a:moveTo>
                    <a:pt x="1566" y="571"/>
                  </a:moveTo>
                  <a:cubicBezTo>
                    <a:pt x="1720" y="571"/>
                    <a:pt x="1878" y="605"/>
                    <a:pt x="2001" y="675"/>
                  </a:cubicBezTo>
                  <a:cubicBezTo>
                    <a:pt x="2243" y="812"/>
                    <a:pt x="2253" y="1030"/>
                    <a:pt x="2026" y="1164"/>
                  </a:cubicBezTo>
                  <a:cubicBezTo>
                    <a:pt x="1913" y="1231"/>
                    <a:pt x="1765" y="1264"/>
                    <a:pt x="1615" y="1264"/>
                  </a:cubicBezTo>
                  <a:cubicBezTo>
                    <a:pt x="1460" y="1264"/>
                    <a:pt x="1303" y="1228"/>
                    <a:pt x="1182" y="1159"/>
                  </a:cubicBezTo>
                  <a:cubicBezTo>
                    <a:pt x="938" y="1022"/>
                    <a:pt x="929" y="804"/>
                    <a:pt x="1152" y="672"/>
                  </a:cubicBezTo>
                  <a:cubicBezTo>
                    <a:pt x="1263" y="604"/>
                    <a:pt x="1413" y="571"/>
                    <a:pt x="1566" y="571"/>
                  </a:cubicBezTo>
                  <a:close/>
                  <a:moveTo>
                    <a:pt x="1337" y="0"/>
                  </a:moveTo>
                  <a:cubicBezTo>
                    <a:pt x="1280" y="0"/>
                    <a:pt x="1242" y="24"/>
                    <a:pt x="1243" y="57"/>
                  </a:cubicBezTo>
                  <a:cubicBezTo>
                    <a:pt x="1245" y="100"/>
                    <a:pt x="1246" y="143"/>
                    <a:pt x="1248" y="186"/>
                  </a:cubicBezTo>
                  <a:cubicBezTo>
                    <a:pt x="1248" y="191"/>
                    <a:pt x="1246" y="193"/>
                    <a:pt x="1239" y="194"/>
                  </a:cubicBezTo>
                  <a:cubicBezTo>
                    <a:pt x="1210" y="197"/>
                    <a:pt x="1181" y="202"/>
                    <a:pt x="1154" y="208"/>
                  </a:cubicBezTo>
                  <a:cubicBezTo>
                    <a:pt x="1068" y="223"/>
                    <a:pt x="989" y="245"/>
                    <a:pt x="913" y="270"/>
                  </a:cubicBezTo>
                  <a:cubicBezTo>
                    <a:pt x="909" y="271"/>
                    <a:pt x="906" y="272"/>
                    <a:pt x="904" y="272"/>
                  </a:cubicBezTo>
                  <a:cubicBezTo>
                    <a:pt x="902" y="272"/>
                    <a:pt x="900" y="271"/>
                    <a:pt x="895" y="268"/>
                  </a:cubicBezTo>
                  <a:lnTo>
                    <a:pt x="733" y="175"/>
                  </a:lnTo>
                  <a:cubicBezTo>
                    <a:pt x="710" y="162"/>
                    <a:pt x="686" y="155"/>
                    <a:pt x="661" y="155"/>
                  </a:cubicBezTo>
                  <a:cubicBezTo>
                    <a:pt x="647" y="155"/>
                    <a:pt x="632" y="157"/>
                    <a:pt x="617" y="161"/>
                  </a:cubicBezTo>
                  <a:cubicBezTo>
                    <a:pt x="615" y="162"/>
                    <a:pt x="614" y="163"/>
                    <a:pt x="612" y="163"/>
                  </a:cubicBezTo>
                  <a:cubicBezTo>
                    <a:pt x="612" y="163"/>
                    <a:pt x="611" y="163"/>
                    <a:pt x="610" y="163"/>
                  </a:cubicBezTo>
                  <a:cubicBezTo>
                    <a:pt x="599" y="169"/>
                    <a:pt x="587" y="176"/>
                    <a:pt x="576" y="183"/>
                  </a:cubicBezTo>
                  <a:lnTo>
                    <a:pt x="280" y="48"/>
                  </a:lnTo>
                  <a:lnTo>
                    <a:pt x="270" y="378"/>
                  </a:lnTo>
                  <a:lnTo>
                    <a:pt x="271" y="378"/>
                  </a:lnTo>
                  <a:cubicBezTo>
                    <a:pt x="269" y="393"/>
                    <a:pt x="279" y="410"/>
                    <a:pt x="301" y="423"/>
                  </a:cubicBezTo>
                  <a:lnTo>
                    <a:pt x="469" y="520"/>
                  </a:lnTo>
                  <a:cubicBezTo>
                    <a:pt x="471" y="521"/>
                    <a:pt x="471" y="523"/>
                    <a:pt x="470" y="525"/>
                  </a:cubicBezTo>
                  <a:cubicBezTo>
                    <a:pt x="469" y="526"/>
                    <a:pt x="467" y="527"/>
                    <a:pt x="466" y="529"/>
                  </a:cubicBezTo>
                  <a:cubicBezTo>
                    <a:pt x="407" y="587"/>
                    <a:pt x="362" y="649"/>
                    <a:pt x="335" y="715"/>
                  </a:cubicBezTo>
                  <a:cubicBezTo>
                    <a:pt x="334" y="720"/>
                    <a:pt x="331" y="721"/>
                    <a:pt x="323" y="721"/>
                  </a:cubicBezTo>
                  <a:cubicBezTo>
                    <a:pt x="255" y="720"/>
                    <a:pt x="188" y="720"/>
                    <a:pt x="120" y="719"/>
                  </a:cubicBezTo>
                  <a:lnTo>
                    <a:pt x="271" y="650"/>
                  </a:lnTo>
                  <a:lnTo>
                    <a:pt x="4" y="447"/>
                  </a:lnTo>
                  <a:lnTo>
                    <a:pt x="1" y="773"/>
                  </a:lnTo>
                  <a:cubicBezTo>
                    <a:pt x="4" y="856"/>
                    <a:pt x="7" y="940"/>
                    <a:pt x="11" y="1023"/>
                  </a:cubicBezTo>
                  <a:cubicBezTo>
                    <a:pt x="11" y="1031"/>
                    <a:pt x="13" y="1039"/>
                    <a:pt x="19" y="1045"/>
                  </a:cubicBezTo>
                  <a:cubicBezTo>
                    <a:pt x="38" y="1067"/>
                    <a:pt x="67" y="1078"/>
                    <a:pt x="108" y="1079"/>
                  </a:cubicBezTo>
                  <a:cubicBezTo>
                    <a:pt x="183" y="1080"/>
                    <a:pt x="259" y="1080"/>
                    <a:pt x="335" y="1081"/>
                  </a:cubicBezTo>
                  <a:cubicBezTo>
                    <a:pt x="344" y="1081"/>
                    <a:pt x="348" y="1083"/>
                    <a:pt x="350" y="1088"/>
                  </a:cubicBezTo>
                  <a:cubicBezTo>
                    <a:pt x="352" y="1093"/>
                    <a:pt x="354" y="1097"/>
                    <a:pt x="358" y="1103"/>
                  </a:cubicBezTo>
                  <a:cubicBezTo>
                    <a:pt x="362" y="1112"/>
                    <a:pt x="368" y="1122"/>
                    <a:pt x="372" y="1131"/>
                  </a:cubicBezTo>
                  <a:lnTo>
                    <a:pt x="308" y="1105"/>
                  </a:lnTo>
                  <a:lnTo>
                    <a:pt x="310" y="1410"/>
                  </a:lnTo>
                  <a:cubicBezTo>
                    <a:pt x="308" y="1421"/>
                    <a:pt x="311" y="1433"/>
                    <a:pt x="322" y="1444"/>
                  </a:cubicBezTo>
                  <a:cubicBezTo>
                    <a:pt x="322" y="1445"/>
                    <a:pt x="325" y="1447"/>
                    <a:pt x="323" y="1449"/>
                  </a:cubicBezTo>
                  <a:lnTo>
                    <a:pt x="666" y="1648"/>
                  </a:lnTo>
                  <a:cubicBezTo>
                    <a:pt x="667" y="1647"/>
                    <a:pt x="669" y="1647"/>
                    <a:pt x="670" y="1647"/>
                  </a:cubicBezTo>
                  <a:cubicBezTo>
                    <a:pt x="672" y="1647"/>
                    <a:pt x="674" y="1648"/>
                    <a:pt x="675" y="1649"/>
                  </a:cubicBezTo>
                  <a:cubicBezTo>
                    <a:pt x="690" y="1653"/>
                    <a:pt x="705" y="1655"/>
                    <a:pt x="720" y="1655"/>
                  </a:cubicBezTo>
                  <a:cubicBezTo>
                    <a:pt x="725" y="1655"/>
                    <a:pt x="730" y="1655"/>
                    <a:pt x="735" y="1655"/>
                  </a:cubicBezTo>
                  <a:cubicBezTo>
                    <a:pt x="744" y="1653"/>
                    <a:pt x="753" y="1652"/>
                    <a:pt x="762" y="1650"/>
                  </a:cubicBezTo>
                  <a:cubicBezTo>
                    <a:pt x="773" y="1647"/>
                    <a:pt x="783" y="1641"/>
                    <a:pt x="792" y="1637"/>
                  </a:cubicBezTo>
                  <a:cubicBezTo>
                    <a:pt x="843" y="1607"/>
                    <a:pt x="893" y="1579"/>
                    <a:pt x="942" y="1550"/>
                  </a:cubicBezTo>
                  <a:cubicBezTo>
                    <a:pt x="948" y="1546"/>
                    <a:pt x="950" y="1545"/>
                    <a:pt x="953" y="1545"/>
                  </a:cubicBezTo>
                  <a:cubicBezTo>
                    <a:pt x="955" y="1545"/>
                    <a:pt x="958" y="1546"/>
                    <a:pt x="963" y="1549"/>
                  </a:cubicBezTo>
                  <a:cubicBezTo>
                    <a:pt x="1068" y="1585"/>
                    <a:pt x="1177" y="1613"/>
                    <a:pt x="1292" y="1632"/>
                  </a:cubicBezTo>
                  <a:cubicBezTo>
                    <a:pt x="1301" y="1633"/>
                    <a:pt x="1304" y="1635"/>
                    <a:pt x="1304" y="1640"/>
                  </a:cubicBezTo>
                  <a:cubicBezTo>
                    <a:pt x="1304" y="1662"/>
                    <a:pt x="1305" y="1685"/>
                    <a:pt x="1306" y="1706"/>
                  </a:cubicBezTo>
                  <a:cubicBezTo>
                    <a:pt x="1307" y="1729"/>
                    <a:pt x="1307" y="1750"/>
                    <a:pt x="1308" y="1772"/>
                  </a:cubicBezTo>
                  <a:cubicBezTo>
                    <a:pt x="1309" y="1802"/>
                    <a:pt x="1352" y="1827"/>
                    <a:pt x="1405" y="1828"/>
                  </a:cubicBezTo>
                  <a:lnTo>
                    <a:pt x="1433" y="1828"/>
                  </a:lnTo>
                  <a:cubicBezTo>
                    <a:pt x="1568" y="1830"/>
                    <a:pt x="1702" y="1831"/>
                    <a:pt x="1836" y="1834"/>
                  </a:cubicBezTo>
                  <a:cubicBezTo>
                    <a:pt x="1854" y="1834"/>
                    <a:pt x="1871" y="1831"/>
                    <a:pt x="1887" y="1827"/>
                  </a:cubicBezTo>
                  <a:cubicBezTo>
                    <a:pt x="1917" y="1816"/>
                    <a:pt x="1933" y="1800"/>
                    <a:pt x="1932" y="1780"/>
                  </a:cubicBezTo>
                  <a:lnTo>
                    <a:pt x="1932" y="1641"/>
                  </a:lnTo>
                  <a:lnTo>
                    <a:pt x="1933" y="1641"/>
                  </a:lnTo>
                  <a:cubicBezTo>
                    <a:pt x="1934" y="1641"/>
                    <a:pt x="1936" y="1640"/>
                    <a:pt x="1940" y="1640"/>
                  </a:cubicBezTo>
                  <a:cubicBezTo>
                    <a:pt x="2055" y="1624"/>
                    <a:pt x="2164" y="1599"/>
                    <a:pt x="2266" y="1564"/>
                  </a:cubicBezTo>
                  <a:cubicBezTo>
                    <a:pt x="2269" y="1564"/>
                    <a:pt x="2271" y="1563"/>
                    <a:pt x="2273" y="1563"/>
                  </a:cubicBezTo>
                  <a:cubicBezTo>
                    <a:pt x="2276" y="1563"/>
                    <a:pt x="2279" y="1565"/>
                    <a:pt x="2283" y="1567"/>
                  </a:cubicBezTo>
                  <a:lnTo>
                    <a:pt x="2448" y="1662"/>
                  </a:lnTo>
                  <a:cubicBezTo>
                    <a:pt x="2462" y="1670"/>
                    <a:pt x="2478" y="1675"/>
                    <a:pt x="2495" y="1678"/>
                  </a:cubicBezTo>
                  <a:cubicBezTo>
                    <a:pt x="2501" y="1679"/>
                    <a:pt x="2508" y="1679"/>
                    <a:pt x="2515" y="1679"/>
                  </a:cubicBezTo>
                  <a:cubicBezTo>
                    <a:pt x="2530" y="1679"/>
                    <a:pt x="2546" y="1677"/>
                    <a:pt x="2560" y="1673"/>
                  </a:cubicBezTo>
                  <a:cubicBezTo>
                    <a:pt x="2562" y="1673"/>
                    <a:pt x="2565" y="1671"/>
                    <a:pt x="2568" y="1671"/>
                  </a:cubicBezTo>
                  <a:cubicBezTo>
                    <a:pt x="2677" y="1610"/>
                    <a:pt x="2787" y="1545"/>
                    <a:pt x="2896" y="1482"/>
                  </a:cubicBezTo>
                  <a:cubicBezTo>
                    <a:pt x="2895" y="1480"/>
                    <a:pt x="2897" y="1479"/>
                    <a:pt x="2899" y="1477"/>
                  </a:cubicBezTo>
                  <a:cubicBezTo>
                    <a:pt x="2908" y="1465"/>
                    <a:pt x="2909" y="1454"/>
                    <a:pt x="2905" y="1443"/>
                  </a:cubicBezTo>
                  <a:lnTo>
                    <a:pt x="2907" y="1157"/>
                  </a:lnTo>
                  <a:lnTo>
                    <a:pt x="2908" y="1141"/>
                  </a:lnTo>
                  <a:lnTo>
                    <a:pt x="2821" y="1157"/>
                  </a:lnTo>
                  <a:cubicBezTo>
                    <a:pt x="2828" y="1144"/>
                    <a:pt x="2835" y="1131"/>
                    <a:pt x="2839" y="1117"/>
                  </a:cubicBezTo>
                  <a:cubicBezTo>
                    <a:pt x="2842" y="1114"/>
                    <a:pt x="2845" y="1112"/>
                    <a:pt x="2853" y="1112"/>
                  </a:cubicBezTo>
                  <a:cubicBezTo>
                    <a:pt x="2927" y="1113"/>
                    <a:pt x="3003" y="1114"/>
                    <a:pt x="3077" y="1115"/>
                  </a:cubicBezTo>
                  <a:cubicBezTo>
                    <a:pt x="3136" y="1115"/>
                    <a:pt x="3176" y="1093"/>
                    <a:pt x="3174" y="1059"/>
                  </a:cubicBezTo>
                  <a:cubicBezTo>
                    <a:pt x="3172" y="977"/>
                    <a:pt x="3168" y="894"/>
                    <a:pt x="3165" y="812"/>
                  </a:cubicBezTo>
                  <a:lnTo>
                    <a:pt x="3165" y="504"/>
                  </a:lnTo>
                  <a:lnTo>
                    <a:pt x="3030" y="711"/>
                  </a:lnTo>
                  <a:lnTo>
                    <a:pt x="3092" y="757"/>
                  </a:lnTo>
                  <a:cubicBezTo>
                    <a:pt x="3083" y="756"/>
                    <a:pt x="3074" y="755"/>
                    <a:pt x="3064" y="755"/>
                  </a:cubicBezTo>
                  <a:cubicBezTo>
                    <a:pt x="2989" y="754"/>
                    <a:pt x="2914" y="753"/>
                    <a:pt x="2839" y="751"/>
                  </a:cubicBezTo>
                  <a:cubicBezTo>
                    <a:pt x="2832" y="751"/>
                    <a:pt x="2828" y="750"/>
                    <a:pt x="2826" y="746"/>
                  </a:cubicBezTo>
                  <a:cubicBezTo>
                    <a:pt x="2793" y="678"/>
                    <a:pt x="2745" y="613"/>
                    <a:pt x="2681" y="552"/>
                  </a:cubicBezTo>
                  <a:cubicBezTo>
                    <a:pt x="2677" y="548"/>
                    <a:pt x="2677" y="547"/>
                    <a:pt x="2682" y="543"/>
                  </a:cubicBezTo>
                  <a:cubicBezTo>
                    <a:pt x="2704" y="531"/>
                    <a:pt x="2726" y="518"/>
                    <a:pt x="2747" y="506"/>
                  </a:cubicBezTo>
                  <a:cubicBezTo>
                    <a:pt x="2780" y="487"/>
                    <a:pt x="2812" y="469"/>
                    <a:pt x="2844" y="450"/>
                  </a:cubicBezTo>
                  <a:cubicBezTo>
                    <a:pt x="2863" y="437"/>
                    <a:pt x="2871" y="423"/>
                    <a:pt x="2866" y="407"/>
                  </a:cubicBezTo>
                  <a:lnTo>
                    <a:pt x="2868" y="407"/>
                  </a:lnTo>
                  <a:lnTo>
                    <a:pt x="2869" y="104"/>
                  </a:lnTo>
                  <a:lnTo>
                    <a:pt x="2604" y="161"/>
                  </a:lnTo>
                  <a:lnTo>
                    <a:pt x="2630" y="254"/>
                  </a:lnTo>
                  <a:lnTo>
                    <a:pt x="2630" y="254"/>
                  </a:lnTo>
                  <a:lnTo>
                    <a:pt x="2512" y="185"/>
                  </a:lnTo>
                  <a:cubicBezTo>
                    <a:pt x="2511" y="185"/>
                    <a:pt x="2510" y="186"/>
                    <a:pt x="2510" y="186"/>
                  </a:cubicBezTo>
                  <a:cubicBezTo>
                    <a:pt x="2508" y="186"/>
                    <a:pt x="2507" y="185"/>
                    <a:pt x="2505" y="184"/>
                  </a:cubicBezTo>
                  <a:cubicBezTo>
                    <a:pt x="2489" y="179"/>
                    <a:pt x="2472" y="177"/>
                    <a:pt x="2457" y="177"/>
                  </a:cubicBezTo>
                  <a:cubicBezTo>
                    <a:pt x="2432" y="177"/>
                    <a:pt x="2409" y="182"/>
                    <a:pt x="2390" y="194"/>
                  </a:cubicBezTo>
                  <a:cubicBezTo>
                    <a:pt x="2338" y="223"/>
                    <a:pt x="2287" y="254"/>
                    <a:pt x="2235" y="284"/>
                  </a:cubicBezTo>
                  <a:cubicBezTo>
                    <a:pt x="2231" y="286"/>
                    <a:pt x="2229" y="287"/>
                    <a:pt x="2226" y="287"/>
                  </a:cubicBezTo>
                  <a:cubicBezTo>
                    <a:pt x="2223" y="287"/>
                    <a:pt x="2220" y="286"/>
                    <a:pt x="2216" y="284"/>
                  </a:cubicBezTo>
                  <a:cubicBezTo>
                    <a:pt x="2111" y="248"/>
                    <a:pt x="1999" y="220"/>
                    <a:pt x="1883" y="202"/>
                  </a:cubicBezTo>
                  <a:cubicBezTo>
                    <a:pt x="1874" y="200"/>
                    <a:pt x="1872" y="199"/>
                    <a:pt x="1872" y="193"/>
                  </a:cubicBezTo>
                  <a:cubicBezTo>
                    <a:pt x="1870" y="149"/>
                    <a:pt x="1869" y="106"/>
                    <a:pt x="1867" y="62"/>
                  </a:cubicBezTo>
                  <a:cubicBezTo>
                    <a:pt x="1865" y="31"/>
                    <a:pt x="1824" y="7"/>
                    <a:pt x="1767" y="6"/>
                  </a:cubicBezTo>
                  <a:cubicBezTo>
                    <a:pt x="1624" y="4"/>
                    <a:pt x="1483" y="3"/>
                    <a:pt x="1341" y="0"/>
                  </a:cubicBezTo>
                  <a:cubicBezTo>
                    <a:pt x="1339" y="0"/>
                    <a:pt x="1338" y="0"/>
                    <a:pt x="133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3"/>
            <p:cNvSpPr/>
            <p:nvPr/>
          </p:nvSpPr>
          <p:spPr>
            <a:xfrm>
              <a:off x="6600441" y="2740516"/>
              <a:ext cx="38082" cy="47877"/>
            </a:xfrm>
            <a:custGeom>
              <a:avLst/>
              <a:gdLst/>
              <a:ahLst/>
              <a:cxnLst/>
              <a:rect l="l" t="t" r="r" b="b"/>
              <a:pathLst>
                <a:path w="416" h="523" extrusionOk="0">
                  <a:moveTo>
                    <a:pt x="2" y="1"/>
                  </a:moveTo>
                  <a:lnTo>
                    <a:pt x="1" y="521"/>
                  </a:lnTo>
                  <a:cubicBezTo>
                    <a:pt x="8" y="522"/>
                    <a:pt x="15" y="523"/>
                    <a:pt x="22" y="523"/>
                  </a:cubicBezTo>
                  <a:cubicBezTo>
                    <a:pt x="37" y="523"/>
                    <a:pt x="52" y="521"/>
                    <a:pt x="66" y="517"/>
                  </a:cubicBezTo>
                  <a:cubicBezTo>
                    <a:pt x="68" y="516"/>
                    <a:pt x="69" y="515"/>
                    <a:pt x="71" y="515"/>
                  </a:cubicBezTo>
                  <a:cubicBezTo>
                    <a:pt x="72" y="515"/>
                    <a:pt x="73" y="515"/>
                    <a:pt x="74" y="516"/>
                  </a:cubicBezTo>
                  <a:cubicBezTo>
                    <a:pt x="183" y="453"/>
                    <a:pt x="293" y="389"/>
                    <a:pt x="402" y="325"/>
                  </a:cubicBezTo>
                  <a:cubicBezTo>
                    <a:pt x="401" y="323"/>
                    <a:pt x="403" y="322"/>
                    <a:pt x="405" y="321"/>
                  </a:cubicBezTo>
                  <a:cubicBezTo>
                    <a:pt x="414" y="308"/>
                    <a:pt x="415" y="297"/>
                    <a:pt x="411" y="286"/>
                  </a:cubicBezTo>
                  <a:lnTo>
                    <a:pt x="414" y="1"/>
                  </a:lnTo>
                  <a:close/>
                </a:path>
              </a:pathLst>
            </a:custGeom>
            <a:solidFill>
              <a:srgbClr val="589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3"/>
            <p:cNvSpPr/>
            <p:nvPr/>
          </p:nvSpPr>
          <p:spPr>
            <a:xfrm>
              <a:off x="6491594" y="2768163"/>
              <a:ext cx="57489" cy="34328"/>
            </a:xfrm>
            <a:custGeom>
              <a:avLst/>
              <a:gdLst/>
              <a:ahLst/>
              <a:cxnLst/>
              <a:rect l="l" t="t" r="r" b="b"/>
              <a:pathLst>
                <a:path w="628" h="375" extrusionOk="0">
                  <a:moveTo>
                    <a:pt x="1" y="1"/>
                  </a:moveTo>
                  <a:lnTo>
                    <a:pt x="1" y="249"/>
                  </a:lnTo>
                  <a:cubicBezTo>
                    <a:pt x="2" y="270"/>
                    <a:pt x="3" y="291"/>
                    <a:pt x="4" y="314"/>
                  </a:cubicBezTo>
                  <a:cubicBezTo>
                    <a:pt x="5" y="344"/>
                    <a:pt x="47" y="369"/>
                    <a:pt x="100" y="370"/>
                  </a:cubicBezTo>
                  <a:lnTo>
                    <a:pt x="129" y="370"/>
                  </a:lnTo>
                  <a:cubicBezTo>
                    <a:pt x="263" y="371"/>
                    <a:pt x="397" y="374"/>
                    <a:pt x="531" y="375"/>
                  </a:cubicBezTo>
                  <a:cubicBezTo>
                    <a:pt x="549" y="375"/>
                    <a:pt x="567" y="374"/>
                    <a:pt x="583" y="368"/>
                  </a:cubicBezTo>
                  <a:cubicBezTo>
                    <a:pt x="613" y="358"/>
                    <a:pt x="628" y="342"/>
                    <a:pt x="628" y="321"/>
                  </a:cubicBezTo>
                  <a:lnTo>
                    <a:pt x="627" y="182"/>
                  </a:lnTo>
                  <a:lnTo>
                    <a:pt x="628" y="182"/>
                  </a:lnTo>
                  <a:lnTo>
                    <a:pt x="628" y="2"/>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3"/>
            <p:cNvSpPr/>
            <p:nvPr/>
          </p:nvSpPr>
          <p:spPr>
            <a:xfrm>
              <a:off x="6400323" y="2735481"/>
              <a:ext cx="39180" cy="50715"/>
            </a:xfrm>
            <a:custGeom>
              <a:avLst/>
              <a:gdLst/>
              <a:ahLst/>
              <a:cxnLst/>
              <a:rect l="l" t="t" r="r" b="b"/>
              <a:pathLst>
                <a:path w="428" h="554" extrusionOk="0">
                  <a:moveTo>
                    <a:pt x="50" y="1"/>
                  </a:moveTo>
                  <a:cubicBezTo>
                    <a:pt x="54" y="11"/>
                    <a:pt x="60" y="20"/>
                    <a:pt x="65" y="29"/>
                  </a:cubicBezTo>
                  <a:lnTo>
                    <a:pt x="0" y="4"/>
                  </a:lnTo>
                  <a:lnTo>
                    <a:pt x="0" y="4"/>
                  </a:lnTo>
                  <a:lnTo>
                    <a:pt x="2" y="308"/>
                  </a:lnTo>
                  <a:cubicBezTo>
                    <a:pt x="0" y="319"/>
                    <a:pt x="3" y="331"/>
                    <a:pt x="14" y="342"/>
                  </a:cubicBezTo>
                  <a:cubicBezTo>
                    <a:pt x="14" y="344"/>
                    <a:pt x="17" y="345"/>
                    <a:pt x="15" y="348"/>
                  </a:cubicBezTo>
                  <a:lnTo>
                    <a:pt x="359" y="546"/>
                  </a:lnTo>
                  <a:cubicBezTo>
                    <a:pt x="360" y="546"/>
                    <a:pt x="361" y="546"/>
                    <a:pt x="361" y="546"/>
                  </a:cubicBezTo>
                  <a:cubicBezTo>
                    <a:pt x="364" y="546"/>
                    <a:pt x="365" y="547"/>
                    <a:pt x="367" y="547"/>
                  </a:cubicBezTo>
                  <a:cubicBezTo>
                    <a:pt x="382" y="551"/>
                    <a:pt x="397" y="553"/>
                    <a:pt x="412" y="553"/>
                  </a:cubicBezTo>
                  <a:cubicBezTo>
                    <a:pt x="418" y="553"/>
                    <a:pt x="423" y="553"/>
                    <a:pt x="428" y="553"/>
                  </a:cubicBezTo>
                  <a:lnTo>
                    <a:pt x="42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3"/>
            <p:cNvSpPr/>
            <p:nvPr/>
          </p:nvSpPr>
          <p:spPr>
            <a:xfrm>
              <a:off x="6372036" y="2606310"/>
              <a:ext cx="290922" cy="167980"/>
            </a:xfrm>
            <a:custGeom>
              <a:avLst/>
              <a:gdLst/>
              <a:ahLst/>
              <a:cxnLst/>
              <a:rect l="l" t="t" r="r" b="b"/>
              <a:pathLst>
                <a:path w="3178" h="1835" extrusionOk="0">
                  <a:moveTo>
                    <a:pt x="1567" y="571"/>
                  </a:moveTo>
                  <a:cubicBezTo>
                    <a:pt x="1721" y="571"/>
                    <a:pt x="1879" y="606"/>
                    <a:pt x="2002" y="675"/>
                  </a:cubicBezTo>
                  <a:cubicBezTo>
                    <a:pt x="2244" y="812"/>
                    <a:pt x="2254" y="1029"/>
                    <a:pt x="2027" y="1164"/>
                  </a:cubicBezTo>
                  <a:cubicBezTo>
                    <a:pt x="1915" y="1231"/>
                    <a:pt x="1766" y="1263"/>
                    <a:pt x="1616" y="1263"/>
                  </a:cubicBezTo>
                  <a:cubicBezTo>
                    <a:pt x="1461" y="1263"/>
                    <a:pt x="1304" y="1228"/>
                    <a:pt x="1183" y="1160"/>
                  </a:cubicBezTo>
                  <a:cubicBezTo>
                    <a:pt x="939" y="1021"/>
                    <a:pt x="930" y="805"/>
                    <a:pt x="1153" y="672"/>
                  </a:cubicBezTo>
                  <a:cubicBezTo>
                    <a:pt x="1264" y="605"/>
                    <a:pt x="1414" y="571"/>
                    <a:pt x="1567" y="571"/>
                  </a:cubicBezTo>
                  <a:close/>
                  <a:moveTo>
                    <a:pt x="1338" y="1"/>
                  </a:moveTo>
                  <a:cubicBezTo>
                    <a:pt x="1281" y="1"/>
                    <a:pt x="1243" y="23"/>
                    <a:pt x="1245" y="57"/>
                  </a:cubicBezTo>
                  <a:cubicBezTo>
                    <a:pt x="1246" y="100"/>
                    <a:pt x="1247" y="144"/>
                    <a:pt x="1249" y="187"/>
                  </a:cubicBezTo>
                  <a:cubicBezTo>
                    <a:pt x="1249" y="191"/>
                    <a:pt x="1247" y="193"/>
                    <a:pt x="1240" y="193"/>
                  </a:cubicBezTo>
                  <a:cubicBezTo>
                    <a:pt x="1211" y="198"/>
                    <a:pt x="1183" y="202"/>
                    <a:pt x="1155" y="208"/>
                  </a:cubicBezTo>
                  <a:cubicBezTo>
                    <a:pt x="1070" y="224"/>
                    <a:pt x="990" y="244"/>
                    <a:pt x="915" y="270"/>
                  </a:cubicBezTo>
                  <a:cubicBezTo>
                    <a:pt x="910" y="272"/>
                    <a:pt x="908" y="272"/>
                    <a:pt x="905" y="272"/>
                  </a:cubicBezTo>
                  <a:cubicBezTo>
                    <a:pt x="903" y="272"/>
                    <a:pt x="901" y="271"/>
                    <a:pt x="896" y="269"/>
                  </a:cubicBezTo>
                  <a:cubicBezTo>
                    <a:pt x="895" y="268"/>
                    <a:pt x="892" y="267"/>
                    <a:pt x="890" y="265"/>
                  </a:cubicBezTo>
                  <a:cubicBezTo>
                    <a:pt x="838" y="235"/>
                    <a:pt x="787" y="205"/>
                    <a:pt x="734" y="175"/>
                  </a:cubicBezTo>
                  <a:cubicBezTo>
                    <a:pt x="712" y="163"/>
                    <a:pt x="689" y="156"/>
                    <a:pt x="664" y="156"/>
                  </a:cubicBezTo>
                  <a:cubicBezTo>
                    <a:pt x="649" y="156"/>
                    <a:pt x="634" y="158"/>
                    <a:pt x="618" y="163"/>
                  </a:cubicBezTo>
                  <a:cubicBezTo>
                    <a:pt x="616" y="163"/>
                    <a:pt x="615" y="164"/>
                    <a:pt x="614" y="164"/>
                  </a:cubicBezTo>
                  <a:cubicBezTo>
                    <a:pt x="613" y="164"/>
                    <a:pt x="613" y="163"/>
                    <a:pt x="612" y="163"/>
                  </a:cubicBezTo>
                  <a:cubicBezTo>
                    <a:pt x="502" y="226"/>
                    <a:pt x="392" y="290"/>
                    <a:pt x="283" y="353"/>
                  </a:cubicBezTo>
                  <a:cubicBezTo>
                    <a:pt x="285" y="354"/>
                    <a:pt x="283" y="356"/>
                    <a:pt x="282" y="357"/>
                  </a:cubicBezTo>
                  <a:cubicBezTo>
                    <a:pt x="262" y="380"/>
                    <a:pt x="270" y="404"/>
                    <a:pt x="302" y="423"/>
                  </a:cubicBezTo>
                  <a:lnTo>
                    <a:pt x="464" y="517"/>
                  </a:lnTo>
                  <a:cubicBezTo>
                    <a:pt x="466" y="518"/>
                    <a:pt x="468" y="519"/>
                    <a:pt x="470" y="520"/>
                  </a:cubicBezTo>
                  <a:cubicBezTo>
                    <a:pt x="472" y="521"/>
                    <a:pt x="473" y="523"/>
                    <a:pt x="471" y="524"/>
                  </a:cubicBezTo>
                  <a:cubicBezTo>
                    <a:pt x="470" y="527"/>
                    <a:pt x="469" y="528"/>
                    <a:pt x="467" y="529"/>
                  </a:cubicBezTo>
                  <a:cubicBezTo>
                    <a:pt x="408" y="588"/>
                    <a:pt x="363" y="649"/>
                    <a:pt x="336" y="716"/>
                  </a:cubicBezTo>
                  <a:cubicBezTo>
                    <a:pt x="335" y="720"/>
                    <a:pt x="332" y="722"/>
                    <a:pt x="324" y="722"/>
                  </a:cubicBezTo>
                  <a:cubicBezTo>
                    <a:pt x="247" y="720"/>
                    <a:pt x="172" y="719"/>
                    <a:pt x="95" y="719"/>
                  </a:cubicBezTo>
                  <a:cubicBezTo>
                    <a:pt x="94" y="719"/>
                    <a:pt x="93" y="719"/>
                    <a:pt x="91" y="719"/>
                  </a:cubicBezTo>
                  <a:cubicBezTo>
                    <a:pt x="39" y="719"/>
                    <a:pt x="1" y="743"/>
                    <a:pt x="2" y="772"/>
                  </a:cubicBezTo>
                  <a:cubicBezTo>
                    <a:pt x="5" y="857"/>
                    <a:pt x="8" y="940"/>
                    <a:pt x="12" y="1023"/>
                  </a:cubicBezTo>
                  <a:cubicBezTo>
                    <a:pt x="12" y="1031"/>
                    <a:pt x="14" y="1039"/>
                    <a:pt x="21" y="1046"/>
                  </a:cubicBezTo>
                  <a:cubicBezTo>
                    <a:pt x="39" y="1066"/>
                    <a:pt x="68" y="1079"/>
                    <a:pt x="109" y="1079"/>
                  </a:cubicBezTo>
                  <a:cubicBezTo>
                    <a:pt x="184" y="1081"/>
                    <a:pt x="261" y="1081"/>
                    <a:pt x="336" y="1082"/>
                  </a:cubicBezTo>
                  <a:cubicBezTo>
                    <a:pt x="345" y="1082"/>
                    <a:pt x="349" y="1083"/>
                    <a:pt x="351" y="1089"/>
                  </a:cubicBezTo>
                  <a:cubicBezTo>
                    <a:pt x="383" y="1156"/>
                    <a:pt x="431" y="1220"/>
                    <a:pt x="495" y="1281"/>
                  </a:cubicBezTo>
                  <a:cubicBezTo>
                    <a:pt x="499" y="1286"/>
                    <a:pt x="498" y="1288"/>
                    <a:pt x="493" y="1291"/>
                  </a:cubicBezTo>
                  <a:cubicBezTo>
                    <a:pt x="441" y="1321"/>
                    <a:pt x="390" y="1351"/>
                    <a:pt x="338" y="1380"/>
                  </a:cubicBezTo>
                  <a:cubicBezTo>
                    <a:pt x="308" y="1397"/>
                    <a:pt x="302" y="1422"/>
                    <a:pt x="323" y="1444"/>
                  </a:cubicBezTo>
                  <a:cubicBezTo>
                    <a:pt x="324" y="1446"/>
                    <a:pt x="326" y="1448"/>
                    <a:pt x="324" y="1449"/>
                  </a:cubicBezTo>
                  <a:cubicBezTo>
                    <a:pt x="439" y="1515"/>
                    <a:pt x="553" y="1582"/>
                    <a:pt x="668" y="1648"/>
                  </a:cubicBezTo>
                  <a:cubicBezTo>
                    <a:pt x="669" y="1648"/>
                    <a:pt x="670" y="1648"/>
                    <a:pt x="671" y="1648"/>
                  </a:cubicBezTo>
                  <a:cubicBezTo>
                    <a:pt x="673" y="1648"/>
                    <a:pt x="675" y="1649"/>
                    <a:pt x="676" y="1649"/>
                  </a:cubicBezTo>
                  <a:cubicBezTo>
                    <a:pt x="692" y="1654"/>
                    <a:pt x="708" y="1656"/>
                    <a:pt x="723" y="1656"/>
                  </a:cubicBezTo>
                  <a:cubicBezTo>
                    <a:pt x="736" y="1656"/>
                    <a:pt x="750" y="1654"/>
                    <a:pt x="763" y="1651"/>
                  </a:cubicBezTo>
                  <a:cubicBezTo>
                    <a:pt x="775" y="1647"/>
                    <a:pt x="784" y="1642"/>
                    <a:pt x="793" y="1637"/>
                  </a:cubicBezTo>
                  <a:cubicBezTo>
                    <a:pt x="844" y="1608"/>
                    <a:pt x="894" y="1578"/>
                    <a:pt x="943" y="1550"/>
                  </a:cubicBezTo>
                  <a:cubicBezTo>
                    <a:pt x="949" y="1547"/>
                    <a:pt x="951" y="1546"/>
                    <a:pt x="953" y="1546"/>
                  </a:cubicBezTo>
                  <a:cubicBezTo>
                    <a:pt x="956" y="1546"/>
                    <a:pt x="959" y="1547"/>
                    <a:pt x="966" y="1549"/>
                  </a:cubicBezTo>
                  <a:cubicBezTo>
                    <a:pt x="1069" y="1585"/>
                    <a:pt x="1178" y="1613"/>
                    <a:pt x="1294" y="1633"/>
                  </a:cubicBezTo>
                  <a:cubicBezTo>
                    <a:pt x="1302" y="1634"/>
                    <a:pt x="1305" y="1636"/>
                    <a:pt x="1305" y="1640"/>
                  </a:cubicBezTo>
                  <a:cubicBezTo>
                    <a:pt x="1306" y="1684"/>
                    <a:pt x="1308" y="1728"/>
                    <a:pt x="1310" y="1772"/>
                  </a:cubicBezTo>
                  <a:cubicBezTo>
                    <a:pt x="1311" y="1803"/>
                    <a:pt x="1353" y="1827"/>
                    <a:pt x="1406" y="1828"/>
                  </a:cubicBezTo>
                  <a:lnTo>
                    <a:pt x="1435" y="1828"/>
                  </a:lnTo>
                  <a:cubicBezTo>
                    <a:pt x="1569" y="1831"/>
                    <a:pt x="1703" y="1832"/>
                    <a:pt x="1837" y="1834"/>
                  </a:cubicBezTo>
                  <a:cubicBezTo>
                    <a:pt x="1855" y="1834"/>
                    <a:pt x="1873" y="1832"/>
                    <a:pt x="1889" y="1826"/>
                  </a:cubicBezTo>
                  <a:cubicBezTo>
                    <a:pt x="1918" y="1816"/>
                    <a:pt x="1934" y="1800"/>
                    <a:pt x="1933" y="1779"/>
                  </a:cubicBezTo>
                  <a:cubicBezTo>
                    <a:pt x="1932" y="1736"/>
                    <a:pt x="1931" y="1692"/>
                    <a:pt x="1928" y="1649"/>
                  </a:cubicBezTo>
                  <a:cubicBezTo>
                    <a:pt x="1928" y="1640"/>
                    <a:pt x="1927" y="1642"/>
                    <a:pt x="1941" y="1640"/>
                  </a:cubicBezTo>
                  <a:cubicBezTo>
                    <a:pt x="2057" y="1624"/>
                    <a:pt x="2165" y="1600"/>
                    <a:pt x="2267" y="1565"/>
                  </a:cubicBezTo>
                  <a:cubicBezTo>
                    <a:pt x="2270" y="1564"/>
                    <a:pt x="2272" y="1564"/>
                    <a:pt x="2274" y="1564"/>
                  </a:cubicBezTo>
                  <a:cubicBezTo>
                    <a:pt x="2277" y="1564"/>
                    <a:pt x="2281" y="1565"/>
                    <a:pt x="2284" y="1567"/>
                  </a:cubicBezTo>
                  <a:cubicBezTo>
                    <a:pt x="2339" y="1599"/>
                    <a:pt x="2395" y="1630"/>
                    <a:pt x="2449" y="1662"/>
                  </a:cubicBezTo>
                  <a:cubicBezTo>
                    <a:pt x="2469" y="1673"/>
                    <a:pt x="2493" y="1679"/>
                    <a:pt x="2519" y="1679"/>
                  </a:cubicBezTo>
                  <a:cubicBezTo>
                    <a:pt x="2533" y="1679"/>
                    <a:pt x="2548" y="1677"/>
                    <a:pt x="2561" y="1673"/>
                  </a:cubicBezTo>
                  <a:cubicBezTo>
                    <a:pt x="2564" y="1673"/>
                    <a:pt x="2565" y="1672"/>
                    <a:pt x="2567" y="1672"/>
                  </a:cubicBezTo>
                  <a:cubicBezTo>
                    <a:pt x="2568" y="1672"/>
                    <a:pt x="2568" y="1672"/>
                    <a:pt x="2569" y="1672"/>
                  </a:cubicBezTo>
                  <a:cubicBezTo>
                    <a:pt x="2678" y="1609"/>
                    <a:pt x="2789" y="1546"/>
                    <a:pt x="2898" y="1483"/>
                  </a:cubicBezTo>
                  <a:cubicBezTo>
                    <a:pt x="2896" y="1481"/>
                    <a:pt x="2899" y="1479"/>
                    <a:pt x="2900" y="1477"/>
                  </a:cubicBezTo>
                  <a:cubicBezTo>
                    <a:pt x="2914" y="1460"/>
                    <a:pt x="2913" y="1442"/>
                    <a:pt x="2896" y="1425"/>
                  </a:cubicBezTo>
                  <a:cubicBezTo>
                    <a:pt x="2889" y="1419"/>
                    <a:pt x="2881" y="1414"/>
                    <a:pt x="2872" y="1410"/>
                  </a:cubicBezTo>
                  <a:cubicBezTo>
                    <a:pt x="2820" y="1379"/>
                    <a:pt x="2767" y="1349"/>
                    <a:pt x="2714" y="1318"/>
                  </a:cubicBezTo>
                  <a:cubicBezTo>
                    <a:pt x="2709" y="1315"/>
                    <a:pt x="2708" y="1313"/>
                    <a:pt x="2711" y="1308"/>
                  </a:cubicBezTo>
                  <a:cubicBezTo>
                    <a:pt x="2771" y="1250"/>
                    <a:pt x="2813" y="1185"/>
                    <a:pt x="2842" y="1118"/>
                  </a:cubicBezTo>
                  <a:cubicBezTo>
                    <a:pt x="2843" y="1113"/>
                    <a:pt x="2846" y="1112"/>
                    <a:pt x="2854" y="1112"/>
                  </a:cubicBezTo>
                  <a:cubicBezTo>
                    <a:pt x="2928" y="1113"/>
                    <a:pt x="3004" y="1115"/>
                    <a:pt x="3078" y="1116"/>
                  </a:cubicBezTo>
                  <a:cubicBezTo>
                    <a:pt x="3138" y="1116"/>
                    <a:pt x="3177" y="1093"/>
                    <a:pt x="3176" y="1059"/>
                  </a:cubicBezTo>
                  <a:cubicBezTo>
                    <a:pt x="3173" y="977"/>
                    <a:pt x="3169" y="895"/>
                    <a:pt x="3166" y="813"/>
                  </a:cubicBezTo>
                  <a:cubicBezTo>
                    <a:pt x="3165" y="780"/>
                    <a:pt x="3123" y="755"/>
                    <a:pt x="3066" y="755"/>
                  </a:cubicBezTo>
                  <a:cubicBezTo>
                    <a:pt x="2990" y="754"/>
                    <a:pt x="2916" y="753"/>
                    <a:pt x="2840" y="752"/>
                  </a:cubicBezTo>
                  <a:cubicBezTo>
                    <a:pt x="2833" y="752"/>
                    <a:pt x="2829" y="751"/>
                    <a:pt x="2827" y="746"/>
                  </a:cubicBezTo>
                  <a:cubicBezTo>
                    <a:pt x="2794" y="678"/>
                    <a:pt x="2746" y="613"/>
                    <a:pt x="2682" y="553"/>
                  </a:cubicBezTo>
                  <a:cubicBezTo>
                    <a:pt x="2678" y="549"/>
                    <a:pt x="2678" y="547"/>
                    <a:pt x="2684" y="544"/>
                  </a:cubicBezTo>
                  <a:cubicBezTo>
                    <a:pt x="2705" y="531"/>
                    <a:pt x="2727" y="519"/>
                    <a:pt x="2749" y="506"/>
                  </a:cubicBezTo>
                  <a:cubicBezTo>
                    <a:pt x="2781" y="487"/>
                    <a:pt x="2813" y="469"/>
                    <a:pt x="2845" y="450"/>
                  </a:cubicBezTo>
                  <a:cubicBezTo>
                    <a:pt x="2873" y="433"/>
                    <a:pt x="2878" y="410"/>
                    <a:pt x="2857" y="387"/>
                  </a:cubicBezTo>
                  <a:cubicBezTo>
                    <a:pt x="2856" y="386"/>
                    <a:pt x="2854" y="385"/>
                    <a:pt x="2856" y="384"/>
                  </a:cubicBezTo>
                  <a:lnTo>
                    <a:pt x="2513" y="186"/>
                  </a:lnTo>
                  <a:cubicBezTo>
                    <a:pt x="2512" y="186"/>
                    <a:pt x="2511" y="186"/>
                    <a:pt x="2511" y="186"/>
                  </a:cubicBezTo>
                  <a:cubicBezTo>
                    <a:pt x="2509" y="186"/>
                    <a:pt x="2508" y="185"/>
                    <a:pt x="2506" y="184"/>
                  </a:cubicBezTo>
                  <a:cubicBezTo>
                    <a:pt x="2489" y="179"/>
                    <a:pt x="2473" y="177"/>
                    <a:pt x="2457" y="177"/>
                  </a:cubicBezTo>
                  <a:cubicBezTo>
                    <a:pt x="2433" y="177"/>
                    <a:pt x="2410" y="183"/>
                    <a:pt x="2391" y="193"/>
                  </a:cubicBezTo>
                  <a:cubicBezTo>
                    <a:pt x="2339" y="224"/>
                    <a:pt x="2288" y="253"/>
                    <a:pt x="2236" y="284"/>
                  </a:cubicBezTo>
                  <a:cubicBezTo>
                    <a:pt x="2232" y="285"/>
                    <a:pt x="2229" y="286"/>
                    <a:pt x="2226" y="286"/>
                  </a:cubicBezTo>
                  <a:cubicBezTo>
                    <a:pt x="2223" y="286"/>
                    <a:pt x="2220" y="286"/>
                    <a:pt x="2217" y="285"/>
                  </a:cubicBezTo>
                  <a:cubicBezTo>
                    <a:pt x="2112" y="249"/>
                    <a:pt x="2002" y="220"/>
                    <a:pt x="1884" y="202"/>
                  </a:cubicBezTo>
                  <a:cubicBezTo>
                    <a:pt x="1875" y="201"/>
                    <a:pt x="1873" y="199"/>
                    <a:pt x="1873" y="193"/>
                  </a:cubicBezTo>
                  <a:cubicBezTo>
                    <a:pt x="1872" y="150"/>
                    <a:pt x="1870" y="107"/>
                    <a:pt x="1869" y="63"/>
                  </a:cubicBezTo>
                  <a:cubicBezTo>
                    <a:pt x="1866" y="30"/>
                    <a:pt x="1825" y="6"/>
                    <a:pt x="1768" y="6"/>
                  </a:cubicBezTo>
                  <a:cubicBezTo>
                    <a:pt x="1627" y="4"/>
                    <a:pt x="1484" y="2"/>
                    <a:pt x="1342" y="1"/>
                  </a:cubicBezTo>
                  <a:cubicBezTo>
                    <a:pt x="1340" y="1"/>
                    <a:pt x="1339" y="1"/>
                    <a:pt x="13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3"/>
            <p:cNvSpPr/>
            <p:nvPr/>
          </p:nvSpPr>
          <p:spPr>
            <a:xfrm>
              <a:off x="6324799" y="2762029"/>
              <a:ext cx="211097" cy="142257"/>
            </a:xfrm>
            <a:custGeom>
              <a:avLst/>
              <a:gdLst/>
              <a:ahLst/>
              <a:cxnLst/>
              <a:rect l="l" t="t" r="r" b="b"/>
              <a:pathLst>
                <a:path w="2306" h="1554" extrusionOk="0">
                  <a:moveTo>
                    <a:pt x="529" y="0"/>
                  </a:moveTo>
                  <a:lnTo>
                    <a:pt x="529" y="0"/>
                  </a:lnTo>
                  <a:lnTo>
                    <a:pt x="529" y="0"/>
                  </a:lnTo>
                  <a:cubicBezTo>
                    <a:pt x="529" y="0"/>
                    <a:pt x="529" y="0"/>
                    <a:pt x="529" y="0"/>
                  </a:cubicBezTo>
                  <a:close/>
                  <a:moveTo>
                    <a:pt x="1132" y="573"/>
                  </a:moveTo>
                  <a:cubicBezTo>
                    <a:pt x="1275" y="573"/>
                    <a:pt x="1420" y="606"/>
                    <a:pt x="1531" y="670"/>
                  </a:cubicBezTo>
                  <a:cubicBezTo>
                    <a:pt x="1569" y="692"/>
                    <a:pt x="1604" y="718"/>
                    <a:pt x="1634" y="750"/>
                  </a:cubicBezTo>
                  <a:cubicBezTo>
                    <a:pt x="1649" y="767"/>
                    <a:pt x="1691" y="808"/>
                    <a:pt x="1683" y="831"/>
                  </a:cubicBezTo>
                  <a:cubicBezTo>
                    <a:pt x="1667" y="879"/>
                    <a:pt x="1619" y="904"/>
                    <a:pt x="1575" y="927"/>
                  </a:cubicBezTo>
                  <a:cubicBezTo>
                    <a:pt x="1521" y="954"/>
                    <a:pt x="1467" y="980"/>
                    <a:pt x="1412" y="1007"/>
                  </a:cubicBezTo>
                  <a:cubicBezTo>
                    <a:pt x="1380" y="1023"/>
                    <a:pt x="1346" y="1038"/>
                    <a:pt x="1310" y="1046"/>
                  </a:cubicBezTo>
                  <a:cubicBezTo>
                    <a:pt x="1274" y="1054"/>
                    <a:pt x="1237" y="1053"/>
                    <a:pt x="1200" y="1055"/>
                  </a:cubicBezTo>
                  <a:cubicBezTo>
                    <a:pt x="1158" y="1058"/>
                    <a:pt x="1117" y="1064"/>
                    <a:pt x="1074" y="1065"/>
                  </a:cubicBezTo>
                  <a:cubicBezTo>
                    <a:pt x="1073" y="1065"/>
                    <a:pt x="1071" y="1065"/>
                    <a:pt x="1070" y="1065"/>
                  </a:cubicBezTo>
                  <a:cubicBezTo>
                    <a:pt x="957" y="1065"/>
                    <a:pt x="844" y="1016"/>
                    <a:pt x="762" y="937"/>
                  </a:cubicBezTo>
                  <a:cubicBezTo>
                    <a:pt x="720" y="897"/>
                    <a:pt x="685" y="848"/>
                    <a:pt x="662" y="794"/>
                  </a:cubicBezTo>
                  <a:cubicBezTo>
                    <a:pt x="647" y="759"/>
                    <a:pt x="652" y="750"/>
                    <a:pt x="679" y="723"/>
                  </a:cubicBezTo>
                  <a:cubicBezTo>
                    <a:pt x="702" y="699"/>
                    <a:pt x="729" y="679"/>
                    <a:pt x="759" y="662"/>
                  </a:cubicBezTo>
                  <a:cubicBezTo>
                    <a:pt x="861" y="603"/>
                    <a:pt x="996" y="573"/>
                    <a:pt x="1132" y="573"/>
                  </a:cubicBezTo>
                  <a:close/>
                  <a:moveTo>
                    <a:pt x="529" y="0"/>
                  </a:moveTo>
                  <a:lnTo>
                    <a:pt x="529" y="0"/>
                  </a:lnTo>
                  <a:cubicBezTo>
                    <a:pt x="530" y="0"/>
                    <a:pt x="529" y="200"/>
                    <a:pt x="529" y="215"/>
                  </a:cubicBezTo>
                  <a:cubicBezTo>
                    <a:pt x="529" y="256"/>
                    <a:pt x="538" y="304"/>
                    <a:pt x="523" y="343"/>
                  </a:cubicBezTo>
                  <a:cubicBezTo>
                    <a:pt x="510" y="374"/>
                    <a:pt x="467" y="450"/>
                    <a:pt x="432" y="461"/>
                  </a:cubicBezTo>
                  <a:cubicBezTo>
                    <a:pt x="430" y="462"/>
                    <a:pt x="427" y="462"/>
                    <a:pt x="424" y="462"/>
                  </a:cubicBezTo>
                  <a:cubicBezTo>
                    <a:pt x="408" y="462"/>
                    <a:pt x="384" y="453"/>
                    <a:pt x="371" y="451"/>
                  </a:cubicBezTo>
                  <a:cubicBezTo>
                    <a:pt x="321" y="442"/>
                    <a:pt x="269" y="433"/>
                    <a:pt x="218" y="422"/>
                  </a:cubicBezTo>
                  <a:cubicBezTo>
                    <a:pt x="146" y="410"/>
                    <a:pt x="75" y="397"/>
                    <a:pt x="3" y="384"/>
                  </a:cubicBezTo>
                  <a:lnTo>
                    <a:pt x="3" y="688"/>
                  </a:lnTo>
                  <a:cubicBezTo>
                    <a:pt x="1" y="706"/>
                    <a:pt x="17" y="719"/>
                    <a:pt x="56" y="728"/>
                  </a:cubicBezTo>
                  <a:cubicBezTo>
                    <a:pt x="79" y="734"/>
                    <a:pt x="101" y="740"/>
                    <a:pt x="125" y="746"/>
                  </a:cubicBezTo>
                  <a:cubicBezTo>
                    <a:pt x="131" y="748"/>
                    <a:pt x="139" y="750"/>
                    <a:pt x="146" y="751"/>
                  </a:cubicBezTo>
                  <a:cubicBezTo>
                    <a:pt x="181" y="759"/>
                    <a:pt x="214" y="768"/>
                    <a:pt x="249" y="776"/>
                  </a:cubicBezTo>
                  <a:cubicBezTo>
                    <a:pt x="274" y="783"/>
                    <a:pt x="285" y="791"/>
                    <a:pt x="282" y="808"/>
                  </a:cubicBezTo>
                  <a:cubicBezTo>
                    <a:pt x="282" y="809"/>
                    <a:pt x="282" y="810"/>
                    <a:pt x="281" y="811"/>
                  </a:cubicBezTo>
                  <a:lnTo>
                    <a:pt x="146" y="777"/>
                  </a:lnTo>
                  <a:lnTo>
                    <a:pt x="20" y="746"/>
                  </a:lnTo>
                  <a:lnTo>
                    <a:pt x="17" y="745"/>
                  </a:lnTo>
                  <a:lnTo>
                    <a:pt x="17" y="746"/>
                  </a:lnTo>
                  <a:lnTo>
                    <a:pt x="17" y="1052"/>
                  </a:lnTo>
                  <a:cubicBezTo>
                    <a:pt x="15" y="1060"/>
                    <a:pt x="20" y="1070"/>
                    <a:pt x="30" y="1082"/>
                  </a:cubicBezTo>
                  <a:cubicBezTo>
                    <a:pt x="57" y="1120"/>
                    <a:pt x="84" y="1157"/>
                    <a:pt x="113" y="1194"/>
                  </a:cubicBezTo>
                  <a:cubicBezTo>
                    <a:pt x="122" y="1207"/>
                    <a:pt x="134" y="1215"/>
                    <a:pt x="146" y="1220"/>
                  </a:cubicBezTo>
                  <a:cubicBezTo>
                    <a:pt x="155" y="1223"/>
                    <a:pt x="164" y="1225"/>
                    <a:pt x="175" y="1225"/>
                  </a:cubicBezTo>
                  <a:cubicBezTo>
                    <a:pt x="186" y="1225"/>
                    <a:pt x="199" y="1223"/>
                    <a:pt x="214" y="1220"/>
                  </a:cubicBezTo>
                  <a:cubicBezTo>
                    <a:pt x="276" y="1205"/>
                    <a:pt x="339" y="1192"/>
                    <a:pt x="399" y="1177"/>
                  </a:cubicBezTo>
                  <a:cubicBezTo>
                    <a:pt x="409" y="1175"/>
                    <a:pt x="418" y="1174"/>
                    <a:pt x="425" y="1174"/>
                  </a:cubicBezTo>
                  <a:cubicBezTo>
                    <a:pt x="442" y="1174"/>
                    <a:pt x="455" y="1178"/>
                    <a:pt x="470" y="1188"/>
                  </a:cubicBezTo>
                  <a:cubicBezTo>
                    <a:pt x="503" y="1210"/>
                    <a:pt x="538" y="1230"/>
                    <a:pt x="573" y="1249"/>
                  </a:cubicBezTo>
                  <a:lnTo>
                    <a:pt x="574" y="1250"/>
                  </a:lnTo>
                  <a:lnTo>
                    <a:pt x="574" y="1449"/>
                  </a:lnTo>
                  <a:cubicBezTo>
                    <a:pt x="573" y="1453"/>
                    <a:pt x="573" y="1457"/>
                    <a:pt x="574" y="1461"/>
                  </a:cubicBezTo>
                  <a:cubicBezTo>
                    <a:pt x="578" y="1473"/>
                    <a:pt x="595" y="1482"/>
                    <a:pt x="628" y="1491"/>
                  </a:cubicBezTo>
                  <a:cubicBezTo>
                    <a:pt x="693" y="1507"/>
                    <a:pt x="756" y="1524"/>
                    <a:pt x="822" y="1538"/>
                  </a:cubicBezTo>
                  <a:cubicBezTo>
                    <a:pt x="840" y="1543"/>
                    <a:pt x="856" y="1546"/>
                    <a:pt x="869" y="1546"/>
                  </a:cubicBezTo>
                  <a:cubicBezTo>
                    <a:pt x="884" y="1546"/>
                    <a:pt x="896" y="1543"/>
                    <a:pt x="905" y="1536"/>
                  </a:cubicBezTo>
                  <a:cubicBezTo>
                    <a:pt x="913" y="1532"/>
                    <a:pt x="920" y="1525"/>
                    <a:pt x="925" y="1516"/>
                  </a:cubicBezTo>
                  <a:cubicBezTo>
                    <a:pt x="952" y="1480"/>
                    <a:pt x="977" y="1444"/>
                    <a:pt x="1001" y="1407"/>
                  </a:cubicBezTo>
                  <a:cubicBezTo>
                    <a:pt x="1009" y="1394"/>
                    <a:pt x="1021" y="1389"/>
                    <a:pt x="1041" y="1389"/>
                  </a:cubicBezTo>
                  <a:cubicBezTo>
                    <a:pt x="1045" y="1389"/>
                    <a:pt x="1050" y="1389"/>
                    <a:pt x="1055" y="1390"/>
                  </a:cubicBezTo>
                  <a:cubicBezTo>
                    <a:pt x="1101" y="1393"/>
                    <a:pt x="1147" y="1395"/>
                    <a:pt x="1193" y="1395"/>
                  </a:cubicBezTo>
                  <a:cubicBezTo>
                    <a:pt x="1226" y="1395"/>
                    <a:pt x="1259" y="1394"/>
                    <a:pt x="1292" y="1392"/>
                  </a:cubicBezTo>
                  <a:cubicBezTo>
                    <a:pt x="1295" y="1392"/>
                    <a:pt x="1297" y="1392"/>
                    <a:pt x="1299" y="1392"/>
                  </a:cubicBezTo>
                  <a:cubicBezTo>
                    <a:pt x="1325" y="1392"/>
                    <a:pt x="1339" y="1399"/>
                    <a:pt x="1351" y="1413"/>
                  </a:cubicBezTo>
                  <a:cubicBezTo>
                    <a:pt x="1377" y="1451"/>
                    <a:pt x="1404" y="1487"/>
                    <a:pt x="1432" y="1523"/>
                  </a:cubicBezTo>
                  <a:cubicBezTo>
                    <a:pt x="1438" y="1529"/>
                    <a:pt x="1442" y="1534"/>
                    <a:pt x="1448" y="1538"/>
                  </a:cubicBezTo>
                  <a:cubicBezTo>
                    <a:pt x="1461" y="1549"/>
                    <a:pt x="1476" y="1554"/>
                    <a:pt x="1496" y="1554"/>
                  </a:cubicBezTo>
                  <a:cubicBezTo>
                    <a:pt x="1508" y="1554"/>
                    <a:pt x="1522" y="1552"/>
                    <a:pt x="1538" y="1549"/>
                  </a:cubicBezTo>
                  <a:cubicBezTo>
                    <a:pt x="1601" y="1534"/>
                    <a:pt x="1664" y="1519"/>
                    <a:pt x="1727" y="1505"/>
                  </a:cubicBezTo>
                  <a:cubicBezTo>
                    <a:pt x="1762" y="1497"/>
                    <a:pt x="1778" y="1488"/>
                    <a:pt x="1780" y="1474"/>
                  </a:cubicBezTo>
                  <a:lnTo>
                    <a:pt x="1780" y="1263"/>
                  </a:lnTo>
                  <a:cubicBezTo>
                    <a:pt x="1809" y="1247"/>
                    <a:pt x="1836" y="1229"/>
                    <a:pt x="1860" y="1208"/>
                  </a:cubicBezTo>
                  <a:cubicBezTo>
                    <a:pt x="1873" y="1197"/>
                    <a:pt x="1887" y="1192"/>
                    <a:pt x="1904" y="1192"/>
                  </a:cubicBezTo>
                  <a:cubicBezTo>
                    <a:pt x="1915" y="1192"/>
                    <a:pt x="1927" y="1195"/>
                    <a:pt x="1941" y="1198"/>
                  </a:cubicBezTo>
                  <a:cubicBezTo>
                    <a:pt x="1998" y="1213"/>
                    <a:pt x="2057" y="1228"/>
                    <a:pt x="2116" y="1241"/>
                  </a:cubicBezTo>
                  <a:cubicBezTo>
                    <a:pt x="2136" y="1247"/>
                    <a:pt x="2152" y="1249"/>
                    <a:pt x="2166" y="1249"/>
                  </a:cubicBezTo>
                  <a:cubicBezTo>
                    <a:pt x="2172" y="1249"/>
                    <a:pt x="2177" y="1249"/>
                    <a:pt x="2182" y="1248"/>
                  </a:cubicBezTo>
                  <a:cubicBezTo>
                    <a:pt x="2199" y="1243"/>
                    <a:pt x="2210" y="1234"/>
                    <a:pt x="2223" y="1219"/>
                  </a:cubicBezTo>
                  <a:cubicBezTo>
                    <a:pt x="2248" y="1181"/>
                    <a:pt x="2274" y="1144"/>
                    <a:pt x="2299" y="1106"/>
                  </a:cubicBezTo>
                  <a:cubicBezTo>
                    <a:pt x="2305" y="1098"/>
                    <a:pt x="2306" y="1090"/>
                    <a:pt x="2306" y="1083"/>
                  </a:cubicBezTo>
                  <a:cubicBezTo>
                    <a:pt x="2306" y="1082"/>
                    <a:pt x="2306" y="772"/>
                    <a:pt x="2306" y="772"/>
                  </a:cubicBezTo>
                  <a:lnTo>
                    <a:pt x="2182" y="793"/>
                  </a:lnTo>
                  <a:lnTo>
                    <a:pt x="2023" y="820"/>
                  </a:lnTo>
                  <a:cubicBezTo>
                    <a:pt x="2027" y="808"/>
                    <a:pt x="2041" y="801"/>
                    <a:pt x="2066" y="795"/>
                  </a:cubicBezTo>
                  <a:cubicBezTo>
                    <a:pt x="2105" y="787"/>
                    <a:pt x="2144" y="778"/>
                    <a:pt x="2182" y="769"/>
                  </a:cubicBezTo>
                  <a:cubicBezTo>
                    <a:pt x="2199" y="765"/>
                    <a:pt x="2216" y="761"/>
                    <a:pt x="2232" y="757"/>
                  </a:cubicBezTo>
                  <a:cubicBezTo>
                    <a:pt x="2235" y="757"/>
                    <a:pt x="2237" y="756"/>
                    <a:pt x="2239" y="756"/>
                  </a:cubicBezTo>
                  <a:cubicBezTo>
                    <a:pt x="2274" y="747"/>
                    <a:pt x="2291" y="738"/>
                    <a:pt x="2292" y="724"/>
                  </a:cubicBezTo>
                  <a:lnTo>
                    <a:pt x="2292" y="413"/>
                  </a:lnTo>
                  <a:lnTo>
                    <a:pt x="1907" y="462"/>
                  </a:lnTo>
                  <a:lnTo>
                    <a:pt x="1974" y="585"/>
                  </a:lnTo>
                  <a:cubicBezTo>
                    <a:pt x="1952" y="589"/>
                    <a:pt x="1930" y="595"/>
                    <a:pt x="1907" y="599"/>
                  </a:cubicBezTo>
                  <a:cubicBezTo>
                    <a:pt x="1899" y="602"/>
                    <a:pt x="1891" y="603"/>
                    <a:pt x="1883" y="603"/>
                  </a:cubicBezTo>
                  <a:cubicBezTo>
                    <a:pt x="1869" y="603"/>
                    <a:pt x="1856" y="598"/>
                    <a:pt x="1841" y="589"/>
                  </a:cubicBezTo>
                  <a:cubicBezTo>
                    <a:pt x="1814" y="572"/>
                    <a:pt x="1768" y="556"/>
                    <a:pt x="1745" y="532"/>
                  </a:cubicBezTo>
                  <a:cubicBezTo>
                    <a:pt x="1721" y="502"/>
                    <a:pt x="1705" y="451"/>
                    <a:pt x="1700" y="415"/>
                  </a:cubicBezTo>
                  <a:cubicBezTo>
                    <a:pt x="1697" y="393"/>
                    <a:pt x="1697" y="392"/>
                    <a:pt x="1706" y="374"/>
                  </a:cubicBezTo>
                  <a:cubicBezTo>
                    <a:pt x="1708" y="371"/>
                    <a:pt x="1739" y="325"/>
                    <a:pt x="1736" y="323"/>
                  </a:cubicBezTo>
                  <a:cubicBezTo>
                    <a:pt x="1737" y="323"/>
                    <a:pt x="1736" y="19"/>
                    <a:pt x="1736" y="19"/>
                  </a:cubicBezTo>
                  <a:lnTo>
                    <a:pt x="1461" y="4"/>
                  </a:lnTo>
                  <a:lnTo>
                    <a:pt x="1471" y="234"/>
                  </a:lnTo>
                  <a:cubicBezTo>
                    <a:pt x="1460" y="232"/>
                    <a:pt x="1450" y="232"/>
                    <a:pt x="1441" y="232"/>
                  </a:cubicBezTo>
                  <a:cubicBezTo>
                    <a:pt x="1434" y="232"/>
                    <a:pt x="1428" y="232"/>
                    <a:pt x="1422" y="232"/>
                  </a:cubicBezTo>
                  <a:cubicBezTo>
                    <a:pt x="1409" y="232"/>
                    <a:pt x="1396" y="231"/>
                    <a:pt x="1381" y="225"/>
                  </a:cubicBezTo>
                  <a:cubicBezTo>
                    <a:pt x="1346" y="214"/>
                    <a:pt x="1313" y="206"/>
                    <a:pt x="1277" y="202"/>
                  </a:cubicBezTo>
                  <a:cubicBezTo>
                    <a:pt x="1249" y="199"/>
                    <a:pt x="1222" y="198"/>
                    <a:pt x="1194" y="198"/>
                  </a:cubicBezTo>
                  <a:cubicBezTo>
                    <a:pt x="1150" y="198"/>
                    <a:pt x="1107" y="201"/>
                    <a:pt x="1064" y="204"/>
                  </a:cubicBezTo>
                  <a:cubicBezTo>
                    <a:pt x="967" y="212"/>
                    <a:pt x="863" y="209"/>
                    <a:pt x="769" y="229"/>
                  </a:cubicBezTo>
                  <a:cubicBezTo>
                    <a:pt x="742" y="236"/>
                    <a:pt x="714" y="242"/>
                    <a:pt x="687" y="248"/>
                  </a:cubicBezTo>
                  <a:lnTo>
                    <a:pt x="657" y="5"/>
                  </a:lnTo>
                  <a:lnTo>
                    <a:pt x="52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3"/>
            <p:cNvSpPr/>
            <p:nvPr/>
          </p:nvSpPr>
          <p:spPr>
            <a:xfrm>
              <a:off x="6377163" y="2866848"/>
              <a:ext cx="30575" cy="36709"/>
            </a:xfrm>
            <a:custGeom>
              <a:avLst/>
              <a:gdLst/>
              <a:ahLst/>
              <a:cxnLst/>
              <a:rect l="l" t="t" r="r" b="b"/>
              <a:pathLst>
                <a:path w="334" h="401" extrusionOk="0">
                  <a:moveTo>
                    <a:pt x="1" y="0"/>
                  </a:moveTo>
                  <a:lnTo>
                    <a:pt x="1" y="105"/>
                  </a:lnTo>
                  <a:lnTo>
                    <a:pt x="2" y="105"/>
                  </a:lnTo>
                  <a:lnTo>
                    <a:pt x="2" y="304"/>
                  </a:lnTo>
                  <a:cubicBezTo>
                    <a:pt x="1" y="309"/>
                    <a:pt x="1" y="312"/>
                    <a:pt x="2" y="316"/>
                  </a:cubicBezTo>
                  <a:cubicBezTo>
                    <a:pt x="6" y="329"/>
                    <a:pt x="23" y="338"/>
                    <a:pt x="56" y="346"/>
                  </a:cubicBezTo>
                  <a:cubicBezTo>
                    <a:pt x="120" y="363"/>
                    <a:pt x="184" y="379"/>
                    <a:pt x="250" y="395"/>
                  </a:cubicBezTo>
                  <a:cubicBezTo>
                    <a:pt x="268" y="399"/>
                    <a:pt x="283" y="401"/>
                    <a:pt x="296" y="401"/>
                  </a:cubicBezTo>
                  <a:cubicBezTo>
                    <a:pt x="311" y="401"/>
                    <a:pt x="323" y="398"/>
                    <a:pt x="333" y="391"/>
                  </a:cubicBezTo>
                  <a:lnTo>
                    <a:pt x="3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3"/>
            <p:cNvSpPr/>
            <p:nvPr/>
          </p:nvSpPr>
          <p:spPr>
            <a:xfrm>
              <a:off x="6326172" y="2830230"/>
              <a:ext cx="12084" cy="43574"/>
            </a:xfrm>
            <a:custGeom>
              <a:avLst/>
              <a:gdLst/>
              <a:ahLst/>
              <a:cxnLst/>
              <a:rect l="l" t="t" r="r" b="b"/>
              <a:pathLst>
                <a:path w="132" h="476" extrusionOk="0">
                  <a:moveTo>
                    <a:pt x="2" y="1"/>
                  </a:moveTo>
                  <a:lnTo>
                    <a:pt x="2" y="308"/>
                  </a:lnTo>
                  <a:cubicBezTo>
                    <a:pt x="0" y="316"/>
                    <a:pt x="5" y="326"/>
                    <a:pt x="14" y="338"/>
                  </a:cubicBezTo>
                  <a:cubicBezTo>
                    <a:pt x="42" y="376"/>
                    <a:pt x="69" y="413"/>
                    <a:pt x="97" y="450"/>
                  </a:cubicBezTo>
                  <a:cubicBezTo>
                    <a:pt x="107" y="462"/>
                    <a:pt x="118" y="471"/>
                    <a:pt x="131" y="476"/>
                  </a:cubicBezTo>
                  <a:lnTo>
                    <a:pt x="131" y="32"/>
                  </a:lnTo>
                  <a:lnTo>
                    <a:pt x="131" y="6"/>
                  </a:lnTo>
                  <a:lnTo>
                    <a:pt x="1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3"/>
            <p:cNvSpPr/>
            <p:nvPr/>
          </p:nvSpPr>
          <p:spPr>
            <a:xfrm>
              <a:off x="6457265" y="2868405"/>
              <a:ext cx="30484" cy="35885"/>
            </a:xfrm>
            <a:custGeom>
              <a:avLst/>
              <a:gdLst/>
              <a:ahLst/>
              <a:cxnLst/>
              <a:rect l="l" t="t" r="r" b="b"/>
              <a:pathLst>
                <a:path w="333" h="392" extrusionOk="0">
                  <a:moveTo>
                    <a:pt x="1" y="0"/>
                  </a:moveTo>
                  <a:lnTo>
                    <a:pt x="1" y="376"/>
                  </a:lnTo>
                  <a:cubicBezTo>
                    <a:pt x="13" y="387"/>
                    <a:pt x="29" y="392"/>
                    <a:pt x="48" y="392"/>
                  </a:cubicBezTo>
                  <a:cubicBezTo>
                    <a:pt x="60" y="392"/>
                    <a:pt x="74" y="390"/>
                    <a:pt x="90" y="387"/>
                  </a:cubicBezTo>
                  <a:cubicBezTo>
                    <a:pt x="154" y="372"/>
                    <a:pt x="217" y="358"/>
                    <a:pt x="280" y="343"/>
                  </a:cubicBezTo>
                  <a:cubicBezTo>
                    <a:pt x="315" y="335"/>
                    <a:pt x="331" y="326"/>
                    <a:pt x="332" y="312"/>
                  </a:cubicBezTo>
                  <a:lnTo>
                    <a:pt x="332" y="102"/>
                  </a:lnTo>
                  <a:lnTo>
                    <a:pt x="3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3"/>
            <p:cNvSpPr/>
            <p:nvPr/>
          </p:nvSpPr>
          <p:spPr>
            <a:xfrm>
              <a:off x="6524459" y="2832702"/>
              <a:ext cx="11534" cy="43574"/>
            </a:xfrm>
            <a:custGeom>
              <a:avLst/>
              <a:gdLst/>
              <a:ahLst/>
              <a:cxnLst/>
              <a:rect l="l" t="t" r="r" b="b"/>
              <a:pathLst>
                <a:path w="126" h="476" extrusionOk="0">
                  <a:moveTo>
                    <a:pt x="125" y="1"/>
                  </a:moveTo>
                  <a:lnTo>
                    <a:pt x="1" y="21"/>
                  </a:lnTo>
                  <a:lnTo>
                    <a:pt x="1" y="476"/>
                  </a:lnTo>
                  <a:cubicBezTo>
                    <a:pt x="18" y="471"/>
                    <a:pt x="30" y="462"/>
                    <a:pt x="42" y="447"/>
                  </a:cubicBezTo>
                  <a:cubicBezTo>
                    <a:pt x="67" y="409"/>
                    <a:pt x="93" y="372"/>
                    <a:pt x="118" y="334"/>
                  </a:cubicBezTo>
                  <a:cubicBezTo>
                    <a:pt x="124" y="326"/>
                    <a:pt x="126" y="319"/>
                    <a:pt x="125" y="311"/>
                  </a:cubicBezTo>
                  <a:cubicBezTo>
                    <a:pt x="126" y="311"/>
                    <a:pt x="125" y="1"/>
                    <a:pt x="12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3"/>
            <p:cNvSpPr/>
            <p:nvPr/>
          </p:nvSpPr>
          <p:spPr>
            <a:xfrm>
              <a:off x="6323975" y="2754156"/>
              <a:ext cx="213019" cy="121935"/>
            </a:xfrm>
            <a:custGeom>
              <a:avLst/>
              <a:gdLst/>
              <a:ahLst/>
              <a:cxnLst/>
              <a:rect l="l" t="t" r="r" b="b"/>
              <a:pathLst>
                <a:path w="2327" h="1332" extrusionOk="0">
                  <a:moveTo>
                    <a:pt x="1141" y="351"/>
                  </a:moveTo>
                  <a:cubicBezTo>
                    <a:pt x="1284" y="351"/>
                    <a:pt x="1429" y="383"/>
                    <a:pt x="1540" y="448"/>
                  </a:cubicBezTo>
                  <a:cubicBezTo>
                    <a:pt x="1757" y="573"/>
                    <a:pt x="1766" y="773"/>
                    <a:pt x="1560" y="892"/>
                  </a:cubicBezTo>
                  <a:cubicBezTo>
                    <a:pt x="1458" y="951"/>
                    <a:pt x="1324" y="981"/>
                    <a:pt x="1188" y="981"/>
                  </a:cubicBezTo>
                  <a:cubicBezTo>
                    <a:pt x="1043" y="981"/>
                    <a:pt x="897" y="948"/>
                    <a:pt x="783" y="882"/>
                  </a:cubicBezTo>
                  <a:cubicBezTo>
                    <a:pt x="571" y="760"/>
                    <a:pt x="563" y="558"/>
                    <a:pt x="768" y="440"/>
                  </a:cubicBezTo>
                  <a:cubicBezTo>
                    <a:pt x="870" y="380"/>
                    <a:pt x="1005" y="351"/>
                    <a:pt x="1141" y="351"/>
                  </a:cubicBezTo>
                  <a:close/>
                  <a:moveTo>
                    <a:pt x="824" y="0"/>
                  </a:moveTo>
                  <a:cubicBezTo>
                    <a:pt x="811" y="0"/>
                    <a:pt x="796" y="2"/>
                    <a:pt x="778" y="6"/>
                  </a:cubicBezTo>
                  <a:cubicBezTo>
                    <a:pt x="715" y="21"/>
                    <a:pt x="652" y="36"/>
                    <a:pt x="589" y="50"/>
                  </a:cubicBezTo>
                  <a:cubicBezTo>
                    <a:pt x="538" y="61"/>
                    <a:pt x="527" y="77"/>
                    <a:pt x="548" y="108"/>
                  </a:cubicBezTo>
                  <a:cubicBezTo>
                    <a:pt x="574" y="143"/>
                    <a:pt x="601" y="179"/>
                    <a:pt x="628" y="213"/>
                  </a:cubicBezTo>
                  <a:cubicBezTo>
                    <a:pt x="643" y="231"/>
                    <a:pt x="642" y="246"/>
                    <a:pt x="610" y="258"/>
                  </a:cubicBezTo>
                  <a:cubicBezTo>
                    <a:pt x="548" y="281"/>
                    <a:pt x="497" y="311"/>
                    <a:pt x="457" y="346"/>
                  </a:cubicBezTo>
                  <a:cubicBezTo>
                    <a:pt x="445" y="357"/>
                    <a:pt x="431" y="362"/>
                    <a:pt x="414" y="362"/>
                  </a:cubicBezTo>
                  <a:cubicBezTo>
                    <a:pt x="405" y="362"/>
                    <a:pt x="395" y="360"/>
                    <a:pt x="384" y="358"/>
                  </a:cubicBezTo>
                  <a:cubicBezTo>
                    <a:pt x="323" y="342"/>
                    <a:pt x="262" y="327"/>
                    <a:pt x="200" y="311"/>
                  </a:cubicBezTo>
                  <a:cubicBezTo>
                    <a:pt x="182" y="307"/>
                    <a:pt x="167" y="305"/>
                    <a:pt x="154" y="305"/>
                  </a:cubicBezTo>
                  <a:cubicBezTo>
                    <a:pt x="128" y="305"/>
                    <a:pt x="112" y="314"/>
                    <a:pt x="97" y="335"/>
                  </a:cubicBezTo>
                  <a:cubicBezTo>
                    <a:pt x="71" y="372"/>
                    <a:pt x="45" y="409"/>
                    <a:pt x="20" y="447"/>
                  </a:cubicBezTo>
                  <a:cubicBezTo>
                    <a:pt x="1" y="476"/>
                    <a:pt x="13" y="493"/>
                    <a:pt x="64" y="506"/>
                  </a:cubicBezTo>
                  <a:cubicBezTo>
                    <a:pt x="128" y="522"/>
                    <a:pt x="192" y="539"/>
                    <a:pt x="256" y="555"/>
                  </a:cubicBezTo>
                  <a:cubicBezTo>
                    <a:pt x="282" y="560"/>
                    <a:pt x="292" y="569"/>
                    <a:pt x="290" y="585"/>
                  </a:cubicBezTo>
                  <a:cubicBezTo>
                    <a:pt x="283" y="632"/>
                    <a:pt x="286" y="679"/>
                    <a:pt x="296" y="726"/>
                  </a:cubicBezTo>
                  <a:cubicBezTo>
                    <a:pt x="299" y="743"/>
                    <a:pt x="288" y="751"/>
                    <a:pt x="263" y="756"/>
                  </a:cubicBezTo>
                  <a:cubicBezTo>
                    <a:pt x="201" y="770"/>
                    <a:pt x="140" y="784"/>
                    <a:pt x="79" y="799"/>
                  </a:cubicBezTo>
                  <a:cubicBezTo>
                    <a:pt x="23" y="813"/>
                    <a:pt x="13" y="827"/>
                    <a:pt x="38" y="861"/>
                  </a:cubicBezTo>
                  <a:cubicBezTo>
                    <a:pt x="66" y="898"/>
                    <a:pt x="93" y="935"/>
                    <a:pt x="121" y="972"/>
                  </a:cubicBezTo>
                  <a:cubicBezTo>
                    <a:pt x="138" y="993"/>
                    <a:pt x="156" y="1002"/>
                    <a:pt x="183" y="1002"/>
                  </a:cubicBezTo>
                  <a:cubicBezTo>
                    <a:pt x="194" y="1002"/>
                    <a:pt x="207" y="1001"/>
                    <a:pt x="223" y="997"/>
                  </a:cubicBezTo>
                  <a:cubicBezTo>
                    <a:pt x="285" y="984"/>
                    <a:pt x="347" y="969"/>
                    <a:pt x="408" y="956"/>
                  </a:cubicBezTo>
                  <a:cubicBezTo>
                    <a:pt x="418" y="953"/>
                    <a:pt x="426" y="952"/>
                    <a:pt x="434" y="952"/>
                  </a:cubicBezTo>
                  <a:cubicBezTo>
                    <a:pt x="450" y="952"/>
                    <a:pt x="463" y="957"/>
                    <a:pt x="478" y="966"/>
                  </a:cubicBezTo>
                  <a:cubicBezTo>
                    <a:pt x="531" y="999"/>
                    <a:pt x="586" y="1031"/>
                    <a:pt x="644" y="1061"/>
                  </a:cubicBezTo>
                  <a:cubicBezTo>
                    <a:pt x="670" y="1075"/>
                    <a:pt x="675" y="1087"/>
                    <a:pt x="663" y="1104"/>
                  </a:cubicBezTo>
                  <a:cubicBezTo>
                    <a:pt x="638" y="1139"/>
                    <a:pt x="615" y="1174"/>
                    <a:pt x="591" y="1209"/>
                  </a:cubicBezTo>
                  <a:cubicBezTo>
                    <a:pt x="571" y="1239"/>
                    <a:pt x="583" y="1255"/>
                    <a:pt x="637" y="1269"/>
                  </a:cubicBezTo>
                  <a:cubicBezTo>
                    <a:pt x="701" y="1285"/>
                    <a:pt x="765" y="1301"/>
                    <a:pt x="831" y="1317"/>
                  </a:cubicBezTo>
                  <a:cubicBezTo>
                    <a:pt x="848" y="1321"/>
                    <a:pt x="863" y="1324"/>
                    <a:pt x="876" y="1324"/>
                  </a:cubicBezTo>
                  <a:cubicBezTo>
                    <a:pt x="902" y="1324"/>
                    <a:pt x="920" y="1314"/>
                    <a:pt x="934" y="1294"/>
                  </a:cubicBezTo>
                  <a:cubicBezTo>
                    <a:pt x="960" y="1257"/>
                    <a:pt x="986" y="1221"/>
                    <a:pt x="1010" y="1184"/>
                  </a:cubicBezTo>
                  <a:cubicBezTo>
                    <a:pt x="1018" y="1172"/>
                    <a:pt x="1031" y="1167"/>
                    <a:pt x="1051" y="1167"/>
                  </a:cubicBezTo>
                  <a:cubicBezTo>
                    <a:pt x="1055" y="1167"/>
                    <a:pt x="1059" y="1167"/>
                    <a:pt x="1064" y="1167"/>
                  </a:cubicBezTo>
                  <a:cubicBezTo>
                    <a:pt x="1113" y="1171"/>
                    <a:pt x="1163" y="1173"/>
                    <a:pt x="1212" y="1173"/>
                  </a:cubicBezTo>
                  <a:cubicBezTo>
                    <a:pt x="1242" y="1173"/>
                    <a:pt x="1272" y="1172"/>
                    <a:pt x="1301" y="1171"/>
                  </a:cubicBezTo>
                  <a:cubicBezTo>
                    <a:pt x="1305" y="1170"/>
                    <a:pt x="1309" y="1170"/>
                    <a:pt x="1312" y="1170"/>
                  </a:cubicBezTo>
                  <a:cubicBezTo>
                    <a:pt x="1336" y="1170"/>
                    <a:pt x="1349" y="1177"/>
                    <a:pt x="1359" y="1191"/>
                  </a:cubicBezTo>
                  <a:cubicBezTo>
                    <a:pt x="1386" y="1228"/>
                    <a:pt x="1413" y="1264"/>
                    <a:pt x="1441" y="1300"/>
                  </a:cubicBezTo>
                  <a:cubicBezTo>
                    <a:pt x="1458" y="1322"/>
                    <a:pt x="1476" y="1332"/>
                    <a:pt x="1503" y="1332"/>
                  </a:cubicBezTo>
                  <a:cubicBezTo>
                    <a:pt x="1515" y="1332"/>
                    <a:pt x="1529" y="1330"/>
                    <a:pt x="1546" y="1326"/>
                  </a:cubicBezTo>
                  <a:cubicBezTo>
                    <a:pt x="1610" y="1311"/>
                    <a:pt x="1673" y="1297"/>
                    <a:pt x="1736" y="1282"/>
                  </a:cubicBezTo>
                  <a:cubicBezTo>
                    <a:pt x="1790" y="1270"/>
                    <a:pt x="1800" y="1255"/>
                    <a:pt x="1778" y="1224"/>
                  </a:cubicBezTo>
                  <a:cubicBezTo>
                    <a:pt x="1752" y="1187"/>
                    <a:pt x="1725" y="1153"/>
                    <a:pt x="1698" y="1118"/>
                  </a:cubicBezTo>
                  <a:cubicBezTo>
                    <a:pt x="1685" y="1100"/>
                    <a:pt x="1685" y="1086"/>
                    <a:pt x="1716" y="1075"/>
                  </a:cubicBezTo>
                  <a:cubicBezTo>
                    <a:pt x="1777" y="1051"/>
                    <a:pt x="1828" y="1022"/>
                    <a:pt x="1869" y="986"/>
                  </a:cubicBezTo>
                  <a:cubicBezTo>
                    <a:pt x="1882" y="975"/>
                    <a:pt x="1896" y="970"/>
                    <a:pt x="1912" y="970"/>
                  </a:cubicBezTo>
                  <a:cubicBezTo>
                    <a:pt x="1924" y="970"/>
                    <a:pt x="1936" y="972"/>
                    <a:pt x="1950" y="976"/>
                  </a:cubicBezTo>
                  <a:cubicBezTo>
                    <a:pt x="2007" y="990"/>
                    <a:pt x="2066" y="1005"/>
                    <a:pt x="2125" y="1019"/>
                  </a:cubicBezTo>
                  <a:cubicBezTo>
                    <a:pt x="2145" y="1024"/>
                    <a:pt x="2161" y="1026"/>
                    <a:pt x="2174" y="1026"/>
                  </a:cubicBezTo>
                  <a:cubicBezTo>
                    <a:pt x="2200" y="1026"/>
                    <a:pt x="2216" y="1017"/>
                    <a:pt x="2232" y="996"/>
                  </a:cubicBezTo>
                  <a:cubicBezTo>
                    <a:pt x="2257" y="959"/>
                    <a:pt x="2283" y="921"/>
                    <a:pt x="2308" y="883"/>
                  </a:cubicBezTo>
                  <a:cubicBezTo>
                    <a:pt x="2326" y="856"/>
                    <a:pt x="2314" y="840"/>
                    <a:pt x="2265" y="827"/>
                  </a:cubicBezTo>
                  <a:cubicBezTo>
                    <a:pt x="2203" y="810"/>
                    <a:pt x="2140" y="795"/>
                    <a:pt x="2077" y="780"/>
                  </a:cubicBezTo>
                  <a:cubicBezTo>
                    <a:pt x="2046" y="772"/>
                    <a:pt x="2033" y="763"/>
                    <a:pt x="2037" y="742"/>
                  </a:cubicBezTo>
                  <a:cubicBezTo>
                    <a:pt x="2045" y="699"/>
                    <a:pt x="2042" y="656"/>
                    <a:pt x="2032" y="613"/>
                  </a:cubicBezTo>
                  <a:cubicBezTo>
                    <a:pt x="2027" y="590"/>
                    <a:pt x="2040" y="579"/>
                    <a:pt x="2075" y="573"/>
                  </a:cubicBezTo>
                  <a:cubicBezTo>
                    <a:pt x="2130" y="560"/>
                    <a:pt x="2185" y="548"/>
                    <a:pt x="2242" y="534"/>
                  </a:cubicBezTo>
                  <a:cubicBezTo>
                    <a:pt x="2305" y="520"/>
                    <a:pt x="2315" y="506"/>
                    <a:pt x="2288" y="470"/>
                  </a:cubicBezTo>
                  <a:cubicBezTo>
                    <a:pt x="2261" y="433"/>
                    <a:pt x="2234" y="397"/>
                    <a:pt x="2207" y="361"/>
                  </a:cubicBezTo>
                  <a:cubicBezTo>
                    <a:pt x="2190" y="339"/>
                    <a:pt x="2171" y="329"/>
                    <a:pt x="2144" y="329"/>
                  </a:cubicBezTo>
                  <a:cubicBezTo>
                    <a:pt x="2132" y="329"/>
                    <a:pt x="2118" y="331"/>
                    <a:pt x="2102" y="335"/>
                  </a:cubicBezTo>
                  <a:cubicBezTo>
                    <a:pt x="2040" y="349"/>
                    <a:pt x="1978" y="362"/>
                    <a:pt x="1916" y="377"/>
                  </a:cubicBezTo>
                  <a:cubicBezTo>
                    <a:pt x="1908" y="379"/>
                    <a:pt x="1900" y="380"/>
                    <a:pt x="1892" y="380"/>
                  </a:cubicBezTo>
                  <a:cubicBezTo>
                    <a:pt x="1877" y="380"/>
                    <a:pt x="1864" y="376"/>
                    <a:pt x="1850" y="367"/>
                  </a:cubicBezTo>
                  <a:cubicBezTo>
                    <a:pt x="1796" y="333"/>
                    <a:pt x="1741" y="300"/>
                    <a:pt x="1682" y="270"/>
                  </a:cubicBezTo>
                  <a:cubicBezTo>
                    <a:pt x="1657" y="256"/>
                    <a:pt x="1653" y="245"/>
                    <a:pt x="1664" y="229"/>
                  </a:cubicBezTo>
                  <a:cubicBezTo>
                    <a:pt x="1690" y="192"/>
                    <a:pt x="1714" y="156"/>
                    <a:pt x="1738" y="119"/>
                  </a:cubicBezTo>
                  <a:cubicBezTo>
                    <a:pt x="1750" y="104"/>
                    <a:pt x="1751" y="90"/>
                    <a:pt x="1726" y="76"/>
                  </a:cubicBezTo>
                  <a:cubicBezTo>
                    <a:pt x="1717" y="69"/>
                    <a:pt x="1706" y="66"/>
                    <a:pt x="1692" y="64"/>
                  </a:cubicBezTo>
                  <a:cubicBezTo>
                    <a:pt x="1626" y="47"/>
                    <a:pt x="1560" y="30"/>
                    <a:pt x="1494" y="14"/>
                  </a:cubicBezTo>
                  <a:cubicBezTo>
                    <a:pt x="1477" y="10"/>
                    <a:pt x="1463" y="8"/>
                    <a:pt x="1450" y="8"/>
                  </a:cubicBezTo>
                  <a:cubicBezTo>
                    <a:pt x="1425" y="8"/>
                    <a:pt x="1408" y="17"/>
                    <a:pt x="1394" y="37"/>
                  </a:cubicBezTo>
                  <a:cubicBezTo>
                    <a:pt x="1369" y="72"/>
                    <a:pt x="1345" y="106"/>
                    <a:pt x="1323" y="141"/>
                  </a:cubicBezTo>
                  <a:cubicBezTo>
                    <a:pt x="1312" y="157"/>
                    <a:pt x="1299" y="165"/>
                    <a:pt x="1271" y="165"/>
                  </a:cubicBezTo>
                  <a:cubicBezTo>
                    <a:pt x="1266" y="165"/>
                    <a:pt x="1261" y="164"/>
                    <a:pt x="1255" y="164"/>
                  </a:cubicBezTo>
                  <a:cubicBezTo>
                    <a:pt x="1211" y="161"/>
                    <a:pt x="1167" y="159"/>
                    <a:pt x="1123" y="159"/>
                  </a:cubicBezTo>
                  <a:cubicBezTo>
                    <a:pt x="1091" y="159"/>
                    <a:pt x="1059" y="160"/>
                    <a:pt x="1028" y="162"/>
                  </a:cubicBezTo>
                  <a:cubicBezTo>
                    <a:pt x="1025" y="162"/>
                    <a:pt x="1023" y="162"/>
                    <a:pt x="1021" y="162"/>
                  </a:cubicBezTo>
                  <a:cubicBezTo>
                    <a:pt x="993" y="162"/>
                    <a:pt x="977" y="155"/>
                    <a:pt x="967" y="139"/>
                  </a:cubicBezTo>
                  <a:cubicBezTo>
                    <a:pt x="941" y="103"/>
                    <a:pt x="914" y="68"/>
                    <a:pt x="887" y="33"/>
                  </a:cubicBezTo>
                  <a:cubicBezTo>
                    <a:pt x="869" y="10"/>
                    <a:pt x="852" y="0"/>
                    <a:pt x="82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3"/>
            <p:cNvSpPr/>
            <p:nvPr/>
          </p:nvSpPr>
          <p:spPr>
            <a:xfrm>
              <a:off x="6325165" y="2813844"/>
              <a:ext cx="211829" cy="62249"/>
            </a:xfrm>
            <a:custGeom>
              <a:avLst/>
              <a:gdLst/>
              <a:ahLst/>
              <a:cxnLst/>
              <a:rect l="l" t="t" r="r" b="b"/>
              <a:pathLst>
                <a:path w="2314" h="680" extrusionOk="0">
                  <a:moveTo>
                    <a:pt x="274" y="1"/>
                  </a:moveTo>
                  <a:lnTo>
                    <a:pt x="274" y="1"/>
                  </a:lnTo>
                  <a:cubicBezTo>
                    <a:pt x="275" y="24"/>
                    <a:pt x="277" y="49"/>
                    <a:pt x="283" y="74"/>
                  </a:cubicBezTo>
                  <a:cubicBezTo>
                    <a:pt x="286" y="91"/>
                    <a:pt x="275" y="99"/>
                    <a:pt x="250" y="104"/>
                  </a:cubicBezTo>
                  <a:cubicBezTo>
                    <a:pt x="188" y="118"/>
                    <a:pt x="127" y="132"/>
                    <a:pt x="66" y="147"/>
                  </a:cubicBezTo>
                  <a:cubicBezTo>
                    <a:pt x="10" y="161"/>
                    <a:pt x="0" y="175"/>
                    <a:pt x="25" y="209"/>
                  </a:cubicBezTo>
                  <a:cubicBezTo>
                    <a:pt x="53" y="246"/>
                    <a:pt x="80" y="283"/>
                    <a:pt x="109" y="320"/>
                  </a:cubicBezTo>
                  <a:cubicBezTo>
                    <a:pt x="125" y="341"/>
                    <a:pt x="143" y="350"/>
                    <a:pt x="170" y="350"/>
                  </a:cubicBezTo>
                  <a:cubicBezTo>
                    <a:pt x="181" y="350"/>
                    <a:pt x="194" y="349"/>
                    <a:pt x="210" y="345"/>
                  </a:cubicBezTo>
                  <a:cubicBezTo>
                    <a:pt x="272" y="332"/>
                    <a:pt x="334" y="317"/>
                    <a:pt x="395" y="304"/>
                  </a:cubicBezTo>
                  <a:cubicBezTo>
                    <a:pt x="405" y="301"/>
                    <a:pt x="413" y="300"/>
                    <a:pt x="421" y="300"/>
                  </a:cubicBezTo>
                  <a:cubicBezTo>
                    <a:pt x="437" y="300"/>
                    <a:pt x="450" y="305"/>
                    <a:pt x="465" y="314"/>
                  </a:cubicBezTo>
                  <a:cubicBezTo>
                    <a:pt x="518" y="347"/>
                    <a:pt x="573" y="379"/>
                    <a:pt x="631" y="409"/>
                  </a:cubicBezTo>
                  <a:cubicBezTo>
                    <a:pt x="657" y="423"/>
                    <a:pt x="662" y="435"/>
                    <a:pt x="650" y="452"/>
                  </a:cubicBezTo>
                  <a:cubicBezTo>
                    <a:pt x="625" y="487"/>
                    <a:pt x="602" y="522"/>
                    <a:pt x="579" y="557"/>
                  </a:cubicBezTo>
                  <a:cubicBezTo>
                    <a:pt x="558" y="587"/>
                    <a:pt x="570" y="603"/>
                    <a:pt x="624" y="617"/>
                  </a:cubicBezTo>
                  <a:cubicBezTo>
                    <a:pt x="688" y="633"/>
                    <a:pt x="752" y="649"/>
                    <a:pt x="818" y="665"/>
                  </a:cubicBezTo>
                  <a:cubicBezTo>
                    <a:pt x="835" y="669"/>
                    <a:pt x="850" y="672"/>
                    <a:pt x="863" y="672"/>
                  </a:cubicBezTo>
                  <a:cubicBezTo>
                    <a:pt x="889" y="672"/>
                    <a:pt x="907" y="662"/>
                    <a:pt x="921" y="642"/>
                  </a:cubicBezTo>
                  <a:cubicBezTo>
                    <a:pt x="947" y="605"/>
                    <a:pt x="973" y="569"/>
                    <a:pt x="997" y="532"/>
                  </a:cubicBezTo>
                  <a:cubicBezTo>
                    <a:pt x="1005" y="520"/>
                    <a:pt x="1018" y="515"/>
                    <a:pt x="1038" y="515"/>
                  </a:cubicBezTo>
                  <a:cubicBezTo>
                    <a:pt x="1042" y="515"/>
                    <a:pt x="1046" y="515"/>
                    <a:pt x="1051" y="515"/>
                  </a:cubicBezTo>
                  <a:cubicBezTo>
                    <a:pt x="1100" y="519"/>
                    <a:pt x="1150" y="521"/>
                    <a:pt x="1199" y="521"/>
                  </a:cubicBezTo>
                  <a:cubicBezTo>
                    <a:pt x="1229" y="521"/>
                    <a:pt x="1259" y="520"/>
                    <a:pt x="1288" y="519"/>
                  </a:cubicBezTo>
                  <a:cubicBezTo>
                    <a:pt x="1292" y="518"/>
                    <a:pt x="1296" y="518"/>
                    <a:pt x="1299" y="518"/>
                  </a:cubicBezTo>
                  <a:cubicBezTo>
                    <a:pt x="1323" y="518"/>
                    <a:pt x="1336" y="525"/>
                    <a:pt x="1346" y="539"/>
                  </a:cubicBezTo>
                  <a:cubicBezTo>
                    <a:pt x="1373" y="576"/>
                    <a:pt x="1400" y="612"/>
                    <a:pt x="1428" y="648"/>
                  </a:cubicBezTo>
                  <a:cubicBezTo>
                    <a:pt x="1445" y="670"/>
                    <a:pt x="1463" y="680"/>
                    <a:pt x="1491" y="680"/>
                  </a:cubicBezTo>
                  <a:cubicBezTo>
                    <a:pt x="1503" y="680"/>
                    <a:pt x="1517" y="678"/>
                    <a:pt x="1534" y="674"/>
                  </a:cubicBezTo>
                  <a:cubicBezTo>
                    <a:pt x="1597" y="659"/>
                    <a:pt x="1660" y="645"/>
                    <a:pt x="1723" y="630"/>
                  </a:cubicBezTo>
                  <a:cubicBezTo>
                    <a:pt x="1777" y="618"/>
                    <a:pt x="1787" y="603"/>
                    <a:pt x="1765" y="572"/>
                  </a:cubicBezTo>
                  <a:cubicBezTo>
                    <a:pt x="1739" y="535"/>
                    <a:pt x="1712" y="501"/>
                    <a:pt x="1686" y="465"/>
                  </a:cubicBezTo>
                  <a:cubicBezTo>
                    <a:pt x="1672" y="448"/>
                    <a:pt x="1672" y="434"/>
                    <a:pt x="1703" y="423"/>
                  </a:cubicBezTo>
                  <a:cubicBezTo>
                    <a:pt x="1764" y="399"/>
                    <a:pt x="1815" y="370"/>
                    <a:pt x="1856" y="334"/>
                  </a:cubicBezTo>
                  <a:cubicBezTo>
                    <a:pt x="1869" y="323"/>
                    <a:pt x="1883" y="318"/>
                    <a:pt x="1899" y="318"/>
                  </a:cubicBezTo>
                  <a:cubicBezTo>
                    <a:pt x="1911" y="318"/>
                    <a:pt x="1923" y="320"/>
                    <a:pt x="1937" y="324"/>
                  </a:cubicBezTo>
                  <a:cubicBezTo>
                    <a:pt x="1994" y="338"/>
                    <a:pt x="2053" y="353"/>
                    <a:pt x="2112" y="367"/>
                  </a:cubicBezTo>
                  <a:cubicBezTo>
                    <a:pt x="2132" y="372"/>
                    <a:pt x="2148" y="374"/>
                    <a:pt x="2161" y="374"/>
                  </a:cubicBezTo>
                  <a:cubicBezTo>
                    <a:pt x="2187" y="374"/>
                    <a:pt x="2203" y="365"/>
                    <a:pt x="2219" y="344"/>
                  </a:cubicBezTo>
                  <a:cubicBezTo>
                    <a:pt x="2244" y="307"/>
                    <a:pt x="2270" y="269"/>
                    <a:pt x="2295" y="231"/>
                  </a:cubicBezTo>
                  <a:cubicBezTo>
                    <a:pt x="2313" y="204"/>
                    <a:pt x="2301" y="188"/>
                    <a:pt x="2252" y="175"/>
                  </a:cubicBezTo>
                  <a:cubicBezTo>
                    <a:pt x="2190" y="158"/>
                    <a:pt x="2127" y="143"/>
                    <a:pt x="2064" y="128"/>
                  </a:cubicBezTo>
                  <a:cubicBezTo>
                    <a:pt x="2034" y="120"/>
                    <a:pt x="2020" y="111"/>
                    <a:pt x="2024" y="90"/>
                  </a:cubicBezTo>
                  <a:cubicBezTo>
                    <a:pt x="2027" y="68"/>
                    <a:pt x="2028" y="46"/>
                    <a:pt x="2028" y="23"/>
                  </a:cubicBezTo>
                  <a:lnTo>
                    <a:pt x="1695" y="19"/>
                  </a:lnTo>
                  <a:lnTo>
                    <a:pt x="1695" y="19"/>
                  </a:lnTo>
                  <a:cubicBezTo>
                    <a:pt x="1699" y="100"/>
                    <a:pt x="1650" y="180"/>
                    <a:pt x="1546" y="240"/>
                  </a:cubicBezTo>
                  <a:cubicBezTo>
                    <a:pt x="1444" y="299"/>
                    <a:pt x="1310" y="329"/>
                    <a:pt x="1174" y="329"/>
                  </a:cubicBezTo>
                  <a:cubicBezTo>
                    <a:pt x="1030" y="329"/>
                    <a:pt x="883" y="296"/>
                    <a:pt x="769" y="230"/>
                  </a:cubicBezTo>
                  <a:cubicBezTo>
                    <a:pt x="662" y="168"/>
                    <a:pt x="607" y="86"/>
                    <a:pt x="606" y="5"/>
                  </a:cubicBezTo>
                  <a:lnTo>
                    <a:pt x="27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3"/>
            <p:cNvSpPr/>
            <p:nvPr/>
          </p:nvSpPr>
          <p:spPr>
            <a:xfrm>
              <a:off x="6372585" y="2687877"/>
              <a:ext cx="290373" cy="86416"/>
            </a:xfrm>
            <a:custGeom>
              <a:avLst/>
              <a:gdLst/>
              <a:ahLst/>
              <a:cxnLst/>
              <a:rect l="l" t="t" r="r" b="b"/>
              <a:pathLst>
                <a:path w="3172" h="944" extrusionOk="0">
                  <a:moveTo>
                    <a:pt x="0" y="1"/>
                  </a:moveTo>
                  <a:lnTo>
                    <a:pt x="0" y="1"/>
                  </a:lnTo>
                  <a:cubicBezTo>
                    <a:pt x="1" y="44"/>
                    <a:pt x="4" y="88"/>
                    <a:pt x="5" y="132"/>
                  </a:cubicBezTo>
                  <a:cubicBezTo>
                    <a:pt x="6" y="140"/>
                    <a:pt x="8" y="148"/>
                    <a:pt x="15" y="155"/>
                  </a:cubicBezTo>
                  <a:cubicBezTo>
                    <a:pt x="33" y="175"/>
                    <a:pt x="62" y="188"/>
                    <a:pt x="102" y="188"/>
                  </a:cubicBezTo>
                  <a:cubicBezTo>
                    <a:pt x="178" y="190"/>
                    <a:pt x="254" y="190"/>
                    <a:pt x="330" y="191"/>
                  </a:cubicBezTo>
                  <a:cubicBezTo>
                    <a:pt x="339" y="191"/>
                    <a:pt x="343" y="192"/>
                    <a:pt x="345" y="198"/>
                  </a:cubicBezTo>
                  <a:cubicBezTo>
                    <a:pt x="377" y="265"/>
                    <a:pt x="425" y="329"/>
                    <a:pt x="489" y="390"/>
                  </a:cubicBezTo>
                  <a:cubicBezTo>
                    <a:pt x="493" y="395"/>
                    <a:pt x="492" y="397"/>
                    <a:pt x="487" y="400"/>
                  </a:cubicBezTo>
                  <a:cubicBezTo>
                    <a:pt x="435" y="430"/>
                    <a:pt x="383" y="460"/>
                    <a:pt x="332" y="489"/>
                  </a:cubicBezTo>
                  <a:cubicBezTo>
                    <a:pt x="302" y="506"/>
                    <a:pt x="296" y="531"/>
                    <a:pt x="317" y="553"/>
                  </a:cubicBezTo>
                  <a:cubicBezTo>
                    <a:pt x="318" y="555"/>
                    <a:pt x="320" y="557"/>
                    <a:pt x="318" y="558"/>
                  </a:cubicBezTo>
                  <a:cubicBezTo>
                    <a:pt x="433" y="624"/>
                    <a:pt x="547" y="691"/>
                    <a:pt x="662" y="757"/>
                  </a:cubicBezTo>
                  <a:cubicBezTo>
                    <a:pt x="663" y="757"/>
                    <a:pt x="664" y="757"/>
                    <a:pt x="665" y="757"/>
                  </a:cubicBezTo>
                  <a:cubicBezTo>
                    <a:pt x="667" y="757"/>
                    <a:pt x="669" y="758"/>
                    <a:pt x="670" y="758"/>
                  </a:cubicBezTo>
                  <a:cubicBezTo>
                    <a:pt x="686" y="763"/>
                    <a:pt x="701" y="765"/>
                    <a:pt x="717" y="765"/>
                  </a:cubicBezTo>
                  <a:cubicBezTo>
                    <a:pt x="730" y="765"/>
                    <a:pt x="743" y="763"/>
                    <a:pt x="757" y="760"/>
                  </a:cubicBezTo>
                  <a:cubicBezTo>
                    <a:pt x="769" y="756"/>
                    <a:pt x="778" y="751"/>
                    <a:pt x="787" y="746"/>
                  </a:cubicBezTo>
                  <a:cubicBezTo>
                    <a:pt x="838" y="717"/>
                    <a:pt x="888" y="687"/>
                    <a:pt x="937" y="659"/>
                  </a:cubicBezTo>
                  <a:cubicBezTo>
                    <a:pt x="943" y="656"/>
                    <a:pt x="945" y="655"/>
                    <a:pt x="947" y="655"/>
                  </a:cubicBezTo>
                  <a:cubicBezTo>
                    <a:pt x="950" y="655"/>
                    <a:pt x="953" y="656"/>
                    <a:pt x="960" y="658"/>
                  </a:cubicBezTo>
                  <a:cubicBezTo>
                    <a:pt x="1063" y="694"/>
                    <a:pt x="1172" y="722"/>
                    <a:pt x="1288" y="742"/>
                  </a:cubicBezTo>
                  <a:cubicBezTo>
                    <a:pt x="1296" y="743"/>
                    <a:pt x="1299" y="745"/>
                    <a:pt x="1299" y="749"/>
                  </a:cubicBezTo>
                  <a:cubicBezTo>
                    <a:pt x="1300" y="793"/>
                    <a:pt x="1302" y="837"/>
                    <a:pt x="1303" y="881"/>
                  </a:cubicBezTo>
                  <a:cubicBezTo>
                    <a:pt x="1305" y="912"/>
                    <a:pt x="1347" y="936"/>
                    <a:pt x="1400" y="937"/>
                  </a:cubicBezTo>
                  <a:lnTo>
                    <a:pt x="1429" y="937"/>
                  </a:lnTo>
                  <a:cubicBezTo>
                    <a:pt x="1563" y="940"/>
                    <a:pt x="1697" y="941"/>
                    <a:pt x="1831" y="943"/>
                  </a:cubicBezTo>
                  <a:cubicBezTo>
                    <a:pt x="1849" y="943"/>
                    <a:pt x="1867" y="941"/>
                    <a:pt x="1882" y="935"/>
                  </a:cubicBezTo>
                  <a:cubicBezTo>
                    <a:pt x="1912" y="925"/>
                    <a:pt x="1928" y="909"/>
                    <a:pt x="1927" y="888"/>
                  </a:cubicBezTo>
                  <a:cubicBezTo>
                    <a:pt x="1926" y="845"/>
                    <a:pt x="1925" y="801"/>
                    <a:pt x="1922" y="758"/>
                  </a:cubicBezTo>
                  <a:cubicBezTo>
                    <a:pt x="1922" y="749"/>
                    <a:pt x="1921" y="751"/>
                    <a:pt x="1935" y="749"/>
                  </a:cubicBezTo>
                  <a:cubicBezTo>
                    <a:pt x="2050" y="734"/>
                    <a:pt x="2159" y="709"/>
                    <a:pt x="2261" y="674"/>
                  </a:cubicBezTo>
                  <a:cubicBezTo>
                    <a:pt x="2264" y="673"/>
                    <a:pt x="2266" y="673"/>
                    <a:pt x="2268" y="673"/>
                  </a:cubicBezTo>
                  <a:cubicBezTo>
                    <a:pt x="2271" y="673"/>
                    <a:pt x="2275" y="674"/>
                    <a:pt x="2278" y="676"/>
                  </a:cubicBezTo>
                  <a:cubicBezTo>
                    <a:pt x="2332" y="708"/>
                    <a:pt x="2387" y="739"/>
                    <a:pt x="2443" y="771"/>
                  </a:cubicBezTo>
                  <a:cubicBezTo>
                    <a:pt x="2463" y="782"/>
                    <a:pt x="2487" y="788"/>
                    <a:pt x="2513" y="788"/>
                  </a:cubicBezTo>
                  <a:cubicBezTo>
                    <a:pt x="2527" y="788"/>
                    <a:pt x="2542" y="786"/>
                    <a:pt x="2555" y="782"/>
                  </a:cubicBezTo>
                  <a:cubicBezTo>
                    <a:pt x="2557" y="782"/>
                    <a:pt x="2559" y="781"/>
                    <a:pt x="2561" y="781"/>
                  </a:cubicBezTo>
                  <a:cubicBezTo>
                    <a:pt x="2562" y="781"/>
                    <a:pt x="2562" y="781"/>
                    <a:pt x="2563" y="781"/>
                  </a:cubicBezTo>
                  <a:cubicBezTo>
                    <a:pt x="2672" y="718"/>
                    <a:pt x="2782" y="655"/>
                    <a:pt x="2892" y="592"/>
                  </a:cubicBezTo>
                  <a:cubicBezTo>
                    <a:pt x="2890" y="590"/>
                    <a:pt x="2893" y="588"/>
                    <a:pt x="2894" y="586"/>
                  </a:cubicBezTo>
                  <a:cubicBezTo>
                    <a:pt x="2908" y="569"/>
                    <a:pt x="2907" y="551"/>
                    <a:pt x="2890" y="534"/>
                  </a:cubicBezTo>
                  <a:cubicBezTo>
                    <a:pt x="2883" y="529"/>
                    <a:pt x="2875" y="523"/>
                    <a:pt x="2866" y="519"/>
                  </a:cubicBezTo>
                  <a:cubicBezTo>
                    <a:pt x="2813" y="488"/>
                    <a:pt x="2761" y="458"/>
                    <a:pt x="2708" y="427"/>
                  </a:cubicBezTo>
                  <a:cubicBezTo>
                    <a:pt x="2703" y="424"/>
                    <a:pt x="2702" y="422"/>
                    <a:pt x="2705" y="417"/>
                  </a:cubicBezTo>
                  <a:cubicBezTo>
                    <a:pt x="2765" y="359"/>
                    <a:pt x="2807" y="294"/>
                    <a:pt x="2836" y="227"/>
                  </a:cubicBezTo>
                  <a:cubicBezTo>
                    <a:pt x="2837" y="224"/>
                    <a:pt x="2840" y="221"/>
                    <a:pt x="2848" y="221"/>
                  </a:cubicBezTo>
                  <a:cubicBezTo>
                    <a:pt x="2922" y="222"/>
                    <a:pt x="2998" y="224"/>
                    <a:pt x="3072" y="225"/>
                  </a:cubicBezTo>
                  <a:cubicBezTo>
                    <a:pt x="3073" y="225"/>
                    <a:pt x="3075" y="225"/>
                    <a:pt x="3076" y="225"/>
                  </a:cubicBezTo>
                  <a:cubicBezTo>
                    <a:pt x="3134" y="225"/>
                    <a:pt x="3171" y="201"/>
                    <a:pt x="3170" y="168"/>
                  </a:cubicBezTo>
                  <a:cubicBezTo>
                    <a:pt x="3168" y="127"/>
                    <a:pt x="3167" y="84"/>
                    <a:pt x="3164" y="42"/>
                  </a:cubicBezTo>
                  <a:lnTo>
                    <a:pt x="2184" y="29"/>
                  </a:lnTo>
                  <a:lnTo>
                    <a:pt x="2184" y="29"/>
                  </a:lnTo>
                  <a:cubicBezTo>
                    <a:pt x="2189" y="118"/>
                    <a:pt x="2135" y="206"/>
                    <a:pt x="2021" y="273"/>
                  </a:cubicBezTo>
                  <a:cubicBezTo>
                    <a:pt x="1909" y="340"/>
                    <a:pt x="1760" y="372"/>
                    <a:pt x="1610" y="372"/>
                  </a:cubicBezTo>
                  <a:cubicBezTo>
                    <a:pt x="1455" y="372"/>
                    <a:pt x="1298" y="337"/>
                    <a:pt x="1176" y="269"/>
                  </a:cubicBezTo>
                  <a:cubicBezTo>
                    <a:pt x="1050" y="197"/>
                    <a:pt x="988" y="104"/>
                    <a:pt x="987" y="13"/>
                  </a:cubicBez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3"/>
            <p:cNvSpPr/>
            <p:nvPr/>
          </p:nvSpPr>
          <p:spPr>
            <a:xfrm>
              <a:off x="5931521" y="2262832"/>
              <a:ext cx="3570" cy="434735"/>
            </a:xfrm>
            <a:custGeom>
              <a:avLst/>
              <a:gdLst/>
              <a:ahLst/>
              <a:cxnLst/>
              <a:rect l="l" t="t" r="r" b="b"/>
              <a:pathLst>
                <a:path w="39" h="4749" extrusionOk="0">
                  <a:moveTo>
                    <a:pt x="1" y="1"/>
                  </a:moveTo>
                  <a:lnTo>
                    <a:pt x="1" y="4727"/>
                  </a:lnTo>
                  <a:lnTo>
                    <a:pt x="38" y="4748"/>
                  </a:lnTo>
                  <a:lnTo>
                    <a:pt x="38" y="30"/>
                  </a:lnTo>
                  <a:cubicBezTo>
                    <a:pt x="28" y="18"/>
                    <a:pt x="21" y="9"/>
                    <a:pt x="21" y="9"/>
                  </a:cubicBezTo>
                  <a:cubicBezTo>
                    <a:pt x="14" y="5"/>
                    <a:pt x="8" y="2"/>
                    <a:pt x="1" y="1"/>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3"/>
            <p:cNvSpPr/>
            <p:nvPr/>
          </p:nvSpPr>
          <p:spPr>
            <a:xfrm>
              <a:off x="5938570" y="2624528"/>
              <a:ext cx="2472" cy="1373"/>
            </a:xfrm>
            <a:custGeom>
              <a:avLst/>
              <a:gdLst/>
              <a:ahLst/>
              <a:cxnLst/>
              <a:rect l="l" t="t" r="r" b="b"/>
              <a:pathLst>
                <a:path w="27" h="15" extrusionOk="0">
                  <a:moveTo>
                    <a:pt x="1" y="0"/>
                  </a:moveTo>
                  <a:lnTo>
                    <a:pt x="1" y="0"/>
                  </a:lnTo>
                  <a:cubicBezTo>
                    <a:pt x="9" y="5"/>
                    <a:pt x="18" y="10"/>
                    <a:pt x="26" y="15"/>
                  </a:cubicBezTo>
                  <a:lnTo>
                    <a:pt x="26" y="14"/>
                  </a:lnTo>
                  <a:cubicBezTo>
                    <a:pt x="18" y="10"/>
                    <a:pt x="9" y="5"/>
                    <a:pt x="1" y="0"/>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3"/>
            <p:cNvSpPr/>
            <p:nvPr/>
          </p:nvSpPr>
          <p:spPr>
            <a:xfrm>
              <a:off x="5548495" y="2605487"/>
              <a:ext cx="1099" cy="641"/>
            </a:xfrm>
            <a:custGeom>
              <a:avLst/>
              <a:gdLst/>
              <a:ahLst/>
              <a:cxnLst/>
              <a:rect l="l" t="t" r="r" b="b"/>
              <a:pathLst>
                <a:path w="12" h="7" extrusionOk="0">
                  <a:moveTo>
                    <a:pt x="1" y="6"/>
                  </a:moveTo>
                  <a:cubicBezTo>
                    <a:pt x="4" y="4"/>
                    <a:pt x="8" y="2"/>
                    <a:pt x="12" y="1"/>
                  </a:cubicBezTo>
                  <a:cubicBezTo>
                    <a:pt x="8" y="2"/>
                    <a:pt x="4" y="4"/>
                    <a:pt x="1" y="6"/>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3"/>
            <p:cNvSpPr/>
            <p:nvPr/>
          </p:nvSpPr>
          <p:spPr>
            <a:xfrm>
              <a:off x="5554263" y="2118649"/>
              <a:ext cx="3479" cy="527559"/>
            </a:xfrm>
            <a:custGeom>
              <a:avLst/>
              <a:gdLst/>
              <a:ahLst/>
              <a:cxnLst/>
              <a:rect l="l" t="t" r="r" b="b"/>
              <a:pathLst>
                <a:path w="38" h="5763" extrusionOk="0">
                  <a:moveTo>
                    <a:pt x="1" y="0"/>
                  </a:moveTo>
                  <a:lnTo>
                    <a:pt x="1" y="5741"/>
                  </a:lnTo>
                  <a:lnTo>
                    <a:pt x="38" y="5763"/>
                  </a:lnTo>
                  <a:lnTo>
                    <a:pt x="38" y="22"/>
                  </a:lnTo>
                  <a:cubicBezTo>
                    <a:pt x="31" y="15"/>
                    <a:pt x="25" y="12"/>
                    <a:pt x="20" y="8"/>
                  </a:cubicBezTo>
                  <a:lnTo>
                    <a:pt x="19" y="7"/>
                  </a:lnTo>
                  <a:cubicBezTo>
                    <a:pt x="13" y="4"/>
                    <a:pt x="6" y="0"/>
                    <a:pt x="1" y="0"/>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3"/>
            <p:cNvSpPr/>
            <p:nvPr/>
          </p:nvSpPr>
          <p:spPr>
            <a:xfrm>
              <a:off x="5745226" y="2145014"/>
              <a:ext cx="3570" cy="313258"/>
            </a:xfrm>
            <a:custGeom>
              <a:avLst/>
              <a:gdLst/>
              <a:ahLst/>
              <a:cxnLst/>
              <a:rect l="l" t="t" r="r" b="b"/>
              <a:pathLst>
                <a:path w="39" h="3422" extrusionOk="0">
                  <a:moveTo>
                    <a:pt x="0" y="1"/>
                  </a:moveTo>
                  <a:lnTo>
                    <a:pt x="0" y="3400"/>
                  </a:lnTo>
                  <a:lnTo>
                    <a:pt x="38" y="3422"/>
                  </a:lnTo>
                  <a:lnTo>
                    <a:pt x="38" y="22"/>
                  </a:lnTo>
                  <a:cubicBezTo>
                    <a:pt x="32" y="18"/>
                    <a:pt x="26" y="13"/>
                    <a:pt x="20" y="10"/>
                  </a:cubicBezTo>
                  <a:lnTo>
                    <a:pt x="18" y="9"/>
                  </a:lnTo>
                  <a:cubicBezTo>
                    <a:pt x="12" y="5"/>
                    <a:pt x="7" y="3"/>
                    <a:pt x="0" y="1"/>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3"/>
            <p:cNvSpPr/>
            <p:nvPr/>
          </p:nvSpPr>
          <p:spPr>
            <a:xfrm>
              <a:off x="6106189" y="2368384"/>
              <a:ext cx="3479" cy="109302"/>
            </a:xfrm>
            <a:custGeom>
              <a:avLst/>
              <a:gdLst/>
              <a:ahLst/>
              <a:cxnLst/>
              <a:rect l="l" t="t" r="r" b="b"/>
              <a:pathLst>
                <a:path w="38" h="1194" extrusionOk="0">
                  <a:moveTo>
                    <a:pt x="0" y="1"/>
                  </a:moveTo>
                  <a:lnTo>
                    <a:pt x="0" y="1172"/>
                  </a:lnTo>
                  <a:lnTo>
                    <a:pt x="38" y="1193"/>
                  </a:lnTo>
                  <a:lnTo>
                    <a:pt x="38" y="22"/>
                  </a:lnTo>
                  <a:cubicBezTo>
                    <a:pt x="32" y="17"/>
                    <a:pt x="26" y="13"/>
                    <a:pt x="20" y="9"/>
                  </a:cubicBezTo>
                  <a:lnTo>
                    <a:pt x="18" y="9"/>
                  </a:lnTo>
                  <a:cubicBezTo>
                    <a:pt x="12" y="5"/>
                    <a:pt x="6" y="3"/>
                    <a:pt x="0" y="1"/>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3"/>
            <p:cNvSpPr/>
            <p:nvPr/>
          </p:nvSpPr>
          <p:spPr>
            <a:xfrm>
              <a:off x="6115160" y="2483548"/>
              <a:ext cx="275" cy="183"/>
            </a:xfrm>
            <a:custGeom>
              <a:avLst/>
              <a:gdLst/>
              <a:ahLst/>
              <a:cxnLst/>
              <a:rect l="l" t="t" r="r" b="b"/>
              <a:pathLst>
                <a:path w="3" h="2" extrusionOk="0">
                  <a:moveTo>
                    <a:pt x="0" y="1"/>
                  </a:moveTo>
                  <a:lnTo>
                    <a:pt x="2" y="1"/>
                  </a:lnTo>
                  <a:cubicBezTo>
                    <a:pt x="1" y="1"/>
                    <a:pt x="1" y="1"/>
                    <a:pt x="0" y="1"/>
                  </a:cubicBezTo>
                  <a:close/>
                  <a:moveTo>
                    <a:pt x="2" y="1"/>
                  </a:moveTo>
                  <a:cubicBezTo>
                    <a:pt x="2" y="2"/>
                    <a:pt x="2" y="2"/>
                    <a:pt x="3" y="2"/>
                  </a:cubicBezTo>
                  <a:lnTo>
                    <a:pt x="2" y="1"/>
                  </a:ln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3"/>
            <p:cNvSpPr/>
            <p:nvPr/>
          </p:nvSpPr>
          <p:spPr>
            <a:xfrm>
              <a:off x="6295596" y="2591938"/>
              <a:ext cx="3662" cy="212012"/>
            </a:xfrm>
            <a:custGeom>
              <a:avLst/>
              <a:gdLst/>
              <a:ahLst/>
              <a:cxnLst/>
              <a:rect l="l" t="t" r="r" b="b"/>
              <a:pathLst>
                <a:path w="40" h="2316" extrusionOk="0">
                  <a:moveTo>
                    <a:pt x="37" y="264"/>
                  </a:moveTo>
                  <a:cubicBezTo>
                    <a:pt x="38" y="265"/>
                    <a:pt x="39" y="266"/>
                    <a:pt x="39" y="267"/>
                  </a:cubicBezTo>
                  <a:cubicBezTo>
                    <a:pt x="39" y="265"/>
                    <a:pt x="38" y="265"/>
                    <a:pt x="37" y="264"/>
                  </a:cubicBezTo>
                  <a:close/>
                  <a:moveTo>
                    <a:pt x="19" y="0"/>
                  </a:moveTo>
                  <a:cubicBezTo>
                    <a:pt x="19" y="0"/>
                    <a:pt x="11" y="0"/>
                    <a:pt x="0" y="1"/>
                  </a:cubicBezTo>
                  <a:lnTo>
                    <a:pt x="0" y="2293"/>
                  </a:lnTo>
                  <a:lnTo>
                    <a:pt x="37" y="2315"/>
                  </a:lnTo>
                  <a:lnTo>
                    <a:pt x="37" y="264"/>
                  </a:lnTo>
                  <a:lnTo>
                    <a:pt x="37" y="14"/>
                  </a:lnTo>
                  <a:cubicBezTo>
                    <a:pt x="32" y="8"/>
                    <a:pt x="26" y="4"/>
                    <a:pt x="19" y="0"/>
                  </a:cubicBezTo>
                  <a:close/>
                </a:path>
              </a:pathLst>
            </a:custGeom>
            <a:solidFill>
              <a:srgbClr val="E9FF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3"/>
            <p:cNvSpPr/>
            <p:nvPr/>
          </p:nvSpPr>
          <p:spPr>
            <a:xfrm>
              <a:off x="5501624" y="1589883"/>
              <a:ext cx="105365" cy="197732"/>
            </a:xfrm>
            <a:custGeom>
              <a:avLst/>
              <a:gdLst/>
              <a:ahLst/>
              <a:cxnLst/>
              <a:rect l="l" t="t" r="r" b="b"/>
              <a:pathLst>
                <a:path w="1151" h="2160" extrusionOk="0">
                  <a:moveTo>
                    <a:pt x="1151" y="2160"/>
                  </a:moveTo>
                  <a:lnTo>
                    <a:pt x="0" y="1495"/>
                  </a:lnTo>
                  <a:lnTo>
                    <a:pt x="0" y="1"/>
                  </a:lnTo>
                  <a:lnTo>
                    <a:pt x="1151" y="665"/>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3"/>
            <p:cNvSpPr/>
            <p:nvPr/>
          </p:nvSpPr>
          <p:spPr>
            <a:xfrm>
              <a:off x="5509131" y="1604164"/>
              <a:ext cx="90352" cy="169262"/>
            </a:xfrm>
            <a:custGeom>
              <a:avLst/>
              <a:gdLst/>
              <a:ahLst/>
              <a:cxnLst/>
              <a:rect l="l" t="t" r="r" b="b"/>
              <a:pathLst>
                <a:path w="987" h="1849" extrusionOk="0">
                  <a:moveTo>
                    <a:pt x="987" y="1848"/>
                  </a:moveTo>
                  <a:lnTo>
                    <a:pt x="0" y="1280"/>
                  </a:lnTo>
                  <a:lnTo>
                    <a:pt x="0" y="0"/>
                  </a:lnTo>
                  <a:lnTo>
                    <a:pt x="987" y="56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3"/>
            <p:cNvSpPr/>
            <p:nvPr/>
          </p:nvSpPr>
          <p:spPr>
            <a:xfrm>
              <a:off x="5554263" y="1834858"/>
              <a:ext cx="3479" cy="811341"/>
            </a:xfrm>
            <a:custGeom>
              <a:avLst/>
              <a:gdLst/>
              <a:ahLst/>
              <a:cxnLst/>
              <a:rect l="l" t="t" r="r" b="b"/>
              <a:pathLst>
                <a:path w="38" h="8863" extrusionOk="0">
                  <a:moveTo>
                    <a:pt x="1" y="0"/>
                  </a:moveTo>
                  <a:lnTo>
                    <a:pt x="1" y="8841"/>
                  </a:lnTo>
                  <a:lnTo>
                    <a:pt x="38" y="8863"/>
                  </a:lnTo>
                  <a:lnTo>
                    <a:pt x="38" y="22"/>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3"/>
            <p:cNvSpPr/>
            <p:nvPr/>
          </p:nvSpPr>
          <p:spPr>
            <a:xfrm>
              <a:off x="5533665" y="1804191"/>
              <a:ext cx="44673" cy="63347"/>
            </a:xfrm>
            <a:custGeom>
              <a:avLst/>
              <a:gdLst/>
              <a:ahLst/>
              <a:cxnLst/>
              <a:rect l="l" t="t" r="r" b="b"/>
              <a:pathLst>
                <a:path w="488" h="692" extrusionOk="0">
                  <a:moveTo>
                    <a:pt x="145" y="0"/>
                  </a:moveTo>
                  <a:cubicBezTo>
                    <a:pt x="60" y="0"/>
                    <a:pt x="0" y="76"/>
                    <a:pt x="0" y="205"/>
                  </a:cubicBezTo>
                  <a:cubicBezTo>
                    <a:pt x="0" y="381"/>
                    <a:pt x="110" y="584"/>
                    <a:pt x="244" y="662"/>
                  </a:cubicBezTo>
                  <a:cubicBezTo>
                    <a:pt x="279" y="682"/>
                    <a:pt x="312" y="692"/>
                    <a:pt x="343" y="692"/>
                  </a:cubicBezTo>
                  <a:cubicBezTo>
                    <a:pt x="428" y="692"/>
                    <a:pt x="488" y="615"/>
                    <a:pt x="488" y="486"/>
                  </a:cubicBezTo>
                  <a:cubicBezTo>
                    <a:pt x="488" y="312"/>
                    <a:pt x="379" y="108"/>
                    <a:pt x="244" y="30"/>
                  </a:cubicBezTo>
                  <a:cubicBezTo>
                    <a:pt x="208" y="10"/>
                    <a:pt x="175" y="0"/>
                    <a:pt x="14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3"/>
            <p:cNvSpPr/>
            <p:nvPr/>
          </p:nvSpPr>
          <p:spPr>
            <a:xfrm>
              <a:off x="5690848" y="1699188"/>
              <a:ext cx="105549" cy="197640"/>
            </a:xfrm>
            <a:custGeom>
              <a:avLst/>
              <a:gdLst/>
              <a:ahLst/>
              <a:cxnLst/>
              <a:rect l="l" t="t" r="r" b="b"/>
              <a:pathLst>
                <a:path w="1153" h="2159" extrusionOk="0">
                  <a:moveTo>
                    <a:pt x="1153" y="2158"/>
                  </a:moveTo>
                  <a:lnTo>
                    <a:pt x="1" y="1495"/>
                  </a:lnTo>
                  <a:lnTo>
                    <a:pt x="1" y="1"/>
                  </a:lnTo>
                  <a:lnTo>
                    <a:pt x="1153" y="665"/>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3"/>
            <p:cNvSpPr/>
            <p:nvPr/>
          </p:nvSpPr>
          <p:spPr>
            <a:xfrm>
              <a:off x="5698446" y="1713378"/>
              <a:ext cx="90352" cy="169262"/>
            </a:xfrm>
            <a:custGeom>
              <a:avLst/>
              <a:gdLst/>
              <a:ahLst/>
              <a:cxnLst/>
              <a:rect l="l" t="t" r="r" b="b"/>
              <a:pathLst>
                <a:path w="987" h="1849" extrusionOk="0">
                  <a:moveTo>
                    <a:pt x="986" y="1849"/>
                  </a:moveTo>
                  <a:lnTo>
                    <a:pt x="1" y="1280"/>
                  </a:lnTo>
                  <a:lnTo>
                    <a:pt x="1" y="1"/>
                  </a:lnTo>
                  <a:lnTo>
                    <a:pt x="986" y="57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3"/>
            <p:cNvSpPr/>
            <p:nvPr/>
          </p:nvSpPr>
          <p:spPr>
            <a:xfrm>
              <a:off x="5745226" y="1945079"/>
              <a:ext cx="3570" cy="513187"/>
            </a:xfrm>
            <a:custGeom>
              <a:avLst/>
              <a:gdLst/>
              <a:ahLst/>
              <a:cxnLst/>
              <a:rect l="l" t="t" r="r" b="b"/>
              <a:pathLst>
                <a:path w="39" h="5606" extrusionOk="0">
                  <a:moveTo>
                    <a:pt x="0" y="0"/>
                  </a:moveTo>
                  <a:lnTo>
                    <a:pt x="0" y="5584"/>
                  </a:lnTo>
                  <a:lnTo>
                    <a:pt x="38" y="5606"/>
                  </a:lnTo>
                  <a:lnTo>
                    <a:pt x="38" y="22"/>
                  </a:lnTo>
                  <a:lnTo>
                    <a:pt x="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3"/>
            <p:cNvSpPr/>
            <p:nvPr/>
          </p:nvSpPr>
          <p:spPr>
            <a:xfrm>
              <a:off x="5724537" y="1914320"/>
              <a:ext cx="44764" cy="63439"/>
            </a:xfrm>
            <a:custGeom>
              <a:avLst/>
              <a:gdLst/>
              <a:ahLst/>
              <a:cxnLst/>
              <a:rect l="l" t="t" r="r" b="b"/>
              <a:pathLst>
                <a:path w="489" h="693" extrusionOk="0">
                  <a:moveTo>
                    <a:pt x="145" y="1"/>
                  </a:moveTo>
                  <a:cubicBezTo>
                    <a:pt x="60" y="1"/>
                    <a:pt x="1" y="77"/>
                    <a:pt x="1" y="206"/>
                  </a:cubicBezTo>
                  <a:cubicBezTo>
                    <a:pt x="1" y="381"/>
                    <a:pt x="110" y="585"/>
                    <a:pt x="245" y="663"/>
                  </a:cubicBezTo>
                  <a:cubicBezTo>
                    <a:pt x="280" y="683"/>
                    <a:pt x="314" y="693"/>
                    <a:pt x="344" y="693"/>
                  </a:cubicBezTo>
                  <a:cubicBezTo>
                    <a:pt x="429" y="693"/>
                    <a:pt x="488" y="616"/>
                    <a:pt x="488" y="487"/>
                  </a:cubicBezTo>
                  <a:cubicBezTo>
                    <a:pt x="488" y="313"/>
                    <a:pt x="379" y="108"/>
                    <a:pt x="245" y="31"/>
                  </a:cubicBezTo>
                  <a:cubicBezTo>
                    <a:pt x="210" y="11"/>
                    <a:pt x="176" y="1"/>
                    <a:pt x="14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33"/>
            <p:cNvSpPr/>
            <p:nvPr/>
          </p:nvSpPr>
          <p:spPr>
            <a:xfrm>
              <a:off x="5873389" y="1804557"/>
              <a:ext cx="105457" cy="197549"/>
            </a:xfrm>
            <a:custGeom>
              <a:avLst/>
              <a:gdLst/>
              <a:ahLst/>
              <a:cxnLst/>
              <a:rect l="l" t="t" r="r" b="b"/>
              <a:pathLst>
                <a:path w="1152" h="2158" extrusionOk="0">
                  <a:moveTo>
                    <a:pt x="1152" y="2158"/>
                  </a:moveTo>
                  <a:lnTo>
                    <a:pt x="1" y="1494"/>
                  </a:lnTo>
                  <a:lnTo>
                    <a:pt x="1" y="0"/>
                  </a:lnTo>
                  <a:lnTo>
                    <a:pt x="1152" y="665"/>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33"/>
            <p:cNvSpPr/>
            <p:nvPr/>
          </p:nvSpPr>
          <p:spPr>
            <a:xfrm>
              <a:off x="5880988" y="1818655"/>
              <a:ext cx="90352" cy="169354"/>
            </a:xfrm>
            <a:custGeom>
              <a:avLst/>
              <a:gdLst/>
              <a:ahLst/>
              <a:cxnLst/>
              <a:rect l="l" t="t" r="r" b="b"/>
              <a:pathLst>
                <a:path w="987" h="1850" extrusionOk="0">
                  <a:moveTo>
                    <a:pt x="986" y="1850"/>
                  </a:moveTo>
                  <a:lnTo>
                    <a:pt x="0" y="1280"/>
                  </a:lnTo>
                  <a:lnTo>
                    <a:pt x="0" y="1"/>
                  </a:lnTo>
                  <a:lnTo>
                    <a:pt x="986" y="56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33"/>
            <p:cNvSpPr/>
            <p:nvPr/>
          </p:nvSpPr>
          <p:spPr>
            <a:xfrm>
              <a:off x="5931521" y="2052553"/>
              <a:ext cx="3570" cy="752846"/>
            </a:xfrm>
            <a:custGeom>
              <a:avLst/>
              <a:gdLst/>
              <a:ahLst/>
              <a:cxnLst/>
              <a:rect l="l" t="t" r="r" b="b"/>
              <a:pathLst>
                <a:path w="39" h="8224" extrusionOk="0">
                  <a:moveTo>
                    <a:pt x="1" y="1"/>
                  </a:moveTo>
                  <a:lnTo>
                    <a:pt x="1" y="8202"/>
                  </a:lnTo>
                  <a:lnTo>
                    <a:pt x="38" y="8223"/>
                  </a:lnTo>
                  <a:lnTo>
                    <a:pt x="38" y="22"/>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33"/>
            <p:cNvSpPr/>
            <p:nvPr/>
          </p:nvSpPr>
          <p:spPr>
            <a:xfrm>
              <a:off x="5910923" y="2021885"/>
              <a:ext cx="44764" cy="63439"/>
            </a:xfrm>
            <a:custGeom>
              <a:avLst/>
              <a:gdLst/>
              <a:ahLst/>
              <a:cxnLst/>
              <a:rect l="l" t="t" r="r" b="b"/>
              <a:pathLst>
                <a:path w="489" h="693" extrusionOk="0">
                  <a:moveTo>
                    <a:pt x="145" y="0"/>
                  </a:moveTo>
                  <a:cubicBezTo>
                    <a:pt x="60" y="0"/>
                    <a:pt x="1" y="76"/>
                    <a:pt x="1" y="205"/>
                  </a:cubicBezTo>
                  <a:cubicBezTo>
                    <a:pt x="1" y="381"/>
                    <a:pt x="110" y="585"/>
                    <a:pt x="244" y="662"/>
                  </a:cubicBezTo>
                  <a:cubicBezTo>
                    <a:pt x="279" y="683"/>
                    <a:pt x="313" y="692"/>
                    <a:pt x="343" y="692"/>
                  </a:cubicBezTo>
                  <a:cubicBezTo>
                    <a:pt x="429" y="692"/>
                    <a:pt x="488" y="615"/>
                    <a:pt x="488" y="487"/>
                  </a:cubicBezTo>
                  <a:cubicBezTo>
                    <a:pt x="488" y="312"/>
                    <a:pt x="379" y="108"/>
                    <a:pt x="244" y="31"/>
                  </a:cubicBezTo>
                  <a:cubicBezTo>
                    <a:pt x="209" y="10"/>
                    <a:pt x="175" y="0"/>
                    <a:pt x="1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3"/>
            <p:cNvSpPr/>
            <p:nvPr/>
          </p:nvSpPr>
          <p:spPr>
            <a:xfrm>
              <a:off x="6054740" y="1909193"/>
              <a:ext cx="105457" cy="197549"/>
            </a:xfrm>
            <a:custGeom>
              <a:avLst/>
              <a:gdLst/>
              <a:ahLst/>
              <a:cxnLst/>
              <a:rect l="l" t="t" r="r" b="b"/>
              <a:pathLst>
                <a:path w="1152" h="2158" extrusionOk="0">
                  <a:moveTo>
                    <a:pt x="1151" y="2158"/>
                  </a:moveTo>
                  <a:lnTo>
                    <a:pt x="1" y="1494"/>
                  </a:lnTo>
                  <a:lnTo>
                    <a:pt x="1" y="0"/>
                  </a:lnTo>
                  <a:lnTo>
                    <a:pt x="1151" y="66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3"/>
            <p:cNvSpPr/>
            <p:nvPr/>
          </p:nvSpPr>
          <p:spPr>
            <a:xfrm>
              <a:off x="6062247" y="1923291"/>
              <a:ext cx="90444" cy="169354"/>
            </a:xfrm>
            <a:custGeom>
              <a:avLst/>
              <a:gdLst/>
              <a:ahLst/>
              <a:cxnLst/>
              <a:rect l="l" t="t" r="r" b="b"/>
              <a:pathLst>
                <a:path w="988" h="1850" extrusionOk="0">
                  <a:moveTo>
                    <a:pt x="987" y="1850"/>
                  </a:moveTo>
                  <a:lnTo>
                    <a:pt x="1" y="1280"/>
                  </a:lnTo>
                  <a:lnTo>
                    <a:pt x="1" y="1"/>
                  </a:lnTo>
                  <a:lnTo>
                    <a:pt x="987" y="57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3"/>
            <p:cNvSpPr/>
            <p:nvPr/>
          </p:nvSpPr>
          <p:spPr>
            <a:xfrm>
              <a:off x="6106189" y="2153344"/>
              <a:ext cx="3479" cy="324335"/>
            </a:xfrm>
            <a:custGeom>
              <a:avLst/>
              <a:gdLst/>
              <a:ahLst/>
              <a:cxnLst/>
              <a:rect l="l" t="t" r="r" b="b"/>
              <a:pathLst>
                <a:path w="38" h="3543" extrusionOk="0">
                  <a:moveTo>
                    <a:pt x="0" y="1"/>
                  </a:moveTo>
                  <a:lnTo>
                    <a:pt x="0" y="3521"/>
                  </a:lnTo>
                  <a:lnTo>
                    <a:pt x="38" y="3542"/>
                  </a:lnTo>
                  <a:lnTo>
                    <a:pt x="38" y="21"/>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3"/>
            <p:cNvSpPr/>
            <p:nvPr/>
          </p:nvSpPr>
          <p:spPr>
            <a:xfrm>
              <a:off x="6085591" y="2122585"/>
              <a:ext cx="44673" cy="63530"/>
            </a:xfrm>
            <a:custGeom>
              <a:avLst/>
              <a:gdLst/>
              <a:ahLst/>
              <a:cxnLst/>
              <a:rect l="l" t="t" r="r" b="b"/>
              <a:pathLst>
                <a:path w="488" h="694" extrusionOk="0">
                  <a:moveTo>
                    <a:pt x="145" y="1"/>
                  </a:moveTo>
                  <a:cubicBezTo>
                    <a:pt x="60" y="1"/>
                    <a:pt x="0" y="77"/>
                    <a:pt x="0" y="206"/>
                  </a:cubicBezTo>
                  <a:cubicBezTo>
                    <a:pt x="0" y="381"/>
                    <a:pt x="109" y="586"/>
                    <a:pt x="245" y="664"/>
                  </a:cubicBezTo>
                  <a:cubicBezTo>
                    <a:pt x="280" y="684"/>
                    <a:pt x="313" y="693"/>
                    <a:pt x="343" y="693"/>
                  </a:cubicBezTo>
                  <a:cubicBezTo>
                    <a:pt x="428" y="693"/>
                    <a:pt x="488" y="617"/>
                    <a:pt x="488" y="488"/>
                  </a:cubicBezTo>
                  <a:cubicBezTo>
                    <a:pt x="488" y="313"/>
                    <a:pt x="379" y="108"/>
                    <a:pt x="245" y="31"/>
                  </a:cubicBezTo>
                  <a:cubicBezTo>
                    <a:pt x="209" y="10"/>
                    <a:pt x="176" y="1"/>
                    <a:pt x="1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3"/>
            <p:cNvSpPr/>
            <p:nvPr/>
          </p:nvSpPr>
          <p:spPr>
            <a:xfrm>
              <a:off x="6244605" y="2018773"/>
              <a:ext cx="105457" cy="197549"/>
            </a:xfrm>
            <a:custGeom>
              <a:avLst/>
              <a:gdLst/>
              <a:ahLst/>
              <a:cxnLst/>
              <a:rect l="l" t="t" r="r" b="b"/>
              <a:pathLst>
                <a:path w="1152" h="2158" extrusionOk="0">
                  <a:moveTo>
                    <a:pt x="1152" y="2158"/>
                  </a:moveTo>
                  <a:lnTo>
                    <a:pt x="1" y="1493"/>
                  </a:lnTo>
                  <a:lnTo>
                    <a:pt x="1" y="0"/>
                  </a:lnTo>
                  <a:lnTo>
                    <a:pt x="1152" y="66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3"/>
            <p:cNvSpPr/>
            <p:nvPr/>
          </p:nvSpPr>
          <p:spPr>
            <a:xfrm>
              <a:off x="6252112" y="2032871"/>
              <a:ext cx="90444" cy="169262"/>
            </a:xfrm>
            <a:custGeom>
              <a:avLst/>
              <a:gdLst/>
              <a:ahLst/>
              <a:cxnLst/>
              <a:rect l="l" t="t" r="r" b="b"/>
              <a:pathLst>
                <a:path w="988" h="1849" extrusionOk="0">
                  <a:moveTo>
                    <a:pt x="987" y="1848"/>
                  </a:moveTo>
                  <a:lnTo>
                    <a:pt x="1" y="1280"/>
                  </a:lnTo>
                  <a:lnTo>
                    <a:pt x="1" y="1"/>
                  </a:lnTo>
                  <a:lnTo>
                    <a:pt x="987" y="56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3"/>
            <p:cNvSpPr/>
            <p:nvPr/>
          </p:nvSpPr>
          <p:spPr>
            <a:xfrm>
              <a:off x="6295596" y="2262649"/>
              <a:ext cx="3479" cy="541291"/>
            </a:xfrm>
            <a:custGeom>
              <a:avLst/>
              <a:gdLst/>
              <a:ahLst/>
              <a:cxnLst/>
              <a:rect l="l" t="t" r="r" b="b"/>
              <a:pathLst>
                <a:path w="38" h="5913" extrusionOk="0">
                  <a:moveTo>
                    <a:pt x="0" y="1"/>
                  </a:moveTo>
                  <a:lnTo>
                    <a:pt x="0" y="5891"/>
                  </a:lnTo>
                  <a:lnTo>
                    <a:pt x="37" y="5912"/>
                  </a:lnTo>
                  <a:lnTo>
                    <a:pt x="37" y="22"/>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3"/>
            <p:cNvSpPr/>
            <p:nvPr/>
          </p:nvSpPr>
          <p:spPr>
            <a:xfrm>
              <a:off x="6274907" y="2231890"/>
              <a:ext cx="44764" cy="63530"/>
            </a:xfrm>
            <a:custGeom>
              <a:avLst/>
              <a:gdLst/>
              <a:ahLst/>
              <a:cxnLst/>
              <a:rect l="l" t="t" r="r" b="b"/>
              <a:pathLst>
                <a:path w="489" h="694" extrusionOk="0">
                  <a:moveTo>
                    <a:pt x="146" y="0"/>
                  </a:moveTo>
                  <a:cubicBezTo>
                    <a:pt x="60" y="0"/>
                    <a:pt x="1" y="77"/>
                    <a:pt x="1" y="206"/>
                  </a:cubicBezTo>
                  <a:cubicBezTo>
                    <a:pt x="1" y="381"/>
                    <a:pt x="110" y="585"/>
                    <a:pt x="245" y="663"/>
                  </a:cubicBezTo>
                  <a:cubicBezTo>
                    <a:pt x="280" y="683"/>
                    <a:pt x="314" y="693"/>
                    <a:pt x="344" y="693"/>
                  </a:cubicBezTo>
                  <a:cubicBezTo>
                    <a:pt x="429" y="693"/>
                    <a:pt x="488" y="616"/>
                    <a:pt x="488" y="487"/>
                  </a:cubicBezTo>
                  <a:cubicBezTo>
                    <a:pt x="488" y="313"/>
                    <a:pt x="379" y="108"/>
                    <a:pt x="245" y="30"/>
                  </a:cubicBezTo>
                  <a:cubicBezTo>
                    <a:pt x="210" y="10"/>
                    <a:pt x="176" y="0"/>
                    <a:pt x="14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3"/>
            <p:cNvSpPr/>
            <p:nvPr/>
          </p:nvSpPr>
          <p:spPr>
            <a:xfrm>
              <a:off x="6800834" y="2928458"/>
              <a:ext cx="169537" cy="514011"/>
            </a:xfrm>
            <a:custGeom>
              <a:avLst/>
              <a:gdLst/>
              <a:ahLst/>
              <a:cxnLst/>
              <a:rect l="l" t="t" r="r" b="b"/>
              <a:pathLst>
                <a:path w="1852" h="5615" extrusionOk="0">
                  <a:moveTo>
                    <a:pt x="1594" y="1"/>
                  </a:moveTo>
                  <a:lnTo>
                    <a:pt x="1" y="5509"/>
                  </a:lnTo>
                  <a:lnTo>
                    <a:pt x="263" y="5614"/>
                  </a:lnTo>
                  <a:lnTo>
                    <a:pt x="1851" y="106"/>
                  </a:lnTo>
                  <a:lnTo>
                    <a:pt x="15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3"/>
            <p:cNvSpPr/>
            <p:nvPr/>
          </p:nvSpPr>
          <p:spPr>
            <a:xfrm>
              <a:off x="6946848" y="2916191"/>
              <a:ext cx="41926" cy="22428"/>
            </a:xfrm>
            <a:custGeom>
              <a:avLst/>
              <a:gdLst/>
              <a:ahLst/>
              <a:cxnLst/>
              <a:rect l="l" t="t" r="r" b="b"/>
              <a:pathLst>
                <a:path w="458" h="245" extrusionOk="0">
                  <a:moveTo>
                    <a:pt x="200" y="1"/>
                  </a:moveTo>
                  <a:lnTo>
                    <a:pt x="0" y="135"/>
                  </a:lnTo>
                  <a:lnTo>
                    <a:pt x="261" y="244"/>
                  </a:lnTo>
                  <a:lnTo>
                    <a:pt x="458" y="113"/>
                  </a:lnTo>
                  <a:lnTo>
                    <a:pt x="200" y="1"/>
                  </a:lnTo>
                  <a:close/>
                </a:path>
              </a:pathLst>
            </a:custGeom>
            <a:solidFill>
              <a:srgbClr val="FF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3"/>
            <p:cNvSpPr/>
            <p:nvPr/>
          </p:nvSpPr>
          <p:spPr>
            <a:xfrm>
              <a:off x="6824910" y="2926627"/>
              <a:ext cx="163770" cy="515842"/>
            </a:xfrm>
            <a:custGeom>
              <a:avLst/>
              <a:gdLst/>
              <a:ahLst/>
              <a:cxnLst/>
              <a:rect l="l" t="t" r="r" b="b"/>
              <a:pathLst>
                <a:path w="1789" h="5635" extrusionOk="0">
                  <a:moveTo>
                    <a:pt x="1788" y="1"/>
                  </a:moveTo>
                  <a:lnTo>
                    <a:pt x="1593" y="130"/>
                  </a:lnTo>
                  <a:lnTo>
                    <a:pt x="1588" y="126"/>
                  </a:lnTo>
                  <a:lnTo>
                    <a:pt x="0" y="5634"/>
                  </a:lnTo>
                  <a:lnTo>
                    <a:pt x="200" y="5504"/>
                  </a:lnTo>
                  <a:lnTo>
                    <a:pt x="178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3"/>
            <p:cNvSpPr/>
            <p:nvPr/>
          </p:nvSpPr>
          <p:spPr>
            <a:xfrm>
              <a:off x="6600075" y="3096444"/>
              <a:ext cx="321040" cy="199105"/>
            </a:xfrm>
            <a:custGeom>
              <a:avLst/>
              <a:gdLst/>
              <a:ahLst/>
              <a:cxnLst/>
              <a:rect l="l" t="t" r="r" b="b"/>
              <a:pathLst>
                <a:path w="3507" h="2175" extrusionOk="0">
                  <a:moveTo>
                    <a:pt x="3507" y="0"/>
                  </a:moveTo>
                  <a:lnTo>
                    <a:pt x="0" y="2018"/>
                  </a:lnTo>
                  <a:lnTo>
                    <a:pt x="0" y="2175"/>
                  </a:lnTo>
                  <a:lnTo>
                    <a:pt x="3507" y="158"/>
                  </a:lnTo>
                  <a:lnTo>
                    <a:pt x="350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3"/>
            <p:cNvSpPr/>
            <p:nvPr/>
          </p:nvSpPr>
          <p:spPr>
            <a:xfrm>
              <a:off x="6579660" y="3089303"/>
              <a:ext cx="341454" cy="191965"/>
            </a:xfrm>
            <a:custGeom>
              <a:avLst/>
              <a:gdLst/>
              <a:ahLst/>
              <a:cxnLst/>
              <a:rect l="l" t="t" r="r" b="b"/>
              <a:pathLst>
                <a:path w="3730" h="2097" extrusionOk="0">
                  <a:moveTo>
                    <a:pt x="3507" y="0"/>
                  </a:moveTo>
                  <a:lnTo>
                    <a:pt x="0" y="2017"/>
                  </a:lnTo>
                  <a:lnTo>
                    <a:pt x="223" y="2096"/>
                  </a:lnTo>
                  <a:lnTo>
                    <a:pt x="3730" y="78"/>
                  </a:lnTo>
                  <a:lnTo>
                    <a:pt x="350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3"/>
            <p:cNvSpPr/>
            <p:nvPr/>
          </p:nvSpPr>
          <p:spPr>
            <a:xfrm>
              <a:off x="6466877" y="3122717"/>
              <a:ext cx="169445" cy="513828"/>
            </a:xfrm>
            <a:custGeom>
              <a:avLst/>
              <a:gdLst/>
              <a:ahLst/>
              <a:cxnLst/>
              <a:rect l="l" t="t" r="r" b="b"/>
              <a:pathLst>
                <a:path w="1851" h="5613" extrusionOk="0">
                  <a:moveTo>
                    <a:pt x="1593" y="0"/>
                  </a:moveTo>
                  <a:lnTo>
                    <a:pt x="1" y="5509"/>
                  </a:lnTo>
                  <a:lnTo>
                    <a:pt x="262" y="5613"/>
                  </a:lnTo>
                  <a:lnTo>
                    <a:pt x="1851" y="104"/>
                  </a:lnTo>
                  <a:lnTo>
                    <a:pt x="15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3"/>
            <p:cNvSpPr/>
            <p:nvPr/>
          </p:nvSpPr>
          <p:spPr>
            <a:xfrm>
              <a:off x="6490770" y="3120703"/>
              <a:ext cx="163953" cy="515842"/>
            </a:xfrm>
            <a:custGeom>
              <a:avLst/>
              <a:gdLst/>
              <a:ahLst/>
              <a:cxnLst/>
              <a:rect l="l" t="t" r="r" b="b"/>
              <a:pathLst>
                <a:path w="1791" h="5635" extrusionOk="0">
                  <a:moveTo>
                    <a:pt x="1790" y="1"/>
                  </a:moveTo>
                  <a:lnTo>
                    <a:pt x="1594" y="130"/>
                  </a:lnTo>
                  <a:lnTo>
                    <a:pt x="1590" y="126"/>
                  </a:lnTo>
                  <a:lnTo>
                    <a:pt x="1" y="5635"/>
                  </a:lnTo>
                  <a:lnTo>
                    <a:pt x="1" y="5635"/>
                  </a:lnTo>
                  <a:lnTo>
                    <a:pt x="201" y="5505"/>
                  </a:lnTo>
                  <a:lnTo>
                    <a:pt x="179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3"/>
            <p:cNvSpPr/>
            <p:nvPr/>
          </p:nvSpPr>
          <p:spPr>
            <a:xfrm>
              <a:off x="6612617" y="3110450"/>
              <a:ext cx="42110" cy="22336"/>
            </a:xfrm>
            <a:custGeom>
              <a:avLst/>
              <a:gdLst/>
              <a:ahLst/>
              <a:cxnLst/>
              <a:rect l="l" t="t" r="r" b="b"/>
              <a:pathLst>
                <a:path w="460" h="244" extrusionOk="0">
                  <a:moveTo>
                    <a:pt x="200" y="0"/>
                  </a:moveTo>
                  <a:lnTo>
                    <a:pt x="1" y="134"/>
                  </a:lnTo>
                  <a:lnTo>
                    <a:pt x="262" y="244"/>
                  </a:lnTo>
                  <a:lnTo>
                    <a:pt x="459" y="113"/>
                  </a:lnTo>
                  <a:lnTo>
                    <a:pt x="200" y="0"/>
                  </a:lnTo>
                  <a:close/>
                </a:path>
              </a:pathLst>
            </a:custGeom>
            <a:solidFill>
              <a:srgbClr val="FF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3"/>
            <p:cNvSpPr/>
            <p:nvPr/>
          </p:nvSpPr>
          <p:spPr>
            <a:xfrm>
              <a:off x="6973305" y="2942373"/>
              <a:ext cx="66368" cy="622947"/>
            </a:xfrm>
            <a:custGeom>
              <a:avLst/>
              <a:gdLst/>
              <a:ahLst/>
              <a:cxnLst/>
              <a:rect l="l" t="t" r="r" b="b"/>
              <a:pathLst>
                <a:path w="725" h="6805" extrusionOk="0">
                  <a:moveTo>
                    <a:pt x="1" y="1"/>
                  </a:moveTo>
                  <a:lnTo>
                    <a:pt x="463" y="6700"/>
                  </a:lnTo>
                  <a:lnTo>
                    <a:pt x="725" y="6804"/>
                  </a:lnTo>
                  <a:lnTo>
                    <a:pt x="259" y="106"/>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3"/>
            <p:cNvSpPr/>
            <p:nvPr/>
          </p:nvSpPr>
          <p:spPr>
            <a:xfrm>
              <a:off x="6973579" y="2930106"/>
              <a:ext cx="41926" cy="22428"/>
            </a:xfrm>
            <a:custGeom>
              <a:avLst/>
              <a:gdLst/>
              <a:ahLst/>
              <a:cxnLst/>
              <a:rect l="l" t="t" r="r" b="b"/>
              <a:pathLst>
                <a:path w="458" h="245" extrusionOk="0">
                  <a:moveTo>
                    <a:pt x="198" y="1"/>
                  </a:moveTo>
                  <a:lnTo>
                    <a:pt x="0" y="135"/>
                  </a:lnTo>
                  <a:lnTo>
                    <a:pt x="260" y="244"/>
                  </a:lnTo>
                  <a:lnTo>
                    <a:pt x="457" y="115"/>
                  </a:lnTo>
                  <a:lnTo>
                    <a:pt x="198" y="1"/>
                  </a:lnTo>
                  <a:close/>
                </a:path>
              </a:pathLst>
            </a:custGeom>
            <a:solidFill>
              <a:srgbClr val="FF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3"/>
            <p:cNvSpPr/>
            <p:nvPr/>
          </p:nvSpPr>
          <p:spPr>
            <a:xfrm>
              <a:off x="6996923" y="2940542"/>
              <a:ext cx="61059" cy="624778"/>
            </a:xfrm>
            <a:custGeom>
              <a:avLst/>
              <a:gdLst/>
              <a:ahLst/>
              <a:cxnLst/>
              <a:rect l="l" t="t" r="r" b="b"/>
              <a:pathLst>
                <a:path w="667" h="6825" extrusionOk="0">
                  <a:moveTo>
                    <a:pt x="201" y="1"/>
                  </a:moveTo>
                  <a:lnTo>
                    <a:pt x="5" y="130"/>
                  </a:lnTo>
                  <a:lnTo>
                    <a:pt x="1" y="126"/>
                  </a:lnTo>
                  <a:lnTo>
                    <a:pt x="467" y="6824"/>
                  </a:lnTo>
                  <a:lnTo>
                    <a:pt x="666" y="6694"/>
                  </a:lnTo>
                  <a:lnTo>
                    <a:pt x="2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3"/>
            <p:cNvSpPr/>
            <p:nvPr/>
          </p:nvSpPr>
          <p:spPr>
            <a:xfrm>
              <a:off x="6691529" y="3162448"/>
              <a:ext cx="320948" cy="212653"/>
            </a:xfrm>
            <a:custGeom>
              <a:avLst/>
              <a:gdLst/>
              <a:ahLst/>
              <a:cxnLst/>
              <a:rect l="l" t="t" r="r" b="b"/>
              <a:pathLst>
                <a:path w="3506" h="2323" extrusionOk="0">
                  <a:moveTo>
                    <a:pt x="3506" y="1"/>
                  </a:moveTo>
                  <a:lnTo>
                    <a:pt x="0" y="2018"/>
                  </a:lnTo>
                  <a:lnTo>
                    <a:pt x="0" y="2323"/>
                  </a:lnTo>
                  <a:lnTo>
                    <a:pt x="3506" y="306"/>
                  </a:lnTo>
                  <a:lnTo>
                    <a:pt x="350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3"/>
            <p:cNvSpPr/>
            <p:nvPr/>
          </p:nvSpPr>
          <p:spPr>
            <a:xfrm>
              <a:off x="6665621" y="3153202"/>
              <a:ext cx="346855" cy="193979"/>
            </a:xfrm>
            <a:custGeom>
              <a:avLst/>
              <a:gdLst/>
              <a:ahLst/>
              <a:cxnLst/>
              <a:rect l="l" t="t" r="r" b="b"/>
              <a:pathLst>
                <a:path w="3789" h="2119" extrusionOk="0">
                  <a:moveTo>
                    <a:pt x="3507" y="1"/>
                  </a:moveTo>
                  <a:lnTo>
                    <a:pt x="1" y="2017"/>
                  </a:lnTo>
                  <a:lnTo>
                    <a:pt x="283" y="2119"/>
                  </a:lnTo>
                  <a:lnTo>
                    <a:pt x="3789" y="102"/>
                  </a:lnTo>
                  <a:lnTo>
                    <a:pt x="350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3"/>
            <p:cNvSpPr/>
            <p:nvPr/>
          </p:nvSpPr>
          <p:spPr>
            <a:xfrm>
              <a:off x="6639348" y="3136632"/>
              <a:ext cx="66277" cy="622764"/>
            </a:xfrm>
            <a:custGeom>
              <a:avLst/>
              <a:gdLst/>
              <a:ahLst/>
              <a:cxnLst/>
              <a:rect l="l" t="t" r="r" b="b"/>
              <a:pathLst>
                <a:path w="724" h="6803" extrusionOk="0">
                  <a:moveTo>
                    <a:pt x="0" y="0"/>
                  </a:moveTo>
                  <a:lnTo>
                    <a:pt x="462" y="6699"/>
                  </a:lnTo>
                  <a:lnTo>
                    <a:pt x="723" y="6803"/>
                  </a:lnTo>
                  <a:lnTo>
                    <a:pt x="257" y="105"/>
                  </a:lnTo>
                  <a:lnTo>
                    <a:pt x="0" y="0"/>
                  </a:lnTo>
                  <a:close/>
                </a:path>
              </a:pathLst>
            </a:custGeom>
            <a:solidFill>
              <a:srgbClr val="FFB7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3"/>
            <p:cNvSpPr/>
            <p:nvPr/>
          </p:nvSpPr>
          <p:spPr>
            <a:xfrm>
              <a:off x="6662875" y="3134618"/>
              <a:ext cx="61059" cy="624778"/>
            </a:xfrm>
            <a:custGeom>
              <a:avLst/>
              <a:gdLst/>
              <a:ahLst/>
              <a:cxnLst/>
              <a:rect l="l" t="t" r="r" b="b"/>
              <a:pathLst>
                <a:path w="667" h="6825" extrusionOk="0">
                  <a:moveTo>
                    <a:pt x="201" y="1"/>
                  </a:moveTo>
                  <a:lnTo>
                    <a:pt x="6" y="132"/>
                  </a:lnTo>
                  <a:lnTo>
                    <a:pt x="0" y="127"/>
                  </a:lnTo>
                  <a:lnTo>
                    <a:pt x="466" y="6825"/>
                  </a:lnTo>
                  <a:lnTo>
                    <a:pt x="667" y="6695"/>
                  </a:lnTo>
                  <a:lnTo>
                    <a:pt x="2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3"/>
            <p:cNvSpPr/>
            <p:nvPr/>
          </p:nvSpPr>
          <p:spPr>
            <a:xfrm>
              <a:off x="6639348" y="3124365"/>
              <a:ext cx="41926" cy="22336"/>
            </a:xfrm>
            <a:custGeom>
              <a:avLst/>
              <a:gdLst/>
              <a:ahLst/>
              <a:cxnLst/>
              <a:rect l="l" t="t" r="r" b="b"/>
              <a:pathLst>
                <a:path w="458" h="244" extrusionOk="0">
                  <a:moveTo>
                    <a:pt x="200" y="0"/>
                  </a:moveTo>
                  <a:lnTo>
                    <a:pt x="0" y="134"/>
                  </a:lnTo>
                  <a:lnTo>
                    <a:pt x="262" y="244"/>
                  </a:lnTo>
                  <a:lnTo>
                    <a:pt x="458" y="113"/>
                  </a:lnTo>
                  <a:lnTo>
                    <a:pt x="200" y="0"/>
                  </a:lnTo>
                  <a:close/>
                </a:path>
              </a:pathLst>
            </a:custGeom>
            <a:solidFill>
              <a:srgbClr val="FFE0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3"/>
            <p:cNvSpPr/>
            <p:nvPr/>
          </p:nvSpPr>
          <p:spPr>
            <a:xfrm>
              <a:off x="6612525" y="2912987"/>
              <a:ext cx="494787" cy="333398"/>
            </a:xfrm>
            <a:custGeom>
              <a:avLst/>
              <a:gdLst/>
              <a:ahLst/>
              <a:cxnLst/>
              <a:rect l="l" t="t" r="r" b="b"/>
              <a:pathLst>
                <a:path w="5405" h="3642" extrusionOk="0">
                  <a:moveTo>
                    <a:pt x="5405" y="1"/>
                  </a:moveTo>
                  <a:lnTo>
                    <a:pt x="1" y="3137"/>
                  </a:lnTo>
                  <a:lnTo>
                    <a:pt x="1" y="3641"/>
                  </a:lnTo>
                  <a:lnTo>
                    <a:pt x="5405" y="523"/>
                  </a:lnTo>
                  <a:lnTo>
                    <a:pt x="54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3"/>
            <p:cNvSpPr/>
            <p:nvPr/>
          </p:nvSpPr>
          <p:spPr>
            <a:xfrm>
              <a:off x="6565013" y="3172610"/>
              <a:ext cx="47602" cy="73783"/>
            </a:xfrm>
            <a:custGeom>
              <a:avLst/>
              <a:gdLst/>
              <a:ahLst/>
              <a:cxnLst/>
              <a:rect l="l" t="t" r="r" b="b"/>
              <a:pathLst>
                <a:path w="520" h="806" extrusionOk="0">
                  <a:moveTo>
                    <a:pt x="1" y="0"/>
                  </a:moveTo>
                  <a:lnTo>
                    <a:pt x="1" y="506"/>
                  </a:lnTo>
                  <a:lnTo>
                    <a:pt x="520" y="805"/>
                  </a:lnTo>
                  <a:lnTo>
                    <a:pt x="520" y="30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3"/>
            <p:cNvSpPr/>
            <p:nvPr/>
          </p:nvSpPr>
          <p:spPr>
            <a:xfrm>
              <a:off x="6565013" y="2885615"/>
              <a:ext cx="542298" cy="314540"/>
            </a:xfrm>
            <a:custGeom>
              <a:avLst/>
              <a:gdLst/>
              <a:ahLst/>
              <a:cxnLst/>
              <a:rect l="l" t="t" r="r" b="b"/>
              <a:pathLst>
                <a:path w="5924" h="3436" extrusionOk="0">
                  <a:moveTo>
                    <a:pt x="5406" y="0"/>
                  </a:moveTo>
                  <a:lnTo>
                    <a:pt x="1" y="3138"/>
                  </a:lnTo>
                  <a:lnTo>
                    <a:pt x="520" y="3436"/>
                  </a:lnTo>
                  <a:lnTo>
                    <a:pt x="5924" y="300"/>
                  </a:lnTo>
                  <a:lnTo>
                    <a:pt x="54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3"/>
            <p:cNvSpPr/>
            <p:nvPr/>
          </p:nvSpPr>
          <p:spPr>
            <a:xfrm>
              <a:off x="6593484" y="2338083"/>
              <a:ext cx="491217" cy="845944"/>
            </a:xfrm>
            <a:custGeom>
              <a:avLst/>
              <a:gdLst/>
              <a:ahLst/>
              <a:cxnLst/>
              <a:rect l="l" t="t" r="r" b="b"/>
              <a:pathLst>
                <a:path w="5366" h="9241" extrusionOk="0">
                  <a:moveTo>
                    <a:pt x="5187" y="1"/>
                  </a:moveTo>
                  <a:lnTo>
                    <a:pt x="0" y="3010"/>
                  </a:lnTo>
                  <a:lnTo>
                    <a:pt x="0" y="9138"/>
                  </a:lnTo>
                  <a:lnTo>
                    <a:pt x="179" y="9240"/>
                  </a:lnTo>
                  <a:lnTo>
                    <a:pt x="5366" y="103"/>
                  </a:lnTo>
                  <a:lnTo>
                    <a:pt x="51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3"/>
            <p:cNvSpPr/>
            <p:nvPr/>
          </p:nvSpPr>
          <p:spPr>
            <a:xfrm>
              <a:off x="6609870" y="2347512"/>
              <a:ext cx="474831" cy="836515"/>
            </a:xfrm>
            <a:custGeom>
              <a:avLst/>
              <a:gdLst/>
              <a:ahLst/>
              <a:cxnLst/>
              <a:rect l="l" t="t" r="r" b="b"/>
              <a:pathLst>
                <a:path w="5187" h="9138" extrusionOk="0">
                  <a:moveTo>
                    <a:pt x="5187" y="0"/>
                  </a:moveTo>
                  <a:lnTo>
                    <a:pt x="0" y="3009"/>
                  </a:lnTo>
                  <a:lnTo>
                    <a:pt x="0" y="9137"/>
                  </a:lnTo>
                  <a:lnTo>
                    <a:pt x="5187" y="6144"/>
                  </a:lnTo>
                  <a:lnTo>
                    <a:pt x="51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3"/>
            <p:cNvSpPr/>
            <p:nvPr/>
          </p:nvSpPr>
          <p:spPr>
            <a:xfrm>
              <a:off x="6612525" y="2332956"/>
              <a:ext cx="494787" cy="333215"/>
            </a:xfrm>
            <a:custGeom>
              <a:avLst/>
              <a:gdLst/>
              <a:ahLst/>
              <a:cxnLst/>
              <a:rect l="l" t="t" r="r" b="b"/>
              <a:pathLst>
                <a:path w="5405" h="3640" extrusionOk="0">
                  <a:moveTo>
                    <a:pt x="5405" y="1"/>
                  </a:moveTo>
                  <a:lnTo>
                    <a:pt x="1" y="3136"/>
                  </a:lnTo>
                  <a:lnTo>
                    <a:pt x="1" y="3640"/>
                  </a:lnTo>
                  <a:lnTo>
                    <a:pt x="5405" y="522"/>
                  </a:lnTo>
                  <a:lnTo>
                    <a:pt x="540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3"/>
            <p:cNvSpPr/>
            <p:nvPr/>
          </p:nvSpPr>
          <p:spPr>
            <a:xfrm>
              <a:off x="6565013" y="2592487"/>
              <a:ext cx="47602" cy="73692"/>
            </a:xfrm>
            <a:custGeom>
              <a:avLst/>
              <a:gdLst/>
              <a:ahLst/>
              <a:cxnLst/>
              <a:rect l="l" t="t" r="r" b="b"/>
              <a:pathLst>
                <a:path w="520" h="805" extrusionOk="0">
                  <a:moveTo>
                    <a:pt x="1" y="1"/>
                  </a:moveTo>
                  <a:lnTo>
                    <a:pt x="1" y="507"/>
                  </a:lnTo>
                  <a:lnTo>
                    <a:pt x="520" y="805"/>
                  </a:lnTo>
                  <a:lnTo>
                    <a:pt x="520" y="301"/>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3"/>
            <p:cNvSpPr/>
            <p:nvPr/>
          </p:nvSpPr>
          <p:spPr>
            <a:xfrm>
              <a:off x="6565013" y="2305401"/>
              <a:ext cx="542298" cy="314632"/>
            </a:xfrm>
            <a:custGeom>
              <a:avLst/>
              <a:gdLst/>
              <a:ahLst/>
              <a:cxnLst/>
              <a:rect l="l" t="t" r="r" b="b"/>
              <a:pathLst>
                <a:path w="5924" h="3437" extrusionOk="0">
                  <a:moveTo>
                    <a:pt x="5406" y="1"/>
                  </a:moveTo>
                  <a:lnTo>
                    <a:pt x="1" y="3138"/>
                  </a:lnTo>
                  <a:lnTo>
                    <a:pt x="520" y="3437"/>
                  </a:lnTo>
                  <a:lnTo>
                    <a:pt x="5924" y="302"/>
                  </a:lnTo>
                  <a:lnTo>
                    <a:pt x="540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3"/>
            <p:cNvSpPr/>
            <p:nvPr/>
          </p:nvSpPr>
          <p:spPr>
            <a:xfrm>
              <a:off x="6781792" y="2751959"/>
              <a:ext cx="250094" cy="170818"/>
            </a:xfrm>
            <a:custGeom>
              <a:avLst/>
              <a:gdLst/>
              <a:ahLst/>
              <a:cxnLst/>
              <a:rect l="l" t="t" r="r" b="b"/>
              <a:pathLst>
                <a:path w="2732" h="1866" extrusionOk="0">
                  <a:moveTo>
                    <a:pt x="1773" y="1"/>
                  </a:moveTo>
                  <a:cubicBezTo>
                    <a:pt x="1643" y="1"/>
                    <a:pt x="1505" y="13"/>
                    <a:pt x="1361" y="38"/>
                  </a:cubicBezTo>
                  <a:cubicBezTo>
                    <a:pt x="763" y="142"/>
                    <a:pt x="256" y="442"/>
                    <a:pt x="75" y="770"/>
                  </a:cubicBezTo>
                  <a:lnTo>
                    <a:pt x="1" y="782"/>
                  </a:lnTo>
                  <a:lnTo>
                    <a:pt x="4" y="1422"/>
                  </a:lnTo>
                  <a:cubicBezTo>
                    <a:pt x="5" y="1597"/>
                    <a:pt x="114" y="1737"/>
                    <a:pt x="297" y="1833"/>
                  </a:cubicBezTo>
                  <a:lnTo>
                    <a:pt x="293" y="1205"/>
                  </a:lnTo>
                  <a:lnTo>
                    <a:pt x="682" y="1046"/>
                  </a:lnTo>
                  <a:lnTo>
                    <a:pt x="863" y="972"/>
                  </a:lnTo>
                  <a:cubicBezTo>
                    <a:pt x="967" y="875"/>
                    <a:pt x="1382" y="804"/>
                    <a:pt x="1434" y="795"/>
                  </a:cubicBezTo>
                  <a:cubicBezTo>
                    <a:pt x="1765" y="737"/>
                    <a:pt x="2007" y="550"/>
                    <a:pt x="2102" y="550"/>
                  </a:cubicBezTo>
                  <a:cubicBezTo>
                    <a:pt x="2132" y="550"/>
                    <a:pt x="2147" y="568"/>
                    <a:pt x="2147" y="611"/>
                  </a:cubicBezTo>
                  <a:cubicBezTo>
                    <a:pt x="2148" y="766"/>
                    <a:pt x="1906" y="939"/>
                    <a:pt x="1576" y="1036"/>
                  </a:cubicBezTo>
                  <a:lnTo>
                    <a:pt x="1659" y="1236"/>
                  </a:lnTo>
                  <a:lnTo>
                    <a:pt x="1663" y="1866"/>
                  </a:lnTo>
                  <a:cubicBezTo>
                    <a:pt x="2274" y="1686"/>
                    <a:pt x="2731" y="1305"/>
                    <a:pt x="2729" y="946"/>
                  </a:cubicBezTo>
                  <a:lnTo>
                    <a:pt x="2726" y="307"/>
                  </a:lnTo>
                  <a:lnTo>
                    <a:pt x="2652" y="320"/>
                  </a:lnTo>
                  <a:cubicBezTo>
                    <a:pt x="2511" y="120"/>
                    <a:pt x="2184" y="1"/>
                    <a:pt x="1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3"/>
            <p:cNvSpPr/>
            <p:nvPr/>
          </p:nvSpPr>
          <p:spPr>
            <a:xfrm>
              <a:off x="6781609" y="2730537"/>
              <a:ext cx="249911" cy="134659"/>
            </a:xfrm>
            <a:custGeom>
              <a:avLst/>
              <a:gdLst/>
              <a:ahLst/>
              <a:cxnLst/>
              <a:rect l="l" t="t" r="r" b="b"/>
              <a:pathLst>
                <a:path w="2730" h="1471" extrusionOk="0">
                  <a:moveTo>
                    <a:pt x="1774" y="1"/>
                  </a:moveTo>
                  <a:cubicBezTo>
                    <a:pt x="1644" y="1"/>
                    <a:pt x="1506" y="13"/>
                    <a:pt x="1362" y="38"/>
                  </a:cubicBezTo>
                  <a:cubicBezTo>
                    <a:pt x="608" y="170"/>
                    <a:pt x="0" y="612"/>
                    <a:pt x="3" y="1027"/>
                  </a:cubicBezTo>
                  <a:cubicBezTo>
                    <a:pt x="4" y="1201"/>
                    <a:pt x="113" y="1342"/>
                    <a:pt x="295" y="1439"/>
                  </a:cubicBezTo>
                  <a:lnTo>
                    <a:pt x="842" y="1090"/>
                  </a:lnTo>
                  <a:cubicBezTo>
                    <a:pt x="683" y="1056"/>
                    <a:pt x="583" y="984"/>
                    <a:pt x="583" y="885"/>
                  </a:cubicBezTo>
                  <a:cubicBezTo>
                    <a:pt x="581" y="698"/>
                    <a:pt x="932" y="486"/>
                    <a:pt x="1363" y="411"/>
                  </a:cubicBezTo>
                  <a:cubicBezTo>
                    <a:pt x="1467" y="393"/>
                    <a:pt x="1566" y="384"/>
                    <a:pt x="1657" y="384"/>
                  </a:cubicBezTo>
                  <a:cubicBezTo>
                    <a:pt x="1944" y="384"/>
                    <a:pt x="2147" y="470"/>
                    <a:pt x="2148" y="611"/>
                  </a:cubicBezTo>
                  <a:cubicBezTo>
                    <a:pt x="2149" y="780"/>
                    <a:pt x="1864" y="969"/>
                    <a:pt x="1491" y="1059"/>
                  </a:cubicBezTo>
                  <a:lnTo>
                    <a:pt x="1661" y="1470"/>
                  </a:lnTo>
                  <a:cubicBezTo>
                    <a:pt x="2273" y="1290"/>
                    <a:pt x="2730" y="909"/>
                    <a:pt x="2728" y="550"/>
                  </a:cubicBezTo>
                  <a:cubicBezTo>
                    <a:pt x="2726" y="215"/>
                    <a:pt x="2325" y="1"/>
                    <a:pt x="17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3"/>
            <p:cNvSpPr/>
            <p:nvPr/>
          </p:nvSpPr>
          <p:spPr>
            <a:xfrm>
              <a:off x="6825185" y="2783359"/>
              <a:ext cx="35702" cy="87240"/>
            </a:xfrm>
            <a:custGeom>
              <a:avLst/>
              <a:gdLst/>
              <a:ahLst/>
              <a:cxnLst/>
              <a:rect l="l" t="t" r="r" b="b"/>
              <a:pathLst>
                <a:path w="390" h="953" extrusionOk="0">
                  <a:moveTo>
                    <a:pt x="386" y="0"/>
                  </a:moveTo>
                  <a:lnTo>
                    <a:pt x="1" y="221"/>
                  </a:lnTo>
                  <a:lnTo>
                    <a:pt x="109" y="558"/>
                  </a:lnTo>
                  <a:lnTo>
                    <a:pt x="111" y="919"/>
                  </a:lnTo>
                  <a:lnTo>
                    <a:pt x="111" y="919"/>
                  </a:lnTo>
                  <a:cubicBezTo>
                    <a:pt x="122" y="820"/>
                    <a:pt x="228" y="716"/>
                    <a:pt x="389" y="630"/>
                  </a:cubicBezTo>
                  <a:lnTo>
                    <a:pt x="386" y="0"/>
                  </a:lnTo>
                  <a:close/>
                  <a:moveTo>
                    <a:pt x="111" y="919"/>
                  </a:moveTo>
                  <a:cubicBezTo>
                    <a:pt x="110" y="925"/>
                    <a:pt x="110" y="931"/>
                    <a:pt x="110" y="937"/>
                  </a:cubicBezTo>
                  <a:cubicBezTo>
                    <a:pt x="110" y="943"/>
                    <a:pt x="110" y="948"/>
                    <a:pt x="111" y="953"/>
                  </a:cubicBezTo>
                  <a:lnTo>
                    <a:pt x="111" y="91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3"/>
            <p:cNvSpPr/>
            <p:nvPr/>
          </p:nvSpPr>
          <p:spPr>
            <a:xfrm>
              <a:off x="6912610" y="2752600"/>
              <a:ext cx="62340" cy="81656"/>
            </a:xfrm>
            <a:custGeom>
              <a:avLst/>
              <a:gdLst/>
              <a:ahLst/>
              <a:cxnLst/>
              <a:rect l="l" t="t" r="r" b="b"/>
              <a:pathLst>
                <a:path w="681" h="892" extrusionOk="0">
                  <a:moveTo>
                    <a:pt x="508" y="1"/>
                  </a:moveTo>
                  <a:lnTo>
                    <a:pt x="1" y="160"/>
                  </a:lnTo>
                  <a:lnTo>
                    <a:pt x="4" y="789"/>
                  </a:lnTo>
                  <a:cubicBezTo>
                    <a:pt x="83" y="778"/>
                    <a:pt x="159" y="773"/>
                    <a:pt x="230" y="773"/>
                  </a:cubicBezTo>
                  <a:cubicBezTo>
                    <a:pt x="434" y="773"/>
                    <a:pt x="596" y="816"/>
                    <a:pt x="672" y="891"/>
                  </a:cubicBezTo>
                  <a:lnTo>
                    <a:pt x="681" y="890"/>
                  </a:lnTo>
                  <a:lnTo>
                    <a:pt x="677" y="272"/>
                  </a:lnTo>
                  <a:lnTo>
                    <a:pt x="646" y="18"/>
                  </a:lnTo>
                  <a:cubicBezTo>
                    <a:pt x="602" y="10"/>
                    <a:pt x="556" y="4"/>
                    <a:pt x="5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3"/>
            <p:cNvSpPr/>
            <p:nvPr/>
          </p:nvSpPr>
          <p:spPr>
            <a:xfrm>
              <a:off x="6912610" y="2730629"/>
              <a:ext cx="112689" cy="46961"/>
            </a:xfrm>
            <a:custGeom>
              <a:avLst/>
              <a:gdLst/>
              <a:ahLst/>
              <a:cxnLst/>
              <a:rect l="l" t="t" r="r" b="b"/>
              <a:pathLst>
                <a:path w="1231" h="513" extrusionOk="0">
                  <a:moveTo>
                    <a:pt x="344" y="0"/>
                  </a:moveTo>
                  <a:cubicBezTo>
                    <a:pt x="257" y="0"/>
                    <a:pt x="166" y="6"/>
                    <a:pt x="73" y="17"/>
                  </a:cubicBezTo>
                  <a:lnTo>
                    <a:pt x="1" y="400"/>
                  </a:lnTo>
                  <a:cubicBezTo>
                    <a:pt x="80" y="388"/>
                    <a:pt x="156" y="383"/>
                    <a:pt x="227" y="383"/>
                  </a:cubicBezTo>
                  <a:cubicBezTo>
                    <a:pt x="439" y="383"/>
                    <a:pt x="605" y="430"/>
                    <a:pt x="677" y="512"/>
                  </a:cubicBezTo>
                  <a:lnTo>
                    <a:pt x="1230" y="331"/>
                  </a:lnTo>
                  <a:cubicBezTo>
                    <a:pt x="1094" y="124"/>
                    <a:pt x="763" y="0"/>
                    <a:pt x="34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3"/>
            <p:cNvSpPr/>
            <p:nvPr/>
          </p:nvSpPr>
          <p:spPr>
            <a:xfrm>
              <a:off x="6974586" y="2777500"/>
              <a:ext cx="9520" cy="22428"/>
            </a:xfrm>
            <a:custGeom>
              <a:avLst/>
              <a:gdLst/>
              <a:ahLst/>
              <a:cxnLst/>
              <a:rect l="l" t="t" r="r" b="b"/>
              <a:pathLst>
                <a:path w="104" h="245" extrusionOk="0">
                  <a:moveTo>
                    <a:pt x="0" y="0"/>
                  </a:moveTo>
                  <a:lnTo>
                    <a:pt x="1" y="244"/>
                  </a:lnTo>
                  <a:lnTo>
                    <a:pt x="85" y="208"/>
                  </a:lnTo>
                  <a:lnTo>
                    <a:pt x="104" y="13"/>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3"/>
            <p:cNvSpPr/>
            <p:nvPr/>
          </p:nvSpPr>
          <p:spPr>
            <a:xfrm>
              <a:off x="6933666" y="2780887"/>
              <a:ext cx="98225" cy="141891"/>
            </a:xfrm>
            <a:custGeom>
              <a:avLst/>
              <a:gdLst/>
              <a:ahLst/>
              <a:cxnLst/>
              <a:rect l="l" t="t" r="r" b="b"/>
              <a:pathLst>
                <a:path w="1073" h="1550" extrusionOk="0">
                  <a:moveTo>
                    <a:pt x="1067" y="0"/>
                  </a:moveTo>
                  <a:lnTo>
                    <a:pt x="0" y="921"/>
                  </a:lnTo>
                  <a:lnTo>
                    <a:pt x="4" y="1550"/>
                  </a:lnTo>
                  <a:cubicBezTo>
                    <a:pt x="615" y="1370"/>
                    <a:pt x="1072" y="989"/>
                    <a:pt x="1070" y="630"/>
                  </a:cubicBezTo>
                  <a:lnTo>
                    <a:pt x="106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3"/>
            <p:cNvSpPr/>
            <p:nvPr/>
          </p:nvSpPr>
          <p:spPr>
            <a:xfrm>
              <a:off x="6918103" y="2827484"/>
              <a:ext cx="15928" cy="95296"/>
            </a:xfrm>
            <a:custGeom>
              <a:avLst/>
              <a:gdLst/>
              <a:ahLst/>
              <a:cxnLst/>
              <a:rect l="l" t="t" r="r" b="b"/>
              <a:pathLst>
                <a:path w="174" h="1041" extrusionOk="0">
                  <a:moveTo>
                    <a:pt x="0" y="0"/>
                  </a:moveTo>
                  <a:lnTo>
                    <a:pt x="3" y="558"/>
                  </a:lnTo>
                  <a:lnTo>
                    <a:pt x="174" y="1041"/>
                  </a:lnTo>
                  <a:lnTo>
                    <a:pt x="170" y="412"/>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3"/>
            <p:cNvSpPr/>
            <p:nvPr/>
          </p:nvSpPr>
          <p:spPr>
            <a:xfrm>
              <a:off x="6918103" y="2760839"/>
              <a:ext cx="113421" cy="104450"/>
            </a:xfrm>
            <a:custGeom>
              <a:avLst/>
              <a:gdLst/>
              <a:ahLst/>
              <a:cxnLst/>
              <a:rect l="l" t="t" r="r" b="b"/>
              <a:pathLst>
                <a:path w="1239" h="1141" extrusionOk="0">
                  <a:moveTo>
                    <a:pt x="1170" y="1"/>
                  </a:moveTo>
                  <a:lnTo>
                    <a:pt x="617" y="182"/>
                  </a:lnTo>
                  <a:cubicBezTo>
                    <a:pt x="643" y="210"/>
                    <a:pt x="657" y="244"/>
                    <a:pt x="657" y="280"/>
                  </a:cubicBezTo>
                  <a:cubicBezTo>
                    <a:pt x="658" y="449"/>
                    <a:pt x="373" y="638"/>
                    <a:pt x="0" y="728"/>
                  </a:cubicBezTo>
                  <a:lnTo>
                    <a:pt x="170" y="1140"/>
                  </a:lnTo>
                  <a:cubicBezTo>
                    <a:pt x="782" y="959"/>
                    <a:pt x="1239" y="580"/>
                    <a:pt x="1237" y="219"/>
                  </a:cubicBezTo>
                  <a:cubicBezTo>
                    <a:pt x="1237" y="139"/>
                    <a:pt x="1213" y="66"/>
                    <a:pt x="11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3"/>
            <p:cNvSpPr/>
            <p:nvPr/>
          </p:nvSpPr>
          <p:spPr>
            <a:xfrm>
              <a:off x="6781792" y="2824463"/>
              <a:ext cx="27188" cy="95479"/>
            </a:xfrm>
            <a:custGeom>
              <a:avLst/>
              <a:gdLst/>
              <a:ahLst/>
              <a:cxnLst/>
              <a:rect l="l" t="t" r="r" b="b"/>
              <a:pathLst>
                <a:path w="297" h="1043" extrusionOk="0">
                  <a:moveTo>
                    <a:pt x="1" y="1"/>
                  </a:moveTo>
                  <a:lnTo>
                    <a:pt x="4" y="630"/>
                  </a:lnTo>
                  <a:cubicBezTo>
                    <a:pt x="5" y="805"/>
                    <a:pt x="114" y="946"/>
                    <a:pt x="297" y="1042"/>
                  </a:cubicBezTo>
                  <a:lnTo>
                    <a:pt x="293" y="41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3"/>
            <p:cNvSpPr/>
            <p:nvPr/>
          </p:nvSpPr>
          <p:spPr>
            <a:xfrm>
              <a:off x="6781701" y="2768712"/>
              <a:ext cx="78818" cy="93556"/>
            </a:xfrm>
            <a:custGeom>
              <a:avLst/>
              <a:gdLst/>
              <a:ahLst/>
              <a:cxnLst/>
              <a:rect l="l" t="t" r="r" b="b"/>
              <a:pathLst>
                <a:path w="861" h="1022" extrusionOk="0">
                  <a:moveTo>
                    <a:pt x="410" y="0"/>
                  </a:moveTo>
                  <a:cubicBezTo>
                    <a:pt x="157" y="181"/>
                    <a:pt x="0" y="399"/>
                    <a:pt x="2" y="610"/>
                  </a:cubicBezTo>
                  <a:cubicBezTo>
                    <a:pt x="3" y="784"/>
                    <a:pt x="112" y="926"/>
                    <a:pt x="294" y="1022"/>
                  </a:cubicBezTo>
                  <a:lnTo>
                    <a:pt x="841" y="673"/>
                  </a:lnTo>
                  <a:cubicBezTo>
                    <a:pt x="682" y="639"/>
                    <a:pt x="582" y="567"/>
                    <a:pt x="582" y="468"/>
                  </a:cubicBezTo>
                  <a:cubicBezTo>
                    <a:pt x="580" y="364"/>
                    <a:pt x="690" y="252"/>
                    <a:pt x="861" y="160"/>
                  </a:cubicBezTo>
                  <a:lnTo>
                    <a:pt x="4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33"/>
            <p:cNvSpPr/>
            <p:nvPr/>
          </p:nvSpPr>
          <p:spPr>
            <a:xfrm>
              <a:off x="6802756" y="2890467"/>
              <a:ext cx="125413" cy="70305"/>
            </a:xfrm>
            <a:custGeom>
              <a:avLst/>
              <a:gdLst/>
              <a:ahLst/>
              <a:cxnLst/>
              <a:rect l="l" t="t" r="r" b="b"/>
              <a:pathLst>
                <a:path w="1370" h="768" extrusionOk="0">
                  <a:moveTo>
                    <a:pt x="0" y="0"/>
                  </a:moveTo>
                  <a:lnTo>
                    <a:pt x="4" y="630"/>
                  </a:lnTo>
                  <a:cubicBezTo>
                    <a:pt x="171" y="718"/>
                    <a:pt x="400" y="767"/>
                    <a:pt x="665" y="767"/>
                  </a:cubicBezTo>
                  <a:cubicBezTo>
                    <a:pt x="795" y="767"/>
                    <a:pt x="934" y="755"/>
                    <a:pt x="1078" y="730"/>
                  </a:cubicBezTo>
                  <a:cubicBezTo>
                    <a:pt x="1178" y="713"/>
                    <a:pt x="1276" y="689"/>
                    <a:pt x="1369" y="661"/>
                  </a:cubicBezTo>
                  <a:lnTo>
                    <a:pt x="1366" y="33"/>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3"/>
            <p:cNvSpPr/>
            <p:nvPr/>
          </p:nvSpPr>
          <p:spPr>
            <a:xfrm>
              <a:off x="6743526" y="2663984"/>
              <a:ext cx="61974" cy="143813"/>
            </a:xfrm>
            <a:custGeom>
              <a:avLst/>
              <a:gdLst/>
              <a:ahLst/>
              <a:cxnLst/>
              <a:rect l="l" t="t" r="r" b="b"/>
              <a:pathLst>
                <a:path w="677" h="1571" extrusionOk="0">
                  <a:moveTo>
                    <a:pt x="676" y="0"/>
                  </a:moveTo>
                  <a:lnTo>
                    <a:pt x="1" y="403"/>
                  </a:lnTo>
                  <a:lnTo>
                    <a:pt x="52" y="489"/>
                  </a:lnTo>
                  <a:lnTo>
                    <a:pt x="577" y="175"/>
                  </a:lnTo>
                  <a:lnTo>
                    <a:pt x="577" y="1570"/>
                  </a:lnTo>
                  <a:lnTo>
                    <a:pt x="676" y="1570"/>
                  </a:lnTo>
                  <a:lnTo>
                    <a:pt x="6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3"/>
            <p:cNvSpPr/>
            <p:nvPr/>
          </p:nvSpPr>
          <p:spPr>
            <a:xfrm>
              <a:off x="6989783" y="2571706"/>
              <a:ext cx="9337" cy="177501"/>
            </a:xfrm>
            <a:custGeom>
              <a:avLst/>
              <a:gdLst/>
              <a:ahLst/>
              <a:cxnLst/>
              <a:rect l="l" t="t" r="r" b="b"/>
              <a:pathLst>
                <a:path w="102" h="1939" extrusionOk="0">
                  <a:moveTo>
                    <a:pt x="1" y="1"/>
                  </a:moveTo>
                  <a:lnTo>
                    <a:pt x="1" y="1938"/>
                  </a:lnTo>
                  <a:lnTo>
                    <a:pt x="101" y="1938"/>
                  </a:lnTo>
                  <a:lnTo>
                    <a:pt x="10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3"/>
            <p:cNvSpPr/>
            <p:nvPr/>
          </p:nvSpPr>
          <p:spPr>
            <a:xfrm>
              <a:off x="6933574" y="2592487"/>
              <a:ext cx="9246" cy="240116"/>
            </a:xfrm>
            <a:custGeom>
              <a:avLst/>
              <a:gdLst/>
              <a:ahLst/>
              <a:cxnLst/>
              <a:rect l="l" t="t" r="r" b="b"/>
              <a:pathLst>
                <a:path w="101" h="2623" extrusionOk="0">
                  <a:moveTo>
                    <a:pt x="0" y="1"/>
                  </a:moveTo>
                  <a:lnTo>
                    <a:pt x="0" y="2622"/>
                  </a:lnTo>
                  <a:lnTo>
                    <a:pt x="100" y="2622"/>
                  </a:lnTo>
                  <a:lnTo>
                    <a:pt x="10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3"/>
            <p:cNvSpPr/>
            <p:nvPr/>
          </p:nvSpPr>
          <p:spPr>
            <a:xfrm>
              <a:off x="6867936" y="2629563"/>
              <a:ext cx="9246" cy="240116"/>
            </a:xfrm>
            <a:custGeom>
              <a:avLst/>
              <a:gdLst/>
              <a:ahLst/>
              <a:cxnLst/>
              <a:rect l="l" t="t" r="r" b="b"/>
              <a:pathLst>
                <a:path w="101" h="2623" extrusionOk="0">
                  <a:moveTo>
                    <a:pt x="1" y="0"/>
                  </a:moveTo>
                  <a:lnTo>
                    <a:pt x="1" y="2623"/>
                  </a:lnTo>
                  <a:lnTo>
                    <a:pt x="100" y="2623"/>
                  </a:lnTo>
                  <a:lnTo>
                    <a:pt x="1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3"/>
            <p:cNvSpPr/>
            <p:nvPr/>
          </p:nvSpPr>
          <p:spPr>
            <a:xfrm>
              <a:off x="6666171" y="2971759"/>
              <a:ext cx="222174" cy="130173"/>
            </a:xfrm>
            <a:custGeom>
              <a:avLst/>
              <a:gdLst/>
              <a:ahLst/>
              <a:cxnLst/>
              <a:rect l="l" t="t" r="r" b="b"/>
              <a:pathLst>
                <a:path w="2427" h="1422" extrusionOk="0">
                  <a:moveTo>
                    <a:pt x="2427" y="1"/>
                  </a:moveTo>
                  <a:lnTo>
                    <a:pt x="0" y="1367"/>
                  </a:lnTo>
                  <a:lnTo>
                    <a:pt x="0" y="1422"/>
                  </a:lnTo>
                  <a:lnTo>
                    <a:pt x="2427" y="57"/>
                  </a:lnTo>
                  <a:lnTo>
                    <a:pt x="2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3"/>
            <p:cNvSpPr/>
            <p:nvPr/>
          </p:nvSpPr>
          <p:spPr>
            <a:xfrm>
              <a:off x="6666171" y="2985583"/>
              <a:ext cx="222174" cy="130173"/>
            </a:xfrm>
            <a:custGeom>
              <a:avLst/>
              <a:gdLst/>
              <a:ahLst/>
              <a:cxnLst/>
              <a:rect l="l" t="t" r="r" b="b"/>
              <a:pathLst>
                <a:path w="2427" h="1422" extrusionOk="0">
                  <a:moveTo>
                    <a:pt x="2427" y="1"/>
                  </a:moveTo>
                  <a:lnTo>
                    <a:pt x="0" y="1367"/>
                  </a:lnTo>
                  <a:lnTo>
                    <a:pt x="0" y="1422"/>
                  </a:lnTo>
                  <a:lnTo>
                    <a:pt x="2427" y="56"/>
                  </a:lnTo>
                  <a:lnTo>
                    <a:pt x="2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3"/>
            <p:cNvSpPr/>
            <p:nvPr/>
          </p:nvSpPr>
          <p:spPr>
            <a:xfrm>
              <a:off x="6666171" y="2999406"/>
              <a:ext cx="222174" cy="130173"/>
            </a:xfrm>
            <a:custGeom>
              <a:avLst/>
              <a:gdLst/>
              <a:ahLst/>
              <a:cxnLst/>
              <a:rect l="l" t="t" r="r" b="b"/>
              <a:pathLst>
                <a:path w="2427" h="1422" extrusionOk="0">
                  <a:moveTo>
                    <a:pt x="2427" y="1"/>
                  </a:moveTo>
                  <a:lnTo>
                    <a:pt x="0" y="1365"/>
                  </a:lnTo>
                  <a:lnTo>
                    <a:pt x="0" y="1422"/>
                  </a:lnTo>
                  <a:lnTo>
                    <a:pt x="2427" y="56"/>
                  </a:lnTo>
                  <a:lnTo>
                    <a:pt x="242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3"/>
            <p:cNvSpPr/>
            <p:nvPr/>
          </p:nvSpPr>
          <p:spPr>
            <a:xfrm>
              <a:off x="6859423" y="2613451"/>
              <a:ext cx="27280" cy="32223"/>
            </a:xfrm>
            <a:custGeom>
              <a:avLst/>
              <a:gdLst/>
              <a:ahLst/>
              <a:cxnLst/>
              <a:rect l="l" t="t" r="r" b="b"/>
              <a:pathLst>
                <a:path w="298" h="352" extrusionOk="0">
                  <a:moveTo>
                    <a:pt x="174" y="1"/>
                  </a:moveTo>
                  <a:cubicBezTo>
                    <a:pt x="150" y="1"/>
                    <a:pt x="126" y="10"/>
                    <a:pt x="102" y="25"/>
                  </a:cubicBezTo>
                  <a:cubicBezTo>
                    <a:pt x="73" y="46"/>
                    <a:pt x="48" y="76"/>
                    <a:pt x="31" y="112"/>
                  </a:cubicBezTo>
                  <a:cubicBezTo>
                    <a:pt x="6" y="164"/>
                    <a:pt x="1" y="220"/>
                    <a:pt x="15" y="269"/>
                  </a:cubicBezTo>
                  <a:cubicBezTo>
                    <a:pt x="26" y="309"/>
                    <a:pt x="52" y="338"/>
                    <a:pt x="86" y="347"/>
                  </a:cubicBezTo>
                  <a:cubicBezTo>
                    <a:pt x="95" y="351"/>
                    <a:pt x="104" y="352"/>
                    <a:pt x="114" y="352"/>
                  </a:cubicBezTo>
                  <a:cubicBezTo>
                    <a:pt x="138" y="352"/>
                    <a:pt x="163" y="343"/>
                    <a:pt x="185" y="327"/>
                  </a:cubicBezTo>
                  <a:cubicBezTo>
                    <a:pt x="258" y="278"/>
                    <a:pt x="298" y="168"/>
                    <a:pt x="273" y="84"/>
                  </a:cubicBezTo>
                  <a:cubicBezTo>
                    <a:pt x="257" y="32"/>
                    <a:pt x="220" y="1"/>
                    <a:pt x="17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3"/>
            <p:cNvSpPr/>
            <p:nvPr/>
          </p:nvSpPr>
          <p:spPr>
            <a:xfrm>
              <a:off x="6735379" y="2687236"/>
              <a:ext cx="27371" cy="32315"/>
            </a:xfrm>
            <a:custGeom>
              <a:avLst/>
              <a:gdLst/>
              <a:ahLst/>
              <a:cxnLst/>
              <a:rect l="l" t="t" r="r" b="b"/>
              <a:pathLst>
                <a:path w="299" h="353" extrusionOk="0">
                  <a:moveTo>
                    <a:pt x="174" y="1"/>
                  </a:moveTo>
                  <a:cubicBezTo>
                    <a:pt x="151" y="1"/>
                    <a:pt x="126" y="10"/>
                    <a:pt x="102" y="26"/>
                  </a:cubicBezTo>
                  <a:cubicBezTo>
                    <a:pt x="73" y="46"/>
                    <a:pt x="48" y="76"/>
                    <a:pt x="30" y="112"/>
                  </a:cubicBezTo>
                  <a:cubicBezTo>
                    <a:pt x="7" y="164"/>
                    <a:pt x="1" y="220"/>
                    <a:pt x="16" y="269"/>
                  </a:cubicBezTo>
                  <a:cubicBezTo>
                    <a:pt x="27" y="309"/>
                    <a:pt x="53" y="339"/>
                    <a:pt x="86" y="348"/>
                  </a:cubicBezTo>
                  <a:cubicBezTo>
                    <a:pt x="95" y="350"/>
                    <a:pt x="104" y="352"/>
                    <a:pt x="113" y="352"/>
                  </a:cubicBezTo>
                  <a:cubicBezTo>
                    <a:pt x="138" y="352"/>
                    <a:pt x="163" y="343"/>
                    <a:pt x="186" y="327"/>
                  </a:cubicBezTo>
                  <a:cubicBezTo>
                    <a:pt x="259" y="278"/>
                    <a:pt x="298" y="169"/>
                    <a:pt x="273" y="84"/>
                  </a:cubicBezTo>
                  <a:cubicBezTo>
                    <a:pt x="258" y="32"/>
                    <a:pt x="220" y="1"/>
                    <a:pt x="17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3"/>
            <p:cNvSpPr/>
            <p:nvPr/>
          </p:nvSpPr>
          <p:spPr>
            <a:xfrm>
              <a:off x="6924969" y="2577931"/>
              <a:ext cx="27463" cy="32223"/>
            </a:xfrm>
            <a:custGeom>
              <a:avLst/>
              <a:gdLst/>
              <a:ahLst/>
              <a:cxnLst/>
              <a:rect l="l" t="t" r="r" b="b"/>
              <a:pathLst>
                <a:path w="300" h="352" extrusionOk="0">
                  <a:moveTo>
                    <a:pt x="174" y="0"/>
                  </a:moveTo>
                  <a:cubicBezTo>
                    <a:pt x="150" y="0"/>
                    <a:pt x="126" y="9"/>
                    <a:pt x="103" y="25"/>
                  </a:cubicBezTo>
                  <a:cubicBezTo>
                    <a:pt x="73" y="45"/>
                    <a:pt x="48" y="76"/>
                    <a:pt x="31" y="112"/>
                  </a:cubicBezTo>
                  <a:cubicBezTo>
                    <a:pt x="6" y="163"/>
                    <a:pt x="1" y="220"/>
                    <a:pt x="15" y="268"/>
                  </a:cubicBezTo>
                  <a:cubicBezTo>
                    <a:pt x="27" y="309"/>
                    <a:pt x="54" y="338"/>
                    <a:pt x="87" y="347"/>
                  </a:cubicBezTo>
                  <a:cubicBezTo>
                    <a:pt x="96" y="350"/>
                    <a:pt x="105" y="351"/>
                    <a:pt x="114" y="351"/>
                  </a:cubicBezTo>
                  <a:cubicBezTo>
                    <a:pt x="138" y="351"/>
                    <a:pt x="163" y="342"/>
                    <a:pt x="185" y="327"/>
                  </a:cubicBezTo>
                  <a:cubicBezTo>
                    <a:pt x="260" y="277"/>
                    <a:pt x="299" y="168"/>
                    <a:pt x="273" y="83"/>
                  </a:cubicBezTo>
                  <a:cubicBezTo>
                    <a:pt x="257" y="32"/>
                    <a:pt x="220" y="0"/>
                    <a:pt x="1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3"/>
            <p:cNvSpPr/>
            <p:nvPr/>
          </p:nvSpPr>
          <p:spPr>
            <a:xfrm>
              <a:off x="6981269" y="2555594"/>
              <a:ext cx="27371" cy="32315"/>
            </a:xfrm>
            <a:custGeom>
              <a:avLst/>
              <a:gdLst/>
              <a:ahLst/>
              <a:cxnLst/>
              <a:rect l="l" t="t" r="r" b="b"/>
              <a:pathLst>
                <a:path w="299" h="353" extrusionOk="0">
                  <a:moveTo>
                    <a:pt x="174" y="1"/>
                  </a:moveTo>
                  <a:cubicBezTo>
                    <a:pt x="150" y="1"/>
                    <a:pt x="126" y="10"/>
                    <a:pt x="103" y="26"/>
                  </a:cubicBezTo>
                  <a:cubicBezTo>
                    <a:pt x="73" y="46"/>
                    <a:pt x="48" y="76"/>
                    <a:pt x="31" y="113"/>
                  </a:cubicBezTo>
                  <a:cubicBezTo>
                    <a:pt x="6" y="164"/>
                    <a:pt x="1" y="222"/>
                    <a:pt x="15" y="269"/>
                  </a:cubicBezTo>
                  <a:cubicBezTo>
                    <a:pt x="28" y="309"/>
                    <a:pt x="53" y="339"/>
                    <a:pt x="87" y="348"/>
                  </a:cubicBezTo>
                  <a:cubicBezTo>
                    <a:pt x="96" y="351"/>
                    <a:pt x="105" y="352"/>
                    <a:pt x="114" y="352"/>
                  </a:cubicBezTo>
                  <a:cubicBezTo>
                    <a:pt x="138" y="352"/>
                    <a:pt x="163" y="343"/>
                    <a:pt x="186" y="327"/>
                  </a:cubicBezTo>
                  <a:cubicBezTo>
                    <a:pt x="260" y="278"/>
                    <a:pt x="299" y="169"/>
                    <a:pt x="273" y="84"/>
                  </a:cubicBezTo>
                  <a:cubicBezTo>
                    <a:pt x="257" y="32"/>
                    <a:pt x="220" y="1"/>
                    <a:pt x="17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3"/>
            <p:cNvSpPr/>
            <p:nvPr/>
          </p:nvSpPr>
          <p:spPr>
            <a:xfrm>
              <a:off x="6969826" y="2602557"/>
              <a:ext cx="213202" cy="252749"/>
            </a:xfrm>
            <a:custGeom>
              <a:avLst/>
              <a:gdLst/>
              <a:ahLst/>
              <a:cxnLst/>
              <a:rect l="l" t="t" r="r" b="b"/>
              <a:pathLst>
                <a:path w="2329" h="2761" extrusionOk="0">
                  <a:moveTo>
                    <a:pt x="41" y="0"/>
                  </a:moveTo>
                  <a:cubicBezTo>
                    <a:pt x="19" y="0"/>
                    <a:pt x="0" y="25"/>
                    <a:pt x="17" y="46"/>
                  </a:cubicBezTo>
                  <a:lnTo>
                    <a:pt x="2176" y="2760"/>
                  </a:lnTo>
                  <a:lnTo>
                    <a:pt x="2328" y="2713"/>
                  </a:lnTo>
                  <a:lnTo>
                    <a:pt x="61" y="9"/>
                  </a:lnTo>
                  <a:cubicBezTo>
                    <a:pt x="55" y="3"/>
                    <a:pt x="48" y="0"/>
                    <a:pt x="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3"/>
            <p:cNvSpPr/>
            <p:nvPr/>
          </p:nvSpPr>
          <p:spPr>
            <a:xfrm>
              <a:off x="7700174" y="2906579"/>
              <a:ext cx="158826" cy="228490"/>
            </a:xfrm>
            <a:custGeom>
              <a:avLst/>
              <a:gdLst/>
              <a:ahLst/>
              <a:cxnLst/>
              <a:rect l="l" t="t" r="r" b="b"/>
              <a:pathLst>
                <a:path w="1735" h="2496" extrusionOk="0">
                  <a:moveTo>
                    <a:pt x="343" y="1"/>
                  </a:moveTo>
                  <a:cubicBezTo>
                    <a:pt x="0" y="1"/>
                    <a:pt x="13" y="504"/>
                    <a:pt x="94" y="624"/>
                  </a:cubicBezTo>
                  <a:cubicBezTo>
                    <a:pt x="188" y="763"/>
                    <a:pt x="311" y="885"/>
                    <a:pt x="420" y="1012"/>
                  </a:cubicBezTo>
                  <a:cubicBezTo>
                    <a:pt x="488" y="1092"/>
                    <a:pt x="556" y="1172"/>
                    <a:pt x="620" y="1255"/>
                  </a:cubicBezTo>
                  <a:cubicBezTo>
                    <a:pt x="662" y="1311"/>
                    <a:pt x="717" y="1373"/>
                    <a:pt x="740" y="1439"/>
                  </a:cubicBezTo>
                  <a:cubicBezTo>
                    <a:pt x="760" y="1496"/>
                    <a:pt x="778" y="1552"/>
                    <a:pt x="799" y="1608"/>
                  </a:cubicBezTo>
                  <a:cubicBezTo>
                    <a:pt x="814" y="1646"/>
                    <a:pt x="817" y="1688"/>
                    <a:pt x="820" y="1728"/>
                  </a:cubicBezTo>
                  <a:cubicBezTo>
                    <a:pt x="822" y="1736"/>
                    <a:pt x="822" y="1744"/>
                    <a:pt x="822" y="1753"/>
                  </a:cubicBezTo>
                  <a:lnTo>
                    <a:pt x="813" y="1759"/>
                  </a:lnTo>
                  <a:cubicBezTo>
                    <a:pt x="813" y="1759"/>
                    <a:pt x="816" y="1771"/>
                    <a:pt x="824" y="1791"/>
                  </a:cubicBezTo>
                  <a:cubicBezTo>
                    <a:pt x="827" y="1856"/>
                    <a:pt x="831" y="1921"/>
                    <a:pt x="859" y="1977"/>
                  </a:cubicBezTo>
                  <a:cubicBezTo>
                    <a:pt x="892" y="2046"/>
                    <a:pt x="914" y="2094"/>
                    <a:pt x="962" y="2118"/>
                  </a:cubicBezTo>
                  <a:cubicBezTo>
                    <a:pt x="1046" y="2289"/>
                    <a:pt x="1119" y="2352"/>
                    <a:pt x="1171" y="2421"/>
                  </a:cubicBezTo>
                  <a:cubicBezTo>
                    <a:pt x="1212" y="2475"/>
                    <a:pt x="1203" y="2495"/>
                    <a:pt x="1277" y="2495"/>
                  </a:cubicBezTo>
                  <a:cubicBezTo>
                    <a:pt x="1303" y="2495"/>
                    <a:pt x="1338" y="2493"/>
                    <a:pt x="1388" y="2489"/>
                  </a:cubicBezTo>
                  <a:cubicBezTo>
                    <a:pt x="1584" y="2473"/>
                    <a:pt x="1519" y="2374"/>
                    <a:pt x="1519" y="2374"/>
                  </a:cubicBezTo>
                  <a:lnTo>
                    <a:pt x="1573" y="2341"/>
                  </a:lnTo>
                  <a:cubicBezTo>
                    <a:pt x="1628" y="2309"/>
                    <a:pt x="1596" y="2263"/>
                    <a:pt x="1596" y="2263"/>
                  </a:cubicBezTo>
                  <a:lnTo>
                    <a:pt x="1433" y="1944"/>
                  </a:lnTo>
                  <a:cubicBezTo>
                    <a:pt x="1442" y="1922"/>
                    <a:pt x="1448" y="1902"/>
                    <a:pt x="1444" y="1880"/>
                  </a:cubicBezTo>
                  <a:cubicBezTo>
                    <a:pt x="1443" y="1876"/>
                    <a:pt x="1440" y="1873"/>
                    <a:pt x="1437" y="1869"/>
                  </a:cubicBezTo>
                  <a:lnTo>
                    <a:pt x="1437" y="1869"/>
                  </a:lnTo>
                  <a:cubicBezTo>
                    <a:pt x="1491" y="1888"/>
                    <a:pt x="1573" y="1915"/>
                    <a:pt x="1631" y="1915"/>
                  </a:cubicBezTo>
                  <a:cubicBezTo>
                    <a:pt x="1658" y="1915"/>
                    <a:pt x="1680" y="1909"/>
                    <a:pt x="1691" y="1893"/>
                  </a:cubicBezTo>
                  <a:cubicBezTo>
                    <a:pt x="1735" y="1825"/>
                    <a:pt x="1514" y="1777"/>
                    <a:pt x="1439" y="1721"/>
                  </a:cubicBezTo>
                  <a:cubicBezTo>
                    <a:pt x="1390" y="1685"/>
                    <a:pt x="1289" y="1621"/>
                    <a:pt x="1222" y="1580"/>
                  </a:cubicBezTo>
                  <a:cubicBezTo>
                    <a:pt x="1213" y="1565"/>
                    <a:pt x="1204" y="1553"/>
                    <a:pt x="1195" y="1537"/>
                  </a:cubicBezTo>
                  <a:cubicBezTo>
                    <a:pt x="1149" y="1462"/>
                    <a:pt x="1091" y="1394"/>
                    <a:pt x="1046" y="1316"/>
                  </a:cubicBezTo>
                  <a:cubicBezTo>
                    <a:pt x="958" y="1165"/>
                    <a:pt x="886" y="1007"/>
                    <a:pt x="800" y="855"/>
                  </a:cubicBezTo>
                  <a:cubicBezTo>
                    <a:pt x="677" y="636"/>
                    <a:pt x="443" y="13"/>
                    <a:pt x="443" y="13"/>
                  </a:cubicBezTo>
                  <a:cubicBezTo>
                    <a:pt x="407" y="5"/>
                    <a:pt x="373" y="1"/>
                    <a:pt x="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3"/>
            <p:cNvSpPr/>
            <p:nvPr/>
          </p:nvSpPr>
          <p:spPr>
            <a:xfrm>
              <a:off x="7704385" y="2911339"/>
              <a:ext cx="74149" cy="165692"/>
            </a:xfrm>
            <a:custGeom>
              <a:avLst/>
              <a:gdLst/>
              <a:ahLst/>
              <a:cxnLst/>
              <a:rect l="l" t="t" r="r" b="b"/>
              <a:pathLst>
                <a:path w="810" h="1810" extrusionOk="0">
                  <a:moveTo>
                    <a:pt x="435" y="1"/>
                  </a:moveTo>
                  <a:cubicBezTo>
                    <a:pt x="389" y="56"/>
                    <a:pt x="336" y="116"/>
                    <a:pt x="269" y="142"/>
                  </a:cubicBezTo>
                  <a:cubicBezTo>
                    <a:pt x="210" y="164"/>
                    <a:pt x="83" y="146"/>
                    <a:pt x="40" y="192"/>
                  </a:cubicBezTo>
                  <a:cubicBezTo>
                    <a:pt x="13" y="220"/>
                    <a:pt x="4" y="289"/>
                    <a:pt x="1" y="347"/>
                  </a:cubicBezTo>
                  <a:cubicBezTo>
                    <a:pt x="1" y="443"/>
                    <a:pt x="20" y="530"/>
                    <a:pt x="48" y="572"/>
                  </a:cubicBezTo>
                  <a:cubicBezTo>
                    <a:pt x="140" y="711"/>
                    <a:pt x="265" y="833"/>
                    <a:pt x="374" y="960"/>
                  </a:cubicBezTo>
                  <a:cubicBezTo>
                    <a:pt x="442" y="1040"/>
                    <a:pt x="510" y="1120"/>
                    <a:pt x="573" y="1203"/>
                  </a:cubicBezTo>
                  <a:cubicBezTo>
                    <a:pt x="616" y="1259"/>
                    <a:pt x="671" y="1321"/>
                    <a:pt x="694" y="1387"/>
                  </a:cubicBezTo>
                  <a:cubicBezTo>
                    <a:pt x="714" y="1444"/>
                    <a:pt x="732" y="1500"/>
                    <a:pt x="753" y="1556"/>
                  </a:cubicBezTo>
                  <a:cubicBezTo>
                    <a:pt x="768" y="1594"/>
                    <a:pt x="771" y="1636"/>
                    <a:pt x="774" y="1676"/>
                  </a:cubicBezTo>
                  <a:cubicBezTo>
                    <a:pt x="779" y="1729"/>
                    <a:pt x="774" y="1760"/>
                    <a:pt x="804" y="1809"/>
                  </a:cubicBezTo>
                  <a:cubicBezTo>
                    <a:pt x="778" y="1765"/>
                    <a:pt x="809" y="1673"/>
                    <a:pt x="804" y="1624"/>
                  </a:cubicBezTo>
                  <a:cubicBezTo>
                    <a:pt x="796" y="1546"/>
                    <a:pt x="791" y="1475"/>
                    <a:pt x="761" y="1401"/>
                  </a:cubicBezTo>
                  <a:cubicBezTo>
                    <a:pt x="745" y="1363"/>
                    <a:pt x="727" y="1327"/>
                    <a:pt x="706" y="1291"/>
                  </a:cubicBezTo>
                  <a:cubicBezTo>
                    <a:pt x="670" y="1231"/>
                    <a:pt x="625" y="1178"/>
                    <a:pt x="590" y="1117"/>
                  </a:cubicBezTo>
                  <a:cubicBezTo>
                    <a:pt x="553" y="1048"/>
                    <a:pt x="500" y="990"/>
                    <a:pt x="464" y="919"/>
                  </a:cubicBezTo>
                  <a:cubicBezTo>
                    <a:pt x="399" y="794"/>
                    <a:pt x="194" y="530"/>
                    <a:pt x="335" y="398"/>
                  </a:cubicBezTo>
                  <a:cubicBezTo>
                    <a:pt x="370" y="366"/>
                    <a:pt x="401" y="329"/>
                    <a:pt x="425" y="287"/>
                  </a:cubicBezTo>
                  <a:cubicBezTo>
                    <a:pt x="444" y="254"/>
                    <a:pt x="482" y="213"/>
                    <a:pt x="470" y="174"/>
                  </a:cubicBezTo>
                  <a:cubicBezTo>
                    <a:pt x="453" y="118"/>
                    <a:pt x="441" y="59"/>
                    <a:pt x="4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3"/>
            <p:cNvSpPr/>
            <p:nvPr/>
          </p:nvSpPr>
          <p:spPr>
            <a:xfrm>
              <a:off x="7581256" y="3529545"/>
              <a:ext cx="172832" cy="108569"/>
            </a:xfrm>
            <a:custGeom>
              <a:avLst/>
              <a:gdLst/>
              <a:ahLst/>
              <a:cxnLst/>
              <a:rect l="l" t="t" r="r" b="b"/>
              <a:pathLst>
                <a:path w="1888" h="1186" extrusionOk="0">
                  <a:moveTo>
                    <a:pt x="981" y="1"/>
                  </a:moveTo>
                  <a:cubicBezTo>
                    <a:pt x="982" y="10"/>
                    <a:pt x="690" y="79"/>
                    <a:pt x="670" y="84"/>
                  </a:cubicBezTo>
                  <a:cubicBezTo>
                    <a:pt x="603" y="102"/>
                    <a:pt x="526" y="135"/>
                    <a:pt x="455" y="135"/>
                  </a:cubicBezTo>
                  <a:cubicBezTo>
                    <a:pt x="442" y="135"/>
                    <a:pt x="429" y="134"/>
                    <a:pt x="416" y="131"/>
                  </a:cubicBezTo>
                  <a:cubicBezTo>
                    <a:pt x="367" y="121"/>
                    <a:pt x="317" y="116"/>
                    <a:pt x="266" y="116"/>
                  </a:cubicBezTo>
                  <a:cubicBezTo>
                    <a:pt x="222" y="116"/>
                    <a:pt x="177" y="120"/>
                    <a:pt x="134" y="127"/>
                  </a:cubicBezTo>
                  <a:cubicBezTo>
                    <a:pt x="129" y="128"/>
                    <a:pt x="122" y="129"/>
                    <a:pt x="117" y="133"/>
                  </a:cubicBezTo>
                  <a:cubicBezTo>
                    <a:pt x="112" y="136"/>
                    <a:pt x="108" y="143"/>
                    <a:pt x="105" y="149"/>
                  </a:cubicBezTo>
                  <a:cubicBezTo>
                    <a:pt x="92" y="176"/>
                    <a:pt x="82" y="204"/>
                    <a:pt x="72" y="231"/>
                  </a:cubicBezTo>
                  <a:cubicBezTo>
                    <a:pt x="61" y="261"/>
                    <a:pt x="51" y="291"/>
                    <a:pt x="40" y="321"/>
                  </a:cubicBezTo>
                  <a:cubicBezTo>
                    <a:pt x="18" y="377"/>
                    <a:pt x="0" y="429"/>
                    <a:pt x="10" y="491"/>
                  </a:cubicBezTo>
                  <a:cubicBezTo>
                    <a:pt x="33" y="628"/>
                    <a:pt x="29" y="723"/>
                    <a:pt x="29" y="723"/>
                  </a:cubicBezTo>
                  <a:lnTo>
                    <a:pt x="446" y="893"/>
                  </a:lnTo>
                  <a:lnTo>
                    <a:pt x="623" y="878"/>
                  </a:lnTo>
                  <a:cubicBezTo>
                    <a:pt x="623" y="878"/>
                    <a:pt x="623" y="878"/>
                    <a:pt x="623" y="878"/>
                  </a:cubicBezTo>
                  <a:cubicBezTo>
                    <a:pt x="634" y="878"/>
                    <a:pt x="679" y="931"/>
                    <a:pt x="688" y="939"/>
                  </a:cubicBezTo>
                  <a:cubicBezTo>
                    <a:pt x="746" y="987"/>
                    <a:pt x="809" y="1030"/>
                    <a:pt x="874" y="1065"/>
                  </a:cubicBezTo>
                  <a:cubicBezTo>
                    <a:pt x="964" y="1114"/>
                    <a:pt x="1055" y="1140"/>
                    <a:pt x="1154" y="1164"/>
                  </a:cubicBezTo>
                  <a:cubicBezTo>
                    <a:pt x="1224" y="1181"/>
                    <a:pt x="1289" y="1185"/>
                    <a:pt x="1354" y="1185"/>
                  </a:cubicBezTo>
                  <a:cubicBezTo>
                    <a:pt x="1412" y="1185"/>
                    <a:pt x="1471" y="1182"/>
                    <a:pt x="1535" y="1182"/>
                  </a:cubicBezTo>
                  <a:cubicBezTo>
                    <a:pt x="1561" y="1182"/>
                    <a:pt x="1587" y="1182"/>
                    <a:pt x="1612" y="1174"/>
                  </a:cubicBezTo>
                  <a:cubicBezTo>
                    <a:pt x="1682" y="1153"/>
                    <a:pt x="1791" y="1074"/>
                    <a:pt x="1831" y="1011"/>
                  </a:cubicBezTo>
                  <a:cubicBezTo>
                    <a:pt x="1887" y="923"/>
                    <a:pt x="1842" y="810"/>
                    <a:pt x="1779" y="740"/>
                  </a:cubicBezTo>
                  <a:cubicBezTo>
                    <a:pt x="1563" y="496"/>
                    <a:pt x="1136" y="377"/>
                    <a:pt x="1136" y="377"/>
                  </a:cubicBezTo>
                  <a:lnTo>
                    <a:pt x="98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3"/>
            <p:cNvSpPr/>
            <p:nvPr/>
          </p:nvSpPr>
          <p:spPr>
            <a:xfrm>
              <a:off x="7639754" y="3532657"/>
              <a:ext cx="108478" cy="80466"/>
            </a:xfrm>
            <a:custGeom>
              <a:avLst/>
              <a:gdLst/>
              <a:ahLst/>
              <a:cxnLst/>
              <a:rect l="l" t="t" r="r" b="b"/>
              <a:pathLst>
                <a:path w="1185" h="879" extrusionOk="0">
                  <a:moveTo>
                    <a:pt x="357" y="1"/>
                  </a:moveTo>
                  <a:cubicBezTo>
                    <a:pt x="263" y="100"/>
                    <a:pt x="172" y="227"/>
                    <a:pt x="41" y="279"/>
                  </a:cubicBezTo>
                  <a:cubicBezTo>
                    <a:pt x="1" y="296"/>
                    <a:pt x="21" y="376"/>
                    <a:pt x="39" y="405"/>
                  </a:cubicBezTo>
                  <a:cubicBezTo>
                    <a:pt x="68" y="456"/>
                    <a:pt x="118" y="492"/>
                    <a:pt x="148" y="541"/>
                  </a:cubicBezTo>
                  <a:cubicBezTo>
                    <a:pt x="183" y="597"/>
                    <a:pt x="196" y="674"/>
                    <a:pt x="254" y="713"/>
                  </a:cubicBezTo>
                  <a:cubicBezTo>
                    <a:pt x="310" y="751"/>
                    <a:pt x="372" y="761"/>
                    <a:pt x="432" y="788"/>
                  </a:cubicBezTo>
                  <a:cubicBezTo>
                    <a:pt x="501" y="818"/>
                    <a:pt x="576" y="829"/>
                    <a:pt x="649" y="846"/>
                  </a:cubicBezTo>
                  <a:cubicBezTo>
                    <a:pt x="739" y="867"/>
                    <a:pt x="832" y="878"/>
                    <a:pt x="925" y="879"/>
                  </a:cubicBezTo>
                  <a:cubicBezTo>
                    <a:pt x="966" y="879"/>
                    <a:pt x="1007" y="878"/>
                    <a:pt x="1045" y="860"/>
                  </a:cubicBezTo>
                  <a:cubicBezTo>
                    <a:pt x="1114" y="828"/>
                    <a:pt x="1184" y="744"/>
                    <a:pt x="1113" y="676"/>
                  </a:cubicBezTo>
                  <a:cubicBezTo>
                    <a:pt x="1080" y="645"/>
                    <a:pt x="1046" y="614"/>
                    <a:pt x="1009" y="587"/>
                  </a:cubicBezTo>
                  <a:cubicBezTo>
                    <a:pt x="937" y="534"/>
                    <a:pt x="858" y="489"/>
                    <a:pt x="778" y="451"/>
                  </a:cubicBezTo>
                  <a:cubicBezTo>
                    <a:pt x="714" y="421"/>
                    <a:pt x="647" y="394"/>
                    <a:pt x="581" y="370"/>
                  </a:cubicBezTo>
                  <a:cubicBezTo>
                    <a:pt x="571" y="367"/>
                    <a:pt x="501" y="352"/>
                    <a:pt x="497" y="343"/>
                  </a:cubicBezTo>
                  <a:lnTo>
                    <a:pt x="3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3"/>
            <p:cNvSpPr/>
            <p:nvPr/>
          </p:nvSpPr>
          <p:spPr>
            <a:xfrm>
              <a:off x="7398258" y="3648096"/>
              <a:ext cx="116900" cy="164593"/>
            </a:xfrm>
            <a:custGeom>
              <a:avLst/>
              <a:gdLst/>
              <a:ahLst/>
              <a:cxnLst/>
              <a:rect l="l" t="t" r="r" b="b"/>
              <a:pathLst>
                <a:path w="1277" h="1798" extrusionOk="0">
                  <a:moveTo>
                    <a:pt x="668" y="1"/>
                  </a:moveTo>
                  <a:cubicBezTo>
                    <a:pt x="663" y="1"/>
                    <a:pt x="659" y="1"/>
                    <a:pt x="655" y="1"/>
                  </a:cubicBezTo>
                  <a:cubicBezTo>
                    <a:pt x="576" y="3"/>
                    <a:pt x="497" y="4"/>
                    <a:pt x="418" y="15"/>
                  </a:cubicBezTo>
                  <a:cubicBezTo>
                    <a:pt x="321" y="30"/>
                    <a:pt x="221" y="55"/>
                    <a:pt x="132" y="101"/>
                  </a:cubicBezTo>
                  <a:cubicBezTo>
                    <a:pt x="0" y="170"/>
                    <a:pt x="22" y="276"/>
                    <a:pt x="30" y="405"/>
                  </a:cubicBezTo>
                  <a:cubicBezTo>
                    <a:pt x="34" y="470"/>
                    <a:pt x="39" y="537"/>
                    <a:pt x="56" y="600"/>
                  </a:cubicBezTo>
                  <a:cubicBezTo>
                    <a:pt x="79" y="688"/>
                    <a:pt x="118" y="769"/>
                    <a:pt x="169" y="854"/>
                  </a:cubicBezTo>
                  <a:lnTo>
                    <a:pt x="203" y="854"/>
                  </a:lnTo>
                  <a:cubicBezTo>
                    <a:pt x="201" y="855"/>
                    <a:pt x="225" y="1026"/>
                    <a:pt x="227" y="1038"/>
                  </a:cubicBezTo>
                  <a:cubicBezTo>
                    <a:pt x="240" y="1135"/>
                    <a:pt x="265" y="1214"/>
                    <a:pt x="308" y="1300"/>
                  </a:cubicBezTo>
                  <a:cubicBezTo>
                    <a:pt x="340" y="1367"/>
                    <a:pt x="381" y="1424"/>
                    <a:pt x="426" y="1483"/>
                  </a:cubicBezTo>
                  <a:cubicBezTo>
                    <a:pt x="516" y="1601"/>
                    <a:pt x="622" y="1723"/>
                    <a:pt x="765" y="1774"/>
                  </a:cubicBezTo>
                  <a:cubicBezTo>
                    <a:pt x="793" y="1784"/>
                    <a:pt x="822" y="1791"/>
                    <a:pt x="853" y="1795"/>
                  </a:cubicBezTo>
                  <a:cubicBezTo>
                    <a:pt x="867" y="1797"/>
                    <a:pt x="882" y="1797"/>
                    <a:pt x="896" y="1797"/>
                  </a:cubicBezTo>
                  <a:cubicBezTo>
                    <a:pt x="932" y="1797"/>
                    <a:pt x="968" y="1792"/>
                    <a:pt x="1004" y="1786"/>
                  </a:cubicBezTo>
                  <a:cubicBezTo>
                    <a:pt x="1077" y="1772"/>
                    <a:pt x="1169" y="1748"/>
                    <a:pt x="1219" y="1688"/>
                  </a:cubicBezTo>
                  <a:cubicBezTo>
                    <a:pt x="1273" y="1619"/>
                    <a:pt x="1263" y="1520"/>
                    <a:pt x="1269" y="1439"/>
                  </a:cubicBezTo>
                  <a:cubicBezTo>
                    <a:pt x="1276" y="1340"/>
                    <a:pt x="1268" y="1239"/>
                    <a:pt x="1242" y="1143"/>
                  </a:cubicBezTo>
                  <a:cubicBezTo>
                    <a:pt x="1222" y="1071"/>
                    <a:pt x="1192" y="1003"/>
                    <a:pt x="1160" y="935"/>
                  </a:cubicBezTo>
                  <a:lnTo>
                    <a:pt x="989" y="563"/>
                  </a:lnTo>
                  <a:cubicBezTo>
                    <a:pt x="924" y="420"/>
                    <a:pt x="938" y="250"/>
                    <a:pt x="917" y="98"/>
                  </a:cubicBezTo>
                  <a:cubicBezTo>
                    <a:pt x="916" y="87"/>
                    <a:pt x="915" y="76"/>
                    <a:pt x="909" y="67"/>
                  </a:cubicBezTo>
                  <a:cubicBezTo>
                    <a:pt x="878" y="9"/>
                    <a:pt x="736" y="1"/>
                    <a:pt x="6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3"/>
            <p:cNvSpPr/>
            <p:nvPr/>
          </p:nvSpPr>
          <p:spPr>
            <a:xfrm>
              <a:off x="7424439" y="3661828"/>
              <a:ext cx="83029" cy="128434"/>
            </a:xfrm>
            <a:custGeom>
              <a:avLst/>
              <a:gdLst/>
              <a:ahLst/>
              <a:cxnLst/>
              <a:rect l="l" t="t" r="r" b="b"/>
              <a:pathLst>
                <a:path w="907" h="1403" extrusionOk="0">
                  <a:moveTo>
                    <a:pt x="465" y="0"/>
                  </a:moveTo>
                  <a:cubicBezTo>
                    <a:pt x="412" y="0"/>
                    <a:pt x="361" y="23"/>
                    <a:pt x="313" y="44"/>
                  </a:cubicBezTo>
                  <a:cubicBezTo>
                    <a:pt x="279" y="60"/>
                    <a:pt x="244" y="84"/>
                    <a:pt x="207" y="95"/>
                  </a:cubicBezTo>
                  <a:cubicBezTo>
                    <a:pt x="183" y="102"/>
                    <a:pt x="158" y="100"/>
                    <a:pt x="134" y="106"/>
                  </a:cubicBezTo>
                  <a:cubicBezTo>
                    <a:pt x="78" y="123"/>
                    <a:pt x="44" y="164"/>
                    <a:pt x="27" y="218"/>
                  </a:cubicBezTo>
                  <a:cubicBezTo>
                    <a:pt x="0" y="309"/>
                    <a:pt x="16" y="399"/>
                    <a:pt x="33" y="488"/>
                  </a:cubicBezTo>
                  <a:cubicBezTo>
                    <a:pt x="56" y="598"/>
                    <a:pt x="54" y="707"/>
                    <a:pt x="104" y="808"/>
                  </a:cubicBezTo>
                  <a:cubicBezTo>
                    <a:pt x="157" y="914"/>
                    <a:pt x="190" y="1025"/>
                    <a:pt x="259" y="1122"/>
                  </a:cubicBezTo>
                  <a:cubicBezTo>
                    <a:pt x="329" y="1219"/>
                    <a:pt x="411" y="1308"/>
                    <a:pt x="494" y="1392"/>
                  </a:cubicBezTo>
                  <a:cubicBezTo>
                    <a:pt x="502" y="1401"/>
                    <a:pt x="536" y="1402"/>
                    <a:pt x="563" y="1402"/>
                  </a:cubicBezTo>
                  <a:cubicBezTo>
                    <a:pt x="571" y="1402"/>
                    <a:pt x="578" y="1402"/>
                    <a:pt x="584" y="1402"/>
                  </a:cubicBezTo>
                  <a:cubicBezTo>
                    <a:pt x="589" y="1402"/>
                    <a:pt x="592" y="1402"/>
                    <a:pt x="595" y="1402"/>
                  </a:cubicBezTo>
                  <a:cubicBezTo>
                    <a:pt x="630" y="1402"/>
                    <a:pt x="664" y="1401"/>
                    <a:pt x="697" y="1395"/>
                  </a:cubicBezTo>
                  <a:cubicBezTo>
                    <a:pt x="743" y="1386"/>
                    <a:pt x="835" y="1364"/>
                    <a:pt x="861" y="1325"/>
                  </a:cubicBezTo>
                  <a:cubicBezTo>
                    <a:pt x="869" y="1314"/>
                    <a:pt x="872" y="1302"/>
                    <a:pt x="875" y="1290"/>
                  </a:cubicBezTo>
                  <a:cubicBezTo>
                    <a:pt x="907" y="1165"/>
                    <a:pt x="854" y="1008"/>
                    <a:pt x="815" y="890"/>
                  </a:cubicBezTo>
                  <a:cubicBezTo>
                    <a:pt x="781" y="788"/>
                    <a:pt x="712" y="686"/>
                    <a:pt x="681" y="580"/>
                  </a:cubicBezTo>
                  <a:cubicBezTo>
                    <a:pt x="659" y="507"/>
                    <a:pt x="636" y="430"/>
                    <a:pt x="627" y="353"/>
                  </a:cubicBezTo>
                  <a:cubicBezTo>
                    <a:pt x="615" y="258"/>
                    <a:pt x="612" y="157"/>
                    <a:pt x="566" y="71"/>
                  </a:cubicBezTo>
                  <a:cubicBezTo>
                    <a:pt x="542" y="29"/>
                    <a:pt x="526" y="3"/>
                    <a:pt x="476" y="1"/>
                  </a:cubicBezTo>
                  <a:cubicBezTo>
                    <a:pt x="472" y="0"/>
                    <a:pt x="469" y="0"/>
                    <a:pt x="4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3"/>
            <p:cNvSpPr/>
            <p:nvPr/>
          </p:nvSpPr>
          <p:spPr>
            <a:xfrm>
              <a:off x="7569996" y="3089578"/>
              <a:ext cx="149214" cy="464304"/>
            </a:xfrm>
            <a:custGeom>
              <a:avLst/>
              <a:gdLst/>
              <a:ahLst/>
              <a:cxnLst/>
              <a:rect l="l" t="t" r="r" b="b"/>
              <a:pathLst>
                <a:path w="1630" h="5072" extrusionOk="0">
                  <a:moveTo>
                    <a:pt x="1490" y="1"/>
                  </a:moveTo>
                  <a:lnTo>
                    <a:pt x="524" y="1008"/>
                  </a:lnTo>
                  <a:cubicBezTo>
                    <a:pt x="524" y="1008"/>
                    <a:pt x="129" y="1780"/>
                    <a:pt x="179" y="2367"/>
                  </a:cubicBezTo>
                  <a:cubicBezTo>
                    <a:pt x="230" y="2953"/>
                    <a:pt x="217" y="3010"/>
                    <a:pt x="109" y="3260"/>
                  </a:cubicBezTo>
                  <a:cubicBezTo>
                    <a:pt x="0" y="3508"/>
                    <a:pt x="221" y="5004"/>
                    <a:pt x="221" y="5004"/>
                  </a:cubicBezTo>
                  <a:cubicBezTo>
                    <a:pt x="221" y="5004"/>
                    <a:pt x="383" y="5072"/>
                    <a:pt x="575" y="5072"/>
                  </a:cubicBezTo>
                  <a:cubicBezTo>
                    <a:pt x="671" y="5072"/>
                    <a:pt x="774" y="5055"/>
                    <a:pt x="869" y="5004"/>
                  </a:cubicBezTo>
                  <a:lnTo>
                    <a:pt x="1150" y="4851"/>
                  </a:lnTo>
                  <a:cubicBezTo>
                    <a:pt x="1143" y="4591"/>
                    <a:pt x="1137" y="4332"/>
                    <a:pt x="1129" y="4072"/>
                  </a:cubicBezTo>
                  <a:cubicBezTo>
                    <a:pt x="1122" y="3805"/>
                    <a:pt x="1097" y="3538"/>
                    <a:pt x="1098" y="3271"/>
                  </a:cubicBezTo>
                  <a:cubicBezTo>
                    <a:pt x="1101" y="3072"/>
                    <a:pt x="1120" y="2929"/>
                    <a:pt x="1203" y="2753"/>
                  </a:cubicBezTo>
                  <a:cubicBezTo>
                    <a:pt x="1376" y="2387"/>
                    <a:pt x="1488" y="1988"/>
                    <a:pt x="1534" y="1585"/>
                  </a:cubicBezTo>
                  <a:cubicBezTo>
                    <a:pt x="1630" y="764"/>
                    <a:pt x="1490" y="1"/>
                    <a:pt x="14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3"/>
            <p:cNvSpPr/>
            <p:nvPr/>
          </p:nvSpPr>
          <p:spPr>
            <a:xfrm>
              <a:off x="7598558" y="3089578"/>
              <a:ext cx="120653" cy="464212"/>
            </a:xfrm>
            <a:custGeom>
              <a:avLst/>
              <a:gdLst/>
              <a:ahLst/>
              <a:cxnLst/>
              <a:rect l="l" t="t" r="r" b="b"/>
              <a:pathLst>
                <a:path w="1318" h="5071" extrusionOk="0">
                  <a:moveTo>
                    <a:pt x="1178" y="1"/>
                  </a:moveTo>
                  <a:lnTo>
                    <a:pt x="972" y="215"/>
                  </a:lnTo>
                  <a:cubicBezTo>
                    <a:pt x="835" y="402"/>
                    <a:pt x="723" y="619"/>
                    <a:pt x="549" y="771"/>
                  </a:cubicBezTo>
                  <a:cubicBezTo>
                    <a:pt x="441" y="866"/>
                    <a:pt x="310" y="934"/>
                    <a:pt x="208" y="1035"/>
                  </a:cubicBezTo>
                  <a:cubicBezTo>
                    <a:pt x="197" y="1044"/>
                    <a:pt x="194" y="1053"/>
                    <a:pt x="185" y="1062"/>
                  </a:cubicBezTo>
                  <a:cubicBezTo>
                    <a:pt x="162" y="1111"/>
                    <a:pt x="126" y="1191"/>
                    <a:pt x="85" y="1294"/>
                  </a:cubicBezTo>
                  <a:cubicBezTo>
                    <a:pt x="75" y="1473"/>
                    <a:pt x="174" y="1629"/>
                    <a:pt x="190" y="1808"/>
                  </a:cubicBezTo>
                  <a:cubicBezTo>
                    <a:pt x="197" y="1900"/>
                    <a:pt x="192" y="1993"/>
                    <a:pt x="186" y="2086"/>
                  </a:cubicBezTo>
                  <a:cubicBezTo>
                    <a:pt x="178" y="2210"/>
                    <a:pt x="171" y="2335"/>
                    <a:pt x="164" y="2460"/>
                  </a:cubicBezTo>
                  <a:cubicBezTo>
                    <a:pt x="157" y="2577"/>
                    <a:pt x="150" y="2694"/>
                    <a:pt x="134" y="2810"/>
                  </a:cubicBezTo>
                  <a:cubicBezTo>
                    <a:pt x="126" y="2869"/>
                    <a:pt x="116" y="2929"/>
                    <a:pt x="106" y="2987"/>
                  </a:cubicBezTo>
                  <a:cubicBezTo>
                    <a:pt x="94" y="3055"/>
                    <a:pt x="89" y="3070"/>
                    <a:pt x="161" y="3090"/>
                  </a:cubicBezTo>
                  <a:cubicBezTo>
                    <a:pt x="214" y="3104"/>
                    <a:pt x="269" y="3111"/>
                    <a:pt x="325" y="3111"/>
                  </a:cubicBezTo>
                  <a:cubicBezTo>
                    <a:pt x="371" y="3111"/>
                    <a:pt x="418" y="3106"/>
                    <a:pt x="464" y="3095"/>
                  </a:cubicBezTo>
                  <a:lnTo>
                    <a:pt x="464" y="3095"/>
                  </a:lnTo>
                  <a:cubicBezTo>
                    <a:pt x="461" y="3097"/>
                    <a:pt x="458" y="3098"/>
                    <a:pt x="455" y="3100"/>
                  </a:cubicBezTo>
                  <a:cubicBezTo>
                    <a:pt x="334" y="3162"/>
                    <a:pt x="212" y="3227"/>
                    <a:pt x="93" y="3295"/>
                  </a:cubicBezTo>
                  <a:cubicBezTo>
                    <a:pt x="0" y="3347"/>
                    <a:pt x="31" y="3558"/>
                    <a:pt x="32" y="3651"/>
                  </a:cubicBezTo>
                  <a:cubicBezTo>
                    <a:pt x="33" y="3799"/>
                    <a:pt x="45" y="3947"/>
                    <a:pt x="66" y="4092"/>
                  </a:cubicBezTo>
                  <a:cubicBezTo>
                    <a:pt x="107" y="4387"/>
                    <a:pt x="177" y="4676"/>
                    <a:pt x="248" y="4964"/>
                  </a:cubicBezTo>
                  <a:cubicBezTo>
                    <a:pt x="257" y="4999"/>
                    <a:pt x="266" y="5035"/>
                    <a:pt x="280" y="5070"/>
                  </a:cubicBezTo>
                  <a:cubicBezTo>
                    <a:pt x="371" y="5068"/>
                    <a:pt x="468" y="5052"/>
                    <a:pt x="555" y="5004"/>
                  </a:cubicBezTo>
                  <a:lnTo>
                    <a:pt x="838" y="4850"/>
                  </a:lnTo>
                  <a:lnTo>
                    <a:pt x="817" y="4072"/>
                  </a:lnTo>
                  <a:cubicBezTo>
                    <a:pt x="809" y="3805"/>
                    <a:pt x="785" y="3538"/>
                    <a:pt x="786" y="3271"/>
                  </a:cubicBezTo>
                  <a:cubicBezTo>
                    <a:pt x="787" y="3070"/>
                    <a:pt x="808" y="2929"/>
                    <a:pt x="891" y="2753"/>
                  </a:cubicBezTo>
                  <a:cubicBezTo>
                    <a:pt x="1064" y="2386"/>
                    <a:pt x="1175" y="1987"/>
                    <a:pt x="1222" y="1585"/>
                  </a:cubicBezTo>
                  <a:cubicBezTo>
                    <a:pt x="1318" y="764"/>
                    <a:pt x="1178" y="1"/>
                    <a:pt x="117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3"/>
            <p:cNvSpPr/>
            <p:nvPr/>
          </p:nvSpPr>
          <p:spPr>
            <a:xfrm>
              <a:off x="7388279" y="3047376"/>
              <a:ext cx="334954" cy="638051"/>
            </a:xfrm>
            <a:custGeom>
              <a:avLst/>
              <a:gdLst/>
              <a:ahLst/>
              <a:cxnLst/>
              <a:rect l="l" t="t" r="r" b="b"/>
              <a:pathLst>
                <a:path w="3659" h="6970" extrusionOk="0">
                  <a:moveTo>
                    <a:pt x="3472" y="0"/>
                  </a:moveTo>
                  <a:cubicBezTo>
                    <a:pt x="3472" y="0"/>
                    <a:pt x="3472" y="0"/>
                    <a:pt x="3472" y="0"/>
                  </a:cubicBezTo>
                  <a:lnTo>
                    <a:pt x="3472" y="0"/>
                  </a:lnTo>
                  <a:cubicBezTo>
                    <a:pt x="3472" y="0"/>
                    <a:pt x="3472" y="0"/>
                    <a:pt x="3472" y="0"/>
                  </a:cubicBezTo>
                  <a:close/>
                  <a:moveTo>
                    <a:pt x="3472" y="0"/>
                  </a:moveTo>
                  <a:cubicBezTo>
                    <a:pt x="3472" y="4"/>
                    <a:pt x="3491" y="131"/>
                    <a:pt x="2627" y="479"/>
                  </a:cubicBezTo>
                  <a:cubicBezTo>
                    <a:pt x="2290" y="615"/>
                    <a:pt x="2024" y="657"/>
                    <a:pt x="1824" y="657"/>
                  </a:cubicBezTo>
                  <a:cubicBezTo>
                    <a:pt x="1508" y="657"/>
                    <a:pt x="1359" y="551"/>
                    <a:pt x="1359" y="551"/>
                  </a:cubicBezTo>
                  <a:cubicBezTo>
                    <a:pt x="1359" y="551"/>
                    <a:pt x="1220" y="655"/>
                    <a:pt x="1005" y="1154"/>
                  </a:cubicBezTo>
                  <a:cubicBezTo>
                    <a:pt x="788" y="1653"/>
                    <a:pt x="967" y="2229"/>
                    <a:pt x="967" y="2229"/>
                  </a:cubicBezTo>
                  <a:cubicBezTo>
                    <a:pt x="967" y="2229"/>
                    <a:pt x="537" y="3448"/>
                    <a:pt x="545" y="3761"/>
                  </a:cubicBezTo>
                  <a:cubicBezTo>
                    <a:pt x="554" y="4074"/>
                    <a:pt x="438" y="4232"/>
                    <a:pt x="220" y="4695"/>
                  </a:cubicBezTo>
                  <a:cubicBezTo>
                    <a:pt x="0" y="5156"/>
                    <a:pt x="123" y="6789"/>
                    <a:pt x="123" y="6789"/>
                  </a:cubicBezTo>
                  <a:cubicBezTo>
                    <a:pt x="307" y="6923"/>
                    <a:pt x="469" y="6969"/>
                    <a:pt x="605" y="6969"/>
                  </a:cubicBezTo>
                  <a:cubicBezTo>
                    <a:pt x="906" y="6969"/>
                    <a:pt x="1079" y="6744"/>
                    <a:pt x="1079" y="6744"/>
                  </a:cubicBezTo>
                  <a:cubicBezTo>
                    <a:pt x="1101" y="6391"/>
                    <a:pt x="1123" y="6037"/>
                    <a:pt x="1145" y="5683"/>
                  </a:cubicBezTo>
                  <a:cubicBezTo>
                    <a:pt x="1165" y="5386"/>
                    <a:pt x="1150" y="5080"/>
                    <a:pt x="1243" y="4793"/>
                  </a:cubicBezTo>
                  <a:cubicBezTo>
                    <a:pt x="1331" y="4519"/>
                    <a:pt x="1537" y="4285"/>
                    <a:pt x="1697" y="4049"/>
                  </a:cubicBezTo>
                  <a:cubicBezTo>
                    <a:pt x="2057" y="3520"/>
                    <a:pt x="2457" y="2155"/>
                    <a:pt x="2457" y="2155"/>
                  </a:cubicBezTo>
                  <a:cubicBezTo>
                    <a:pt x="2457" y="2155"/>
                    <a:pt x="2836" y="2050"/>
                    <a:pt x="3249" y="1479"/>
                  </a:cubicBezTo>
                  <a:cubicBezTo>
                    <a:pt x="3659" y="909"/>
                    <a:pt x="3474" y="9"/>
                    <a:pt x="34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3"/>
            <p:cNvSpPr/>
            <p:nvPr/>
          </p:nvSpPr>
          <p:spPr>
            <a:xfrm>
              <a:off x="7388279" y="3097726"/>
              <a:ext cx="150770" cy="583126"/>
            </a:xfrm>
            <a:custGeom>
              <a:avLst/>
              <a:gdLst/>
              <a:ahLst/>
              <a:cxnLst/>
              <a:rect l="l" t="t" r="r" b="b"/>
              <a:pathLst>
                <a:path w="1647" h="6370" extrusionOk="0">
                  <a:moveTo>
                    <a:pt x="1646" y="94"/>
                  </a:moveTo>
                  <a:cubicBezTo>
                    <a:pt x="1646" y="94"/>
                    <a:pt x="1646" y="94"/>
                    <a:pt x="1646" y="94"/>
                  </a:cubicBezTo>
                  <a:cubicBezTo>
                    <a:pt x="1646" y="94"/>
                    <a:pt x="1646" y="94"/>
                    <a:pt x="1646" y="94"/>
                  </a:cubicBezTo>
                  <a:close/>
                  <a:moveTo>
                    <a:pt x="1359" y="1"/>
                  </a:moveTo>
                  <a:cubicBezTo>
                    <a:pt x="1359" y="1"/>
                    <a:pt x="1220" y="105"/>
                    <a:pt x="1005" y="604"/>
                  </a:cubicBezTo>
                  <a:cubicBezTo>
                    <a:pt x="788" y="1103"/>
                    <a:pt x="967" y="1679"/>
                    <a:pt x="967" y="1679"/>
                  </a:cubicBezTo>
                  <a:cubicBezTo>
                    <a:pt x="967" y="1679"/>
                    <a:pt x="536" y="2898"/>
                    <a:pt x="545" y="3211"/>
                  </a:cubicBezTo>
                  <a:cubicBezTo>
                    <a:pt x="553" y="3524"/>
                    <a:pt x="438" y="3682"/>
                    <a:pt x="219" y="4144"/>
                  </a:cubicBezTo>
                  <a:cubicBezTo>
                    <a:pt x="0" y="4606"/>
                    <a:pt x="122" y="6239"/>
                    <a:pt x="122" y="6239"/>
                  </a:cubicBezTo>
                  <a:cubicBezTo>
                    <a:pt x="206" y="6300"/>
                    <a:pt x="285" y="6342"/>
                    <a:pt x="359" y="6370"/>
                  </a:cubicBezTo>
                  <a:cubicBezTo>
                    <a:pt x="373" y="6236"/>
                    <a:pt x="314" y="6049"/>
                    <a:pt x="304" y="5952"/>
                  </a:cubicBezTo>
                  <a:cubicBezTo>
                    <a:pt x="282" y="5739"/>
                    <a:pt x="267" y="5524"/>
                    <a:pt x="267" y="5310"/>
                  </a:cubicBezTo>
                  <a:cubicBezTo>
                    <a:pt x="268" y="4891"/>
                    <a:pt x="332" y="4468"/>
                    <a:pt x="524" y="4091"/>
                  </a:cubicBezTo>
                  <a:cubicBezTo>
                    <a:pt x="613" y="3916"/>
                    <a:pt x="669" y="3720"/>
                    <a:pt x="742" y="3537"/>
                  </a:cubicBezTo>
                  <a:cubicBezTo>
                    <a:pt x="787" y="3425"/>
                    <a:pt x="832" y="3313"/>
                    <a:pt x="867" y="3197"/>
                  </a:cubicBezTo>
                  <a:cubicBezTo>
                    <a:pt x="991" y="2791"/>
                    <a:pt x="992" y="2359"/>
                    <a:pt x="1144" y="1960"/>
                  </a:cubicBezTo>
                  <a:cubicBezTo>
                    <a:pt x="1195" y="1825"/>
                    <a:pt x="1246" y="1690"/>
                    <a:pt x="1269" y="1548"/>
                  </a:cubicBezTo>
                  <a:cubicBezTo>
                    <a:pt x="1332" y="1168"/>
                    <a:pt x="1277" y="782"/>
                    <a:pt x="1442" y="423"/>
                  </a:cubicBezTo>
                  <a:cubicBezTo>
                    <a:pt x="1461" y="383"/>
                    <a:pt x="1622" y="94"/>
                    <a:pt x="1646" y="94"/>
                  </a:cubicBezTo>
                  <a:cubicBezTo>
                    <a:pt x="1646" y="94"/>
                    <a:pt x="1646" y="94"/>
                    <a:pt x="1646" y="94"/>
                  </a:cubicBezTo>
                  <a:lnTo>
                    <a:pt x="1646" y="94"/>
                  </a:lnTo>
                  <a:cubicBezTo>
                    <a:pt x="1452" y="66"/>
                    <a:pt x="1359" y="1"/>
                    <a:pt x="13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3"/>
            <p:cNvSpPr/>
            <p:nvPr/>
          </p:nvSpPr>
          <p:spPr>
            <a:xfrm>
              <a:off x="7632430" y="2688518"/>
              <a:ext cx="167980" cy="354544"/>
            </a:xfrm>
            <a:custGeom>
              <a:avLst/>
              <a:gdLst/>
              <a:ahLst/>
              <a:cxnLst/>
              <a:rect l="l" t="t" r="r" b="b"/>
              <a:pathLst>
                <a:path w="1835" h="3873" extrusionOk="0">
                  <a:moveTo>
                    <a:pt x="331" y="1"/>
                  </a:moveTo>
                  <a:cubicBezTo>
                    <a:pt x="220" y="1"/>
                    <a:pt x="135" y="33"/>
                    <a:pt x="135" y="33"/>
                  </a:cubicBezTo>
                  <a:cubicBezTo>
                    <a:pt x="1" y="65"/>
                    <a:pt x="20" y="328"/>
                    <a:pt x="24" y="425"/>
                  </a:cubicBezTo>
                  <a:cubicBezTo>
                    <a:pt x="44" y="916"/>
                    <a:pt x="182" y="1415"/>
                    <a:pt x="336" y="1880"/>
                  </a:cubicBezTo>
                  <a:cubicBezTo>
                    <a:pt x="411" y="2105"/>
                    <a:pt x="494" y="2329"/>
                    <a:pt x="602" y="2540"/>
                  </a:cubicBezTo>
                  <a:cubicBezTo>
                    <a:pt x="670" y="2670"/>
                    <a:pt x="753" y="2788"/>
                    <a:pt x="816" y="2922"/>
                  </a:cubicBezTo>
                  <a:cubicBezTo>
                    <a:pt x="895" y="3091"/>
                    <a:pt x="983" y="3257"/>
                    <a:pt x="1077" y="3418"/>
                  </a:cubicBezTo>
                  <a:cubicBezTo>
                    <a:pt x="1153" y="3547"/>
                    <a:pt x="1224" y="3692"/>
                    <a:pt x="1314" y="3809"/>
                  </a:cubicBezTo>
                  <a:cubicBezTo>
                    <a:pt x="1333" y="3832"/>
                    <a:pt x="1353" y="3857"/>
                    <a:pt x="1381" y="3867"/>
                  </a:cubicBezTo>
                  <a:cubicBezTo>
                    <a:pt x="1392" y="3871"/>
                    <a:pt x="1403" y="3872"/>
                    <a:pt x="1415" y="3872"/>
                  </a:cubicBezTo>
                  <a:cubicBezTo>
                    <a:pt x="1425" y="3872"/>
                    <a:pt x="1435" y="3871"/>
                    <a:pt x="1444" y="3869"/>
                  </a:cubicBezTo>
                  <a:cubicBezTo>
                    <a:pt x="1550" y="3855"/>
                    <a:pt x="1672" y="3805"/>
                    <a:pt x="1736" y="3716"/>
                  </a:cubicBezTo>
                  <a:cubicBezTo>
                    <a:pt x="1834" y="3581"/>
                    <a:pt x="1724" y="3490"/>
                    <a:pt x="1672" y="3369"/>
                  </a:cubicBezTo>
                  <a:cubicBezTo>
                    <a:pt x="1560" y="3115"/>
                    <a:pt x="1450" y="2861"/>
                    <a:pt x="1340" y="2605"/>
                  </a:cubicBezTo>
                  <a:cubicBezTo>
                    <a:pt x="1260" y="2420"/>
                    <a:pt x="1179" y="2245"/>
                    <a:pt x="1090" y="2064"/>
                  </a:cubicBezTo>
                  <a:cubicBezTo>
                    <a:pt x="1069" y="2024"/>
                    <a:pt x="1056" y="1982"/>
                    <a:pt x="1041" y="1941"/>
                  </a:cubicBezTo>
                  <a:cubicBezTo>
                    <a:pt x="982" y="1764"/>
                    <a:pt x="905" y="1596"/>
                    <a:pt x="899" y="1409"/>
                  </a:cubicBezTo>
                  <a:cubicBezTo>
                    <a:pt x="894" y="1220"/>
                    <a:pt x="886" y="1031"/>
                    <a:pt x="877" y="841"/>
                  </a:cubicBezTo>
                  <a:cubicBezTo>
                    <a:pt x="857" y="442"/>
                    <a:pt x="837" y="304"/>
                    <a:pt x="634" y="113"/>
                  </a:cubicBezTo>
                  <a:cubicBezTo>
                    <a:pt x="539" y="25"/>
                    <a:pt x="426" y="1"/>
                    <a:pt x="33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3"/>
            <p:cNvSpPr/>
            <p:nvPr/>
          </p:nvSpPr>
          <p:spPr>
            <a:xfrm>
              <a:off x="7634719" y="2688518"/>
              <a:ext cx="74790" cy="43574"/>
            </a:xfrm>
            <a:custGeom>
              <a:avLst/>
              <a:gdLst/>
              <a:ahLst/>
              <a:cxnLst/>
              <a:rect l="l" t="t" r="r" b="b"/>
              <a:pathLst>
                <a:path w="817" h="476" extrusionOk="0">
                  <a:moveTo>
                    <a:pt x="306" y="1"/>
                  </a:moveTo>
                  <a:cubicBezTo>
                    <a:pt x="195" y="1"/>
                    <a:pt x="110" y="33"/>
                    <a:pt x="110" y="33"/>
                  </a:cubicBezTo>
                  <a:cubicBezTo>
                    <a:pt x="43" y="49"/>
                    <a:pt x="8" y="140"/>
                    <a:pt x="1" y="278"/>
                  </a:cubicBezTo>
                  <a:cubicBezTo>
                    <a:pt x="27" y="283"/>
                    <a:pt x="55" y="285"/>
                    <a:pt x="83" y="285"/>
                  </a:cubicBezTo>
                  <a:cubicBezTo>
                    <a:pt x="189" y="285"/>
                    <a:pt x="303" y="258"/>
                    <a:pt x="397" y="255"/>
                  </a:cubicBezTo>
                  <a:cubicBezTo>
                    <a:pt x="401" y="255"/>
                    <a:pt x="405" y="255"/>
                    <a:pt x="409" y="255"/>
                  </a:cubicBezTo>
                  <a:cubicBezTo>
                    <a:pt x="541" y="255"/>
                    <a:pt x="659" y="328"/>
                    <a:pt x="761" y="416"/>
                  </a:cubicBezTo>
                  <a:cubicBezTo>
                    <a:pt x="781" y="434"/>
                    <a:pt x="798" y="456"/>
                    <a:pt x="817" y="476"/>
                  </a:cubicBezTo>
                  <a:cubicBezTo>
                    <a:pt x="788" y="327"/>
                    <a:pt x="733" y="230"/>
                    <a:pt x="609" y="113"/>
                  </a:cubicBezTo>
                  <a:cubicBezTo>
                    <a:pt x="514" y="25"/>
                    <a:pt x="401" y="1"/>
                    <a:pt x="30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3"/>
            <p:cNvSpPr/>
            <p:nvPr/>
          </p:nvSpPr>
          <p:spPr>
            <a:xfrm>
              <a:off x="7420045" y="2682201"/>
              <a:ext cx="312251" cy="432538"/>
            </a:xfrm>
            <a:custGeom>
              <a:avLst/>
              <a:gdLst/>
              <a:ahLst/>
              <a:cxnLst/>
              <a:rect l="l" t="t" r="r" b="b"/>
              <a:pathLst>
                <a:path w="3411" h="4725" extrusionOk="0">
                  <a:moveTo>
                    <a:pt x="1843" y="0"/>
                  </a:moveTo>
                  <a:cubicBezTo>
                    <a:pt x="1740" y="0"/>
                    <a:pt x="1642" y="16"/>
                    <a:pt x="1557" y="54"/>
                  </a:cubicBezTo>
                  <a:cubicBezTo>
                    <a:pt x="1381" y="131"/>
                    <a:pt x="1220" y="227"/>
                    <a:pt x="1062" y="345"/>
                  </a:cubicBezTo>
                  <a:cubicBezTo>
                    <a:pt x="859" y="493"/>
                    <a:pt x="660" y="672"/>
                    <a:pt x="423" y="887"/>
                  </a:cubicBezTo>
                  <a:cubicBezTo>
                    <a:pt x="0" y="1270"/>
                    <a:pt x="115" y="1632"/>
                    <a:pt x="153" y="2071"/>
                  </a:cubicBezTo>
                  <a:cubicBezTo>
                    <a:pt x="190" y="2512"/>
                    <a:pt x="832" y="3219"/>
                    <a:pt x="932" y="3406"/>
                  </a:cubicBezTo>
                  <a:cubicBezTo>
                    <a:pt x="1030" y="3589"/>
                    <a:pt x="867" y="4571"/>
                    <a:pt x="867" y="4571"/>
                  </a:cubicBezTo>
                  <a:cubicBezTo>
                    <a:pt x="1270" y="4682"/>
                    <a:pt x="1608" y="4724"/>
                    <a:pt x="1890" y="4724"/>
                  </a:cubicBezTo>
                  <a:cubicBezTo>
                    <a:pt x="2864" y="4724"/>
                    <a:pt x="3166" y="4212"/>
                    <a:pt x="3166" y="4212"/>
                  </a:cubicBezTo>
                  <a:cubicBezTo>
                    <a:pt x="3166" y="4212"/>
                    <a:pt x="3385" y="3416"/>
                    <a:pt x="3397" y="2278"/>
                  </a:cubicBezTo>
                  <a:cubicBezTo>
                    <a:pt x="3411" y="1142"/>
                    <a:pt x="2976" y="646"/>
                    <a:pt x="2806" y="403"/>
                  </a:cubicBezTo>
                  <a:cubicBezTo>
                    <a:pt x="2703" y="252"/>
                    <a:pt x="2401" y="90"/>
                    <a:pt x="2091" y="28"/>
                  </a:cubicBezTo>
                  <a:cubicBezTo>
                    <a:pt x="2008" y="10"/>
                    <a:pt x="1924" y="0"/>
                    <a:pt x="184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3"/>
            <p:cNvSpPr/>
            <p:nvPr/>
          </p:nvSpPr>
          <p:spPr>
            <a:xfrm>
              <a:off x="7420045" y="2682201"/>
              <a:ext cx="250094" cy="428785"/>
            </a:xfrm>
            <a:custGeom>
              <a:avLst/>
              <a:gdLst/>
              <a:ahLst/>
              <a:cxnLst/>
              <a:rect l="l" t="t" r="r" b="b"/>
              <a:pathLst>
                <a:path w="2732" h="4684" extrusionOk="0">
                  <a:moveTo>
                    <a:pt x="1843" y="0"/>
                  </a:moveTo>
                  <a:cubicBezTo>
                    <a:pt x="1740" y="0"/>
                    <a:pt x="1642" y="16"/>
                    <a:pt x="1557" y="54"/>
                  </a:cubicBezTo>
                  <a:cubicBezTo>
                    <a:pt x="1381" y="131"/>
                    <a:pt x="1220" y="227"/>
                    <a:pt x="1062" y="345"/>
                  </a:cubicBezTo>
                  <a:cubicBezTo>
                    <a:pt x="859" y="493"/>
                    <a:pt x="660" y="672"/>
                    <a:pt x="423" y="887"/>
                  </a:cubicBezTo>
                  <a:cubicBezTo>
                    <a:pt x="0" y="1270"/>
                    <a:pt x="115" y="1632"/>
                    <a:pt x="153" y="2071"/>
                  </a:cubicBezTo>
                  <a:cubicBezTo>
                    <a:pt x="191" y="2512"/>
                    <a:pt x="832" y="3219"/>
                    <a:pt x="932" y="3406"/>
                  </a:cubicBezTo>
                  <a:cubicBezTo>
                    <a:pt x="1030" y="3589"/>
                    <a:pt x="868" y="4571"/>
                    <a:pt x="868" y="4571"/>
                  </a:cubicBezTo>
                  <a:cubicBezTo>
                    <a:pt x="1063" y="4624"/>
                    <a:pt x="1241" y="4659"/>
                    <a:pt x="1406" y="4684"/>
                  </a:cubicBezTo>
                  <a:cubicBezTo>
                    <a:pt x="1406" y="4684"/>
                    <a:pt x="1407" y="4684"/>
                    <a:pt x="1407" y="4684"/>
                  </a:cubicBezTo>
                  <a:cubicBezTo>
                    <a:pt x="1422" y="4684"/>
                    <a:pt x="1379" y="4179"/>
                    <a:pt x="1377" y="4146"/>
                  </a:cubicBezTo>
                  <a:cubicBezTo>
                    <a:pt x="1336" y="3667"/>
                    <a:pt x="1324" y="3107"/>
                    <a:pt x="1114" y="2667"/>
                  </a:cubicBezTo>
                  <a:cubicBezTo>
                    <a:pt x="1018" y="2462"/>
                    <a:pt x="864" y="2290"/>
                    <a:pt x="706" y="2127"/>
                  </a:cubicBezTo>
                  <a:cubicBezTo>
                    <a:pt x="619" y="2037"/>
                    <a:pt x="590" y="1932"/>
                    <a:pt x="554" y="1816"/>
                  </a:cubicBezTo>
                  <a:cubicBezTo>
                    <a:pt x="517" y="1695"/>
                    <a:pt x="480" y="1575"/>
                    <a:pt x="464" y="1451"/>
                  </a:cubicBezTo>
                  <a:cubicBezTo>
                    <a:pt x="456" y="1398"/>
                    <a:pt x="454" y="1342"/>
                    <a:pt x="470" y="1291"/>
                  </a:cubicBezTo>
                  <a:cubicBezTo>
                    <a:pt x="486" y="1240"/>
                    <a:pt x="521" y="1199"/>
                    <a:pt x="556" y="1158"/>
                  </a:cubicBezTo>
                  <a:cubicBezTo>
                    <a:pt x="721" y="967"/>
                    <a:pt x="930" y="713"/>
                    <a:pt x="1161" y="604"/>
                  </a:cubicBezTo>
                  <a:cubicBezTo>
                    <a:pt x="1397" y="492"/>
                    <a:pt x="1673" y="432"/>
                    <a:pt x="1930" y="391"/>
                  </a:cubicBezTo>
                  <a:cubicBezTo>
                    <a:pt x="2174" y="353"/>
                    <a:pt x="2425" y="322"/>
                    <a:pt x="2671" y="322"/>
                  </a:cubicBezTo>
                  <a:cubicBezTo>
                    <a:pt x="2692" y="322"/>
                    <a:pt x="2712" y="322"/>
                    <a:pt x="2732" y="323"/>
                  </a:cubicBezTo>
                  <a:cubicBezTo>
                    <a:pt x="2593" y="198"/>
                    <a:pt x="2346" y="78"/>
                    <a:pt x="2091" y="28"/>
                  </a:cubicBezTo>
                  <a:cubicBezTo>
                    <a:pt x="2008" y="10"/>
                    <a:pt x="1924" y="0"/>
                    <a:pt x="184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3"/>
            <p:cNvSpPr/>
            <p:nvPr/>
          </p:nvSpPr>
          <p:spPr>
            <a:xfrm>
              <a:off x="7517175" y="2682201"/>
              <a:ext cx="128892" cy="105365"/>
            </a:xfrm>
            <a:custGeom>
              <a:avLst/>
              <a:gdLst/>
              <a:ahLst/>
              <a:cxnLst/>
              <a:rect l="l" t="t" r="r" b="b"/>
              <a:pathLst>
                <a:path w="1408" h="1151" extrusionOk="0">
                  <a:moveTo>
                    <a:pt x="782" y="0"/>
                  </a:moveTo>
                  <a:cubicBezTo>
                    <a:pt x="679" y="0"/>
                    <a:pt x="581" y="16"/>
                    <a:pt x="496" y="54"/>
                  </a:cubicBezTo>
                  <a:cubicBezTo>
                    <a:pt x="320" y="131"/>
                    <a:pt x="159" y="227"/>
                    <a:pt x="1" y="344"/>
                  </a:cubicBezTo>
                  <a:cubicBezTo>
                    <a:pt x="1" y="344"/>
                    <a:pt x="72" y="499"/>
                    <a:pt x="529" y="849"/>
                  </a:cubicBezTo>
                  <a:cubicBezTo>
                    <a:pt x="657" y="945"/>
                    <a:pt x="782" y="1030"/>
                    <a:pt x="895" y="1102"/>
                  </a:cubicBezTo>
                  <a:cubicBezTo>
                    <a:pt x="948" y="1136"/>
                    <a:pt x="1005" y="1151"/>
                    <a:pt x="1059" y="1151"/>
                  </a:cubicBezTo>
                  <a:cubicBezTo>
                    <a:pt x="1243" y="1151"/>
                    <a:pt x="1408" y="982"/>
                    <a:pt x="1357" y="779"/>
                  </a:cubicBezTo>
                  <a:cubicBezTo>
                    <a:pt x="1356" y="775"/>
                    <a:pt x="1354" y="772"/>
                    <a:pt x="1353" y="769"/>
                  </a:cubicBezTo>
                  <a:cubicBezTo>
                    <a:pt x="1271" y="452"/>
                    <a:pt x="1030" y="28"/>
                    <a:pt x="1030" y="28"/>
                  </a:cubicBezTo>
                  <a:cubicBezTo>
                    <a:pt x="947" y="10"/>
                    <a:pt x="863" y="0"/>
                    <a:pt x="7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3"/>
            <p:cNvSpPr/>
            <p:nvPr/>
          </p:nvSpPr>
          <p:spPr>
            <a:xfrm>
              <a:off x="7517175" y="2685039"/>
              <a:ext cx="58221" cy="81931"/>
            </a:xfrm>
            <a:custGeom>
              <a:avLst/>
              <a:gdLst/>
              <a:ahLst/>
              <a:cxnLst/>
              <a:rect l="l" t="t" r="r" b="b"/>
              <a:pathLst>
                <a:path w="636" h="895" extrusionOk="0">
                  <a:moveTo>
                    <a:pt x="570" y="0"/>
                  </a:moveTo>
                  <a:cubicBezTo>
                    <a:pt x="545" y="7"/>
                    <a:pt x="519" y="12"/>
                    <a:pt x="496" y="23"/>
                  </a:cubicBezTo>
                  <a:cubicBezTo>
                    <a:pt x="320" y="100"/>
                    <a:pt x="159" y="196"/>
                    <a:pt x="1" y="313"/>
                  </a:cubicBezTo>
                  <a:cubicBezTo>
                    <a:pt x="1" y="313"/>
                    <a:pt x="72" y="470"/>
                    <a:pt x="529" y="818"/>
                  </a:cubicBezTo>
                  <a:cubicBezTo>
                    <a:pt x="566" y="845"/>
                    <a:pt x="601" y="869"/>
                    <a:pt x="636" y="894"/>
                  </a:cubicBezTo>
                  <a:cubicBezTo>
                    <a:pt x="612" y="836"/>
                    <a:pt x="585" y="780"/>
                    <a:pt x="577" y="748"/>
                  </a:cubicBezTo>
                  <a:cubicBezTo>
                    <a:pt x="549" y="625"/>
                    <a:pt x="537" y="497"/>
                    <a:pt x="545" y="371"/>
                  </a:cubicBezTo>
                  <a:cubicBezTo>
                    <a:pt x="550" y="255"/>
                    <a:pt x="574" y="140"/>
                    <a:pt x="572" y="24"/>
                  </a:cubicBezTo>
                  <a:cubicBezTo>
                    <a:pt x="572" y="16"/>
                    <a:pt x="570" y="8"/>
                    <a:pt x="5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3"/>
            <p:cNvSpPr/>
            <p:nvPr/>
          </p:nvSpPr>
          <p:spPr>
            <a:xfrm>
              <a:off x="7495570" y="2707376"/>
              <a:ext cx="111316" cy="89620"/>
            </a:xfrm>
            <a:custGeom>
              <a:avLst/>
              <a:gdLst/>
              <a:ahLst/>
              <a:cxnLst/>
              <a:rect l="l" t="t" r="r" b="b"/>
              <a:pathLst>
                <a:path w="1216" h="979" extrusionOk="0">
                  <a:moveTo>
                    <a:pt x="285" y="0"/>
                  </a:moveTo>
                  <a:cubicBezTo>
                    <a:pt x="252" y="0"/>
                    <a:pt x="234" y="29"/>
                    <a:pt x="209" y="48"/>
                  </a:cubicBezTo>
                  <a:cubicBezTo>
                    <a:pt x="159" y="84"/>
                    <a:pt x="110" y="120"/>
                    <a:pt x="60" y="156"/>
                  </a:cubicBezTo>
                  <a:cubicBezTo>
                    <a:pt x="0" y="197"/>
                    <a:pt x="84" y="301"/>
                    <a:pt x="106" y="340"/>
                  </a:cubicBezTo>
                  <a:cubicBezTo>
                    <a:pt x="147" y="411"/>
                    <a:pt x="197" y="477"/>
                    <a:pt x="256" y="534"/>
                  </a:cubicBezTo>
                  <a:cubicBezTo>
                    <a:pt x="358" y="637"/>
                    <a:pt x="494" y="712"/>
                    <a:pt x="622" y="777"/>
                  </a:cubicBezTo>
                  <a:cubicBezTo>
                    <a:pt x="717" y="825"/>
                    <a:pt x="815" y="864"/>
                    <a:pt x="916" y="894"/>
                  </a:cubicBezTo>
                  <a:cubicBezTo>
                    <a:pt x="950" y="904"/>
                    <a:pt x="1122" y="978"/>
                    <a:pt x="1183" y="978"/>
                  </a:cubicBezTo>
                  <a:cubicBezTo>
                    <a:pt x="1192" y="978"/>
                    <a:pt x="1199" y="976"/>
                    <a:pt x="1202" y="972"/>
                  </a:cubicBezTo>
                  <a:cubicBezTo>
                    <a:pt x="1205" y="967"/>
                    <a:pt x="1197" y="920"/>
                    <a:pt x="1197" y="911"/>
                  </a:cubicBezTo>
                  <a:cubicBezTo>
                    <a:pt x="1197" y="883"/>
                    <a:pt x="1201" y="855"/>
                    <a:pt x="1203" y="827"/>
                  </a:cubicBezTo>
                  <a:cubicBezTo>
                    <a:pt x="1205" y="777"/>
                    <a:pt x="1215" y="723"/>
                    <a:pt x="1212" y="674"/>
                  </a:cubicBezTo>
                  <a:cubicBezTo>
                    <a:pt x="1209" y="624"/>
                    <a:pt x="1184" y="638"/>
                    <a:pt x="1142" y="633"/>
                  </a:cubicBezTo>
                  <a:cubicBezTo>
                    <a:pt x="1049" y="624"/>
                    <a:pt x="946" y="578"/>
                    <a:pt x="863" y="536"/>
                  </a:cubicBezTo>
                  <a:cubicBezTo>
                    <a:pt x="751" y="481"/>
                    <a:pt x="651" y="406"/>
                    <a:pt x="553" y="328"/>
                  </a:cubicBezTo>
                  <a:cubicBezTo>
                    <a:pt x="468" y="259"/>
                    <a:pt x="408" y="156"/>
                    <a:pt x="355" y="60"/>
                  </a:cubicBezTo>
                  <a:cubicBezTo>
                    <a:pt x="344" y="38"/>
                    <a:pt x="331" y="15"/>
                    <a:pt x="308" y="5"/>
                  </a:cubicBezTo>
                  <a:cubicBezTo>
                    <a:pt x="302" y="3"/>
                    <a:pt x="295" y="2"/>
                    <a:pt x="289" y="0"/>
                  </a:cubicBezTo>
                  <a:cubicBezTo>
                    <a:pt x="287" y="0"/>
                    <a:pt x="286"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3"/>
            <p:cNvSpPr/>
            <p:nvPr/>
          </p:nvSpPr>
          <p:spPr>
            <a:xfrm>
              <a:off x="7628128" y="2693919"/>
              <a:ext cx="33962" cy="87240"/>
            </a:xfrm>
            <a:custGeom>
              <a:avLst/>
              <a:gdLst/>
              <a:ahLst/>
              <a:cxnLst/>
              <a:rect l="l" t="t" r="r" b="b"/>
              <a:pathLst>
                <a:path w="371" h="953" extrusionOk="0">
                  <a:moveTo>
                    <a:pt x="197" y="1"/>
                  </a:moveTo>
                  <a:cubicBezTo>
                    <a:pt x="159" y="1"/>
                    <a:pt x="119" y="24"/>
                    <a:pt x="92" y="46"/>
                  </a:cubicBezTo>
                  <a:cubicBezTo>
                    <a:pt x="47" y="83"/>
                    <a:pt x="41" y="107"/>
                    <a:pt x="56" y="161"/>
                  </a:cubicBezTo>
                  <a:cubicBezTo>
                    <a:pt x="86" y="280"/>
                    <a:pt x="82" y="405"/>
                    <a:pt x="28" y="518"/>
                  </a:cubicBezTo>
                  <a:cubicBezTo>
                    <a:pt x="15" y="544"/>
                    <a:pt x="1" y="573"/>
                    <a:pt x="8" y="602"/>
                  </a:cubicBezTo>
                  <a:cubicBezTo>
                    <a:pt x="13" y="618"/>
                    <a:pt x="24" y="632"/>
                    <a:pt x="34" y="645"/>
                  </a:cubicBezTo>
                  <a:cubicBezTo>
                    <a:pt x="106" y="732"/>
                    <a:pt x="154" y="844"/>
                    <a:pt x="185" y="953"/>
                  </a:cubicBezTo>
                  <a:cubicBezTo>
                    <a:pt x="223" y="930"/>
                    <a:pt x="243" y="885"/>
                    <a:pt x="260" y="843"/>
                  </a:cubicBezTo>
                  <a:cubicBezTo>
                    <a:pt x="288" y="772"/>
                    <a:pt x="316" y="701"/>
                    <a:pt x="345" y="629"/>
                  </a:cubicBezTo>
                  <a:cubicBezTo>
                    <a:pt x="354" y="606"/>
                    <a:pt x="363" y="582"/>
                    <a:pt x="368" y="557"/>
                  </a:cubicBezTo>
                  <a:cubicBezTo>
                    <a:pt x="371" y="529"/>
                    <a:pt x="369" y="502"/>
                    <a:pt x="365" y="474"/>
                  </a:cubicBezTo>
                  <a:cubicBezTo>
                    <a:pt x="360" y="423"/>
                    <a:pt x="354" y="378"/>
                    <a:pt x="335" y="331"/>
                  </a:cubicBezTo>
                  <a:cubicBezTo>
                    <a:pt x="316" y="281"/>
                    <a:pt x="305" y="226"/>
                    <a:pt x="306" y="172"/>
                  </a:cubicBezTo>
                  <a:cubicBezTo>
                    <a:pt x="308" y="110"/>
                    <a:pt x="296" y="28"/>
                    <a:pt x="226" y="6"/>
                  </a:cubicBezTo>
                  <a:cubicBezTo>
                    <a:pt x="217" y="2"/>
                    <a:pt x="207" y="1"/>
                    <a:pt x="1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3"/>
            <p:cNvSpPr/>
            <p:nvPr/>
          </p:nvSpPr>
          <p:spPr>
            <a:xfrm>
              <a:off x="7529076" y="2656843"/>
              <a:ext cx="99781" cy="90719"/>
            </a:xfrm>
            <a:custGeom>
              <a:avLst/>
              <a:gdLst/>
              <a:ahLst/>
              <a:cxnLst/>
              <a:rect l="l" t="t" r="r" b="b"/>
              <a:pathLst>
                <a:path w="1090" h="991" extrusionOk="0">
                  <a:moveTo>
                    <a:pt x="323" y="0"/>
                  </a:moveTo>
                  <a:cubicBezTo>
                    <a:pt x="171" y="0"/>
                    <a:pt x="48" y="45"/>
                    <a:pt x="15" y="179"/>
                  </a:cubicBezTo>
                  <a:lnTo>
                    <a:pt x="0" y="531"/>
                  </a:lnTo>
                  <a:cubicBezTo>
                    <a:pt x="0" y="531"/>
                    <a:pt x="233" y="793"/>
                    <a:pt x="597" y="921"/>
                  </a:cubicBezTo>
                  <a:cubicBezTo>
                    <a:pt x="751" y="975"/>
                    <a:pt x="858" y="990"/>
                    <a:pt x="931" y="990"/>
                  </a:cubicBezTo>
                  <a:cubicBezTo>
                    <a:pt x="1030" y="990"/>
                    <a:pt x="1064" y="961"/>
                    <a:pt x="1064" y="961"/>
                  </a:cubicBezTo>
                  <a:lnTo>
                    <a:pt x="1089" y="200"/>
                  </a:lnTo>
                  <a:cubicBezTo>
                    <a:pt x="1089" y="200"/>
                    <a:pt x="643" y="0"/>
                    <a:pt x="3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3"/>
            <p:cNvSpPr/>
            <p:nvPr/>
          </p:nvSpPr>
          <p:spPr>
            <a:xfrm>
              <a:off x="7529076" y="2656935"/>
              <a:ext cx="40553" cy="76896"/>
            </a:xfrm>
            <a:custGeom>
              <a:avLst/>
              <a:gdLst/>
              <a:ahLst/>
              <a:cxnLst/>
              <a:rect l="l" t="t" r="r" b="b"/>
              <a:pathLst>
                <a:path w="443" h="840" extrusionOk="0">
                  <a:moveTo>
                    <a:pt x="320" y="1"/>
                  </a:moveTo>
                  <a:cubicBezTo>
                    <a:pt x="170" y="1"/>
                    <a:pt x="48" y="46"/>
                    <a:pt x="15" y="178"/>
                  </a:cubicBezTo>
                  <a:lnTo>
                    <a:pt x="0" y="530"/>
                  </a:lnTo>
                  <a:cubicBezTo>
                    <a:pt x="0" y="530"/>
                    <a:pt x="159" y="706"/>
                    <a:pt x="417" y="840"/>
                  </a:cubicBezTo>
                  <a:cubicBezTo>
                    <a:pt x="414" y="786"/>
                    <a:pt x="411" y="732"/>
                    <a:pt x="414" y="678"/>
                  </a:cubicBezTo>
                  <a:cubicBezTo>
                    <a:pt x="420" y="562"/>
                    <a:pt x="443" y="447"/>
                    <a:pt x="442" y="331"/>
                  </a:cubicBezTo>
                  <a:cubicBezTo>
                    <a:pt x="440" y="217"/>
                    <a:pt x="397" y="110"/>
                    <a:pt x="363" y="2"/>
                  </a:cubicBezTo>
                  <a:cubicBezTo>
                    <a:pt x="348" y="1"/>
                    <a:pt x="334" y="1"/>
                    <a:pt x="3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3"/>
            <p:cNvSpPr/>
            <p:nvPr/>
          </p:nvSpPr>
          <p:spPr>
            <a:xfrm>
              <a:off x="7480648" y="2530786"/>
              <a:ext cx="198922" cy="200112"/>
            </a:xfrm>
            <a:custGeom>
              <a:avLst/>
              <a:gdLst/>
              <a:ahLst/>
              <a:cxnLst/>
              <a:rect l="l" t="t" r="r" b="b"/>
              <a:pathLst>
                <a:path w="2173" h="2186" extrusionOk="0">
                  <a:moveTo>
                    <a:pt x="1566" y="1"/>
                  </a:moveTo>
                  <a:cubicBezTo>
                    <a:pt x="1317" y="1"/>
                    <a:pt x="888" y="166"/>
                    <a:pt x="688" y="427"/>
                  </a:cubicBezTo>
                  <a:cubicBezTo>
                    <a:pt x="672" y="446"/>
                    <a:pt x="657" y="468"/>
                    <a:pt x="644" y="489"/>
                  </a:cubicBezTo>
                  <a:cubicBezTo>
                    <a:pt x="627" y="515"/>
                    <a:pt x="614" y="540"/>
                    <a:pt x="603" y="570"/>
                  </a:cubicBezTo>
                  <a:cubicBezTo>
                    <a:pt x="462" y="935"/>
                    <a:pt x="0" y="1036"/>
                    <a:pt x="779" y="1816"/>
                  </a:cubicBezTo>
                  <a:cubicBezTo>
                    <a:pt x="779" y="1816"/>
                    <a:pt x="791" y="1826"/>
                    <a:pt x="810" y="1844"/>
                  </a:cubicBezTo>
                  <a:cubicBezTo>
                    <a:pt x="818" y="1851"/>
                    <a:pt x="827" y="1856"/>
                    <a:pt x="835" y="1864"/>
                  </a:cubicBezTo>
                  <a:lnTo>
                    <a:pt x="863" y="1889"/>
                  </a:lnTo>
                  <a:cubicBezTo>
                    <a:pt x="896" y="1915"/>
                    <a:pt x="936" y="1944"/>
                    <a:pt x="983" y="1978"/>
                  </a:cubicBezTo>
                  <a:cubicBezTo>
                    <a:pt x="1101" y="2059"/>
                    <a:pt x="1256" y="2146"/>
                    <a:pt x="1399" y="2170"/>
                  </a:cubicBezTo>
                  <a:cubicBezTo>
                    <a:pt x="1457" y="2180"/>
                    <a:pt x="1511" y="2185"/>
                    <a:pt x="1562" y="2185"/>
                  </a:cubicBezTo>
                  <a:cubicBezTo>
                    <a:pt x="1771" y="2185"/>
                    <a:pt x="1915" y="2101"/>
                    <a:pt x="1938" y="1916"/>
                  </a:cubicBezTo>
                  <a:cubicBezTo>
                    <a:pt x="1966" y="1696"/>
                    <a:pt x="2172" y="852"/>
                    <a:pt x="2124" y="573"/>
                  </a:cubicBezTo>
                  <a:cubicBezTo>
                    <a:pt x="2123" y="559"/>
                    <a:pt x="2119" y="548"/>
                    <a:pt x="2116" y="538"/>
                  </a:cubicBezTo>
                  <a:cubicBezTo>
                    <a:pt x="2091" y="458"/>
                    <a:pt x="2057" y="377"/>
                    <a:pt x="2014" y="300"/>
                  </a:cubicBezTo>
                  <a:cubicBezTo>
                    <a:pt x="1928" y="150"/>
                    <a:pt x="1802" y="26"/>
                    <a:pt x="1621" y="4"/>
                  </a:cubicBezTo>
                  <a:cubicBezTo>
                    <a:pt x="1604" y="2"/>
                    <a:pt x="1585" y="1"/>
                    <a:pt x="156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3"/>
            <p:cNvSpPr/>
            <p:nvPr/>
          </p:nvSpPr>
          <p:spPr>
            <a:xfrm>
              <a:off x="7480648" y="2546440"/>
              <a:ext cx="194436" cy="165417"/>
            </a:xfrm>
            <a:custGeom>
              <a:avLst/>
              <a:gdLst/>
              <a:ahLst/>
              <a:cxnLst/>
              <a:rect l="l" t="t" r="r" b="b"/>
              <a:pathLst>
                <a:path w="2124" h="1807" extrusionOk="0">
                  <a:moveTo>
                    <a:pt x="1380" y="1"/>
                  </a:moveTo>
                  <a:cubicBezTo>
                    <a:pt x="1293" y="1"/>
                    <a:pt x="1206" y="10"/>
                    <a:pt x="1121" y="27"/>
                  </a:cubicBezTo>
                  <a:cubicBezTo>
                    <a:pt x="960" y="60"/>
                    <a:pt x="795" y="132"/>
                    <a:pt x="688" y="256"/>
                  </a:cubicBezTo>
                  <a:cubicBezTo>
                    <a:pt x="672" y="275"/>
                    <a:pt x="657" y="297"/>
                    <a:pt x="645" y="318"/>
                  </a:cubicBezTo>
                  <a:cubicBezTo>
                    <a:pt x="627" y="344"/>
                    <a:pt x="614" y="369"/>
                    <a:pt x="604" y="399"/>
                  </a:cubicBezTo>
                  <a:cubicBezTo>
                    <a:pt x="462" y="764"/>
                    <a:pt x="0" y="865"/>
                    <a:pt x="779" y="1645"/>
                  </a:cubicBezTo>
                  <a:cubicBezTo>
                    <a:pt x="779" y="1645"/>
                    <a:pt x="791" y="1655"/>
                    <a:pt x="811" y="1674"/>
                  </a:cubicBezTo>
                  <a:cubicBezTo>
                    <a:pt x="818" y="1677"/>
                    <a:pt x="824" y="1685"/>
                    <a:pt x="835" y="1693"/>
                  </a:cubicBezTo>
                  <a:cubicBezTo>
                    <a:pt x="844" y="1700"/>
                    <a:pt x="854" y="1708"/>
                    <a:pt x="863" y="1718"/>
                  </a:cubicBezTo>
                  <a:cubicBezTo>
                    <a:pt x="896" y="1744"/>
                    <a:pt x="937" y="1773"/>
                    <a:pt x="984" y="1807"/>
                  </a:cubicBezTo>
                  <a:cubicBezTo>
                    <a:pt x="958" y="1690"/>
                    <a:pt x="948" y="1570"/>
                    <a:pt x="976" y="1462"/>
                  </a:cubicBezTo>
                  <a:cubicBezTo>
                    <a:pt x="999" y="1385"/>
                    <a:pt x="1030" y="1320"/>
                    <a:pt x="1037" y="1239"/>
                  </a:cubicBezTo>
                  <a:cubicBezTo>
                    <a:pt x="1046" y="1139"/>
                    <a:pt x="1057" y="1037"/>
                    <a:pt x="1060" y="934"/>
                  </a:cubicBezTo>
                  <a:cubicBezTo>
                    <a:pt x="1062" y="832"/>
                    <a:pt x="1108" y="737"/>
                    <a:pt x="1143" y="642"/>
                  </a:cubicBezTo>
                  <a:cubicBezTo>
                    <a:pt x="1152" y="617"/>
                    <a:pt x="1162" y="590"/>
                    <a:pt x="1177" y="566"/>
                  </a:cubicBezTo>
                  <a:cubicBezTo>
                    <a:pt x="1203" y="520"/>
                    <a:pt x="1257" y="472"/>
                    <a:pt x="1303" y="447"/>
                  </a:cubicBezTo>
                  <a:cubicBezTo>
                    <a:pt x="1323" y="436"/>
                    <a:pt x="1346" y="433"/>
                    <a:pt x="1370" y="433"/>
                  </a:cubicBezTo>
                  <a:cubicBezTo>
                    <a:pt x="1419" y="433"/>
                    <a:pt x="1474" y="448"/>
                    <a:pt x="1517" y="453"/>
                  </a:cubicBezTo>
                  <a:cubicBezTo>
                    <a:pt x="1571" y="461"/>
                    <a:pt x="1626" y="464"/>
                    <a:pt x="1682" y="464"/>
                  </a:cubicBezTo>
                  <a:cubicBezTo>
                    <a:pt x="1774" y="464"/>
                    <a:pt x="1868" y="456"/>
                    <a:pt x="1962" y="447"/>
                  </a:cubicBezTo>
                  <a:cubicBezTo>
                    <a:pt x="2015" y="440"/>
                    <a:pt x="2071" y="432"/>
                    <a:pt x="2118" y="406"/>
                  </a:cubicBezTo>
                  <a:cubicBezTo>
                    <a:pt x="2119" y="406"/>
                    <a:pt x="2122" y="404"/>
                    <a:pt x="2124" y="402"/>
                  </a:cubicBezTo>
                  <a:cubicBezTo>
                    <a:pt x="2123" y="388"/>
                    <a:pt x="2119" y="377"/>
                    <a:pt x="2116" y="367"/>
                  </a:cubicBezTo>
                  <a:cubicBezTo>
                    <a:pt x="2091" y="287"/>
                    <a:pt x="2057" y="206"/>
                    <a:pt x="2014" y="129"/>
                  </a:cubicBezTo>
                  <a:cubicBezTo>
                    <a:pt x="1950" y="108"/>
                    <a:pt x="1883" y="94"/>
                    <a:pt x="1841" y="75"/>
                  </a:cubicBezTo>
                  <a:cubicBezTo>
                    <a:pt x="1714" y="22"/>
                    <a:pt x="1569" y="5"/>
                    <a:pt x="1434" y="2"/>
                  </a:cubicBezTo>
                  <a:cubicBezTo>
                    <a:pt x="1416" y="1"/>
                    <a:pt x="1398" y="1"/>
                    <a:pt x="138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3"/>
            <p:cNvSpPr/>
            <p:nvPr/>
          </p:nvSpPr>
          <p:spPr>
            <a:xfrm>
              <a:off x="7491634" y="2493435"/>
              <a:ext cx="182627" cy="254122"/>
            </a:xfrm>
            <a:custGeom>
              <a:avLst/>
              <a:gdLst/>
              <a:ahLst/>
              <a:cxnLst/>
              <a:rect l="l" t="t" r="r" b="b"/>
              <a:pathLst>
                <a:path w="1995" h="2776" extrusionOk="0">
                  <a:moveTo>
                    <a:pt x="1699" y="2148"/>
                  </a:moveTo>
                  <a:cubicBezTo>
                    <a:pt x="1704" y="2148"/>
                    <a:pt x="1710" y="2149"/>
                    <a:pt x="1714" y="2153"/>
                  </a:cubicBezTo>
                  <a:cubicBezTo>
                    <a:pt x="1771" y="2193"/>
                    <a:pt x="1692" y="2330"/>
                    <a:pt x="1655" y="2361"/>
                  </a:cubicBezTo>
                  <a:cubicBezTo>
                    <a:pt x="1644" y="2370"/>
                    <a:pt x="1604" y="2406"/>
                    <a:pt x="1585" y="2406"/>
                  </a:cubicBezTo>
                  <a:cubicBezTo>
                    <a:pt x="1576" y="2406"/>
                    <a:pt x="1571" y="2399"/>
                    <a:pt x="1576" y="2378"/>
                  </a:cubicBezTo>
                  <a:cubicBezTo>
                    <a:pt x="1578" y="2366"/>
                    <a:pt x="1580" y="2353"/>
                    <a:pt x="1584" y="2341"/>
                  </a:cubicBezTo>
                  <a:cubicBezTo>
                    <a:pt x="1590" y="2311"/>
                    <a:pt x="1591" y="2277"/>
                    <a:pt x="1557" y="2277"/>
                  </a:cubicBezTo>
                  <a:cubicBezTo>
                    <a:pt x="1554" y="2277"/>
                    <a:pt x="1552" y="2277"/>
                    <a:pt x="1549" y="2278"/>
                  </a:cubicBezTo>
                  <a:cubicBezTo>
                    <a:pt x="1526" y="2280"/>
                    <a:pt x="1505" y="2286"/>
                    <a:pt x="1484" y="2293"/>
                  </a:cubicBezTo>
                  <a:cubicBezTo>
                    <a:pt x="1464" y="2301"/>
                    <a:pt x="1444" y="2314"/>
                    <a:pt x="1441" y="2334"/>
                  </a:cubicBezTo>
                  <a:cubicBezTo>
                    <a:pt x="1437" y="2353"/>
                    <a:pt x="1451" y="2370"/>
                    <a:pt x="1457" y="2388"/>
                  </a:cubicBezTo>
                  <a:cubicBezTo>
                    <a:pt x="1462" y="2411"/>
                    <a:pt x="1457" y="2434"/>
                    <a:pt x="1441" y="2451"/>
                  </a:cubicBezTo>
                  <a:cubicBezTo>
                    <a:pt x="1424" y="2468"/>
                    <a:pt x="1405" y="2468"/>
                    <a:pt x="1382" y="2468"/>
                  </a:cubicBezTo>
                  <a:cubicBezTo>
                    <a:pt x="1373" y="2468"/>
                    <a:pt x="1364" y="2469"/>
                    <a:pt x="1354" y="2469"/>
                  </a:cubicBezTo>
                  <a:cubicBezTo>
                    <a:pt x="1346" y="2469"/>
                    <a:pt x="1338" y="2468"/>
                    <a:pt x="1329" y="2466"/>
                  </a:cubicBezTo>
                  <a:cubicBezTo>
                    <a:pt x="1293" y="2456"/>
                    <a:pt x="1261" y="2426"/>
                    <a:pt x="1243" y="2393"/>
                  </a:cubicBezTo>
                  <a:cubicBezTo>
                    <a:pt x="1218" y="2345"/>
                    <a:pt x="1211" y="2314"/>
                    <a:pt x="1234" y="2264"/>
                  </a:cubicBezTo>
                  <a:cubicBezTo>
                    <a:pt x="1250" y="2230"/>
                    <a:pt x="1290" y="2223"/>
                    <a:pt x="1333" y="2223"/>
                  </a:cubicBezTo>
                  <a:cubicBezTo>
                    <a:pt x="1359" y="2223"/>
                    <a:pt x="1386" y="2226"/>
                    <a:pt x="1408" y="2226"/>
                  </a:cubicBezTo>
                  <a:cubicBezTo>
                    <a:pt x="1416" y="2226"/>
                    <a:pt x="1422" y="2226"/>
                    <a:pt x="1428" y="2225"/>
                  </a:cubicBezTo>
                  <a:cubicBezTo>
                    <a:pt x="1510" y="2216"/>
                    <a:pt x="1585" y="2182"/>
                    <a:pt x="1663" y="2156"/>
                  </a:cubicBezTo>
                  <a:cubicBezTo>
                    <a:pt x="1666" y="2155"/>
                    <a:pt x="1671" y="2154"/>
                    <a:pt x="1675" y="2153"/>
                  </a:cubicBezTo>
                  <a:cubicBezTo>
                    <a:pt x="1682" y="2151"/>
                    <a:pt x="1691" y="2148"/>
                    <a:pt x="1699" y="2148"/>
                  </a:cubicBezTo>
                  <a:close/>
                  <a:moveTo>
                    <a:pt x="955" y="1"/>
                  </a:moveTo>
                  <a:cubicBezTo>
                    <a:pt x="698" y="1"/>
                    <a:pt x="475" y="115"/>
                    <a:pt x="281" y="288"/>
                  </a:cubicBezTo>
                  <a:cubicBezTo>
                    <a:pt x="86" y="463"/>
                    <a:pt x="12" y="787"/>
                    <a:pt x="5" y="1039"/>
                  </a:cubicBezTo>
                  <a:cubicBezTo>
                    <a:pt x="1" y="1208"/>
                    <a:pt x="31" y="1373"/>
                    <a:pt x="79" y="1535"/>
                  </a:cubicBezTo>
                  <a:cubicBezTo>
                    <a:pt x="140" y="1744"/>
                    <a:pt x="262" y="1934"/>
                    <a:pt x="430" y="2075"/>
                  </a:cubicBezTo>
                  <a:cubicBezTo>
                    <a:pt x="468" y="2108"/>
                    <a:pt x="511" y="2139"/>
                    <a:pt x="557" y="2171"/>
                  </a:cubicBezTo>
                  <a:cubicBezTo>
                    <a:pt x="550" y="2162"/>
                    <a:pt x="561" y="2102"/>
                    <a:pt x="560" y="2087"/>
                  </a:cubicBezTo>
                  <a:cubicBezTo>
                    <a:pt x="556" y="1938"/>
                    <a:pt x="487" y="1814"/>
                    <a:pt x="408" y="1690"/>
                  </a:cubicBezTo>
                  <a:cubicBezTo>
                    <a:pt x="380" y="1646"/>
                    <a:pt x="350" y="1600"/>
                    <a:pt x="337" y="1548"/>
                  </a:cubicBezTo>
                  <a:cubicBezTo>
                    <a:pt x="323" y="1487"/>
                    <a:pt x="329" y="1390"/>
                    <a:pt x="364" y="1340"/>
                  </a:cubicBezTo>
                  <a:cubicBezTo>
                    <a:pt x="391" y="1302"/>
                    <a:pt x="431" y="1283"/>
                    <a:pt x="471" y="1283"/>
                  </a:cubicBezTo>
                  <a:cubicBezTo>
                    <a:pt x="504" y="1283"/>
                    <a:pt x="538" y="1296"/>
                    <a:pt x="564" y="1322"/>
                  </a:cubicBezTo>
                  <a:cubicBezTo>
                    <a:pt x="605" y="1363"/>
                    <a:pt x="630" y="1424"/>
                    <a:pt x="650" y="1478"/>
                  </a:cubicBezTo>
                  <a:cubicBezTo>
                    <a:pt x="677" y="1551"/>
                    <a:pt x="700" y="1625"/>
                    <a:pt x="719" y="1700"/>
                  </a:cubicBezTo>
                  <a:cubicBezTo>
                    <a:pt x="736" y="1762"/>
                    <a:pt x="726" y="1824"/>
                    <a:pt x="725" y="1886"/>
                  </a:cubicBezTo>
                  <a:cubicBezTo>
                    <a:pt x="724" y="1960"/>
                    <a:pt x="740" y="2032"/>
                    <a:pt x="744" y="2104"/>
                  </a:cubicBezTo>
                  <a:cubicBezTo>
                    <a:pt x="747" y="2180"/>
                    <a:pt x="756" y="2255"/>
                    <a:pt x="780" y="2326"/>
                  </a:cubicBezTo>
                  <a:cubicBezTo>
                    <a:pt x="823" y="2453"/>
                    <a:pt x="901" y="2536"/>
                    <a:pt x="995" y="2627"/>
                  </a:cubicBezTo>
                  <a:cubicBezTo>
                    <a:pt x="1088" y="2718"/>
                    <a:pt x="1216" y="2775"/>
                    <a:pt x="1347" y="2775"/>
                  </a:cubicBezTo>
                  <a:cubicBezTo>
                    <a:pt x="1583" y="2773"/>
                    <a:pt x="1742" y="2589"/>
                    <a:pt x="1809" y="2379"/>
                  </a:cubicBezTo>
                  <a:cubicBezTo>
                    <a:pt x="1833" y="2308"/>
                    <a:pt x="1847" y="2233"/>
                    <a:pt x="1851" y="2157"/>
                  </a:cubicBezTo>
                  <a:cubicBezTo>
                    <a:pt x="1854" y="2099"/>
                    <a:pt x="1857" y="2045"/>
                    <a:pt x="1836" y="1989"/>
                  </a:cubicBezTo>
                  <a:cubicBezTo>
                    <a:pt x="1827" y="2022"/>
                    <a:pt x="1810" y="2082"/>
                    <a:pt x="1770" y="2082"/>
                  </a:cubicBezTo>
                  <a:cubicBezTo>
                    <a:pt x="1765" y="2082"/>
                    <a:pt x="1759" y="2081"/>
                    <a:pt x="1753" y="2078"/>
                  </a:cubicBezTo>
                  <a:cubicBezTo>
                    <a:pt x="1730" y="2069"/>
                    <a:pt x="1713" y="2053"/>
                    <a:pt x="1690" y="2045"/>
                  </a:cubicBezTo>
                  <a:cubicBezTo>
                    <a:pt x="1680" y="2042"/>
                    <a:pt x="1671" y="2041"/>
                    <a:pt x="1661" y="2041"/>
                  </a:cubicBezTo>
                  <a:cubicBezTo>
                    <a:pt x="1646" y="2041"/>
                    <a:pt x="1631" y="2043"/>
                    <a:pt x="1617" y="2047"/>
                  </a:cubicBezTo>
                  <a:cubicBezTo>
                    <a:pt x="1567" y="2058"/>
                    <a:pt x="1515" y="2076"/>
                    <a:pt x="1464" y="2083"/>
                  </a:cubicBezTo>
                  <a:cubicBezTo>
                    <a:pt x="1416" y="2090"/>
                    <a:pt x="1372" y="2087"/>
                    <a:pt x="1326" y="2108"/>
                  </a:cubicBezTo>
                  <a:cubicBezTo>
                    <a:pt x="1305" y="2118"/>
                    <a:pt x="1287" y="2129"/>
                    <a:pt x="1266" y="2139"/>
                  </a:cubicBezTo>
                  <a:cubicBezTo>
                    <a:pt x="1243" y="2150"/>
                    <a:pt x="1220" y="2163"/>
                    <a:pt x="1198" y="2178"/>
                  </a:cubicBezTo>
                  <a:cubicBezTo>
                    <a:pt x="1183" y="2185"/>
                    <a:pt x="1168" y="2194"/>
                    <a:pt x="1151" y="2197"/>
                  </a:cubicBezTo>
                  <a:cubicBezTo>
                    <a:pt x="1149" y="2197"/>
                    <a:pt x="1146" y="2197"/>
                    <a:pt x="1143" y="2197"/>
                  </a:cubicBezTo>
                  <a:cubicBezTo>
                    <a:pt x="1130" y="2197"/>
                    <a:pt x="1117" y="2193"/>
                    <a:pt x="1105" y="2188"/>
                  </a:cubicBezTo>
                  <a:cubicBezTo>
                    <a:pt x="1064" y="2170"/>
                    <a:pt x="1029" y="2139"/>
                    <a:pt x="995" y="2109"/>
                  </a:cubicBezTo>
                  <a:cubicBezTo>
                    <a:pt x="943" y="2060"/>
                    <a:pt x="891" y="2006"/>
                    <a:pt x="868" y="1938"/>
                  </a:cubicBezTo>
                  <a:cubicBezTo>
                    <a:pt x="844" y="1868"/>
                    <a:pt x="856" y="1791"/>
                    <a:pt x="860" y="1719"/>
                  </a:cubicBezTo>
                  <a:cubicBezTo>
                    <a:pt x="864" y="1567"/>
                    <a:pt x="888" y="1416"/>
                    <a:pt x="898" y="1265"/>
                  </a:cubicBezTo>
                  <a:cubicBezTo>
                    <a:pt x="919" y="965"/>
                    <a:pt x="1205" y="851"/>
                    <a:pt x="1708" y="841"/>
                  </a:cubicBezTo>
                  <a:cubicBezTo>
                    <a:pt x="1715" y="841"/>
                    <a:pt x="1722" y="841"/>
                    <a:pt x="1729" y="841"/>
                  </a:cubicBezTo>
                  <a:cubicBezTo>
                    <a:pt x="1884" y="841"/>
                    <a:pt x="1931" y="877"/>
                    <a:pt x="1995" y="928"/>
                  </a:cubicBezTo>
                  <a:cubicBezTo>
                    <a:pt x="1984" y="729"/>
                    <a:pt x="1932" y="550"/>
                    <a:pt x="1809" y="429"/>
                  </a:cubicBezTo>
                  <a:cubicBezTo>
                    <a:pt x="1609" y="228"/>
                    <a:pt x="1360" y="47"/>
                    <a:pt x="1073" y="9"/>
                  </a:cubicBezTo>
                  <a:cubicBezTo>
                    <a:pt x="1033" y="3"/>
                    <a:pt x="993" y="1"/>
                    <a:pt x="955" y="1"/>
                  </a:cubicBezTo>
                  <a:close/>
                </a:path>
              </a:pathLst>
            </a:custGeom>
            <a:solidFill>
              <a:srgbClr val="4F2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3"/>
            <p:cNvSpPr/>
            <p:nvPr/>
          </p:nvSpPr>
          <p:spPr>
            <a:xfrm>
              <a:off x="7491634" y="2493527"/>
              <a:ext cx="156172" cy="182078"/>
            </a:xfrm>
            <a:custGeom>
              <a:avLst/>
              <a:gdLst/>
              <a:ahLst/>
              <a:cxnLst/>
              <a:rect l="l" t="t" r="r" b="b"/>
              <a:pathLst>
                <a:path w="1706" h="1989" extrusionOk="0">
                  <a:moveTo>
                    <a:pt x="952" y="1"/>
                  </a:moveTo>
                  <a:cubicBezTo>
                    <a:pt x="696" y="1"/>
                    <a:pt x="474" y="114"/>
                    <a:pt x="282" y="287"/>
                  </a:cubicBezTo>
                  <a:cubicBezTo>
                    <a:pt x="86" y="463"/>
                    <a:pt x="12" y="787"/>
                    <a:pt x="5" y="1039"/>
                  </a:cubicBezTo>
                  <a:cubicBezTo>
                    <a:pt x="1" y="1207"/>
                    <a:pt x="31" y="1374"/>
                    <a:pt x="79" y="1535"/>
                  </a:cubicBezTo>
                  <a:cubicBezTo>
                    <a:pt x="129" y="1704"/>
                    <a:pt x="220" y="1860"/>
                    <a:pt x="341" y="1988"/>
                  </a:cubicBezTo>
                  <a:cubicBezTo>
                    <a:pt x="334" y="1963"/>
                    <a:pt x="326" y="1939"/>
                    <a:pt x="320" y="1918"/>
                  </a:cubicBezTo>
                  <a:cubicBezTo>
                    <a:pt x="289" y="1796"/>
                    <a:pt x="263" y="1671"/>
                    <a:pt x="243" y="1546"/>
                  </a:cubicBezTo>
                  <a:cubicBezTo>
                    <a:pt x="208" y="1329"/>
                    <a:pt x="207" y="1115"/>
                    <a:pt x="228" y="896"/>
                  </a:cubicBezTo>
                  <a:cubicBezTo>
                    <a:pt x="266" y="512"/>
                    <a:pt x="584" y="250"/>
                    <a:pt x="949" y="166"/>
                  </a:cubicBezTo>
                  <a:cubicBezTo>
                    <a:pt x="995" y="156"/>
                    <a:pt x="1040" y="151"/>
                    <a:pt x="1086" y="151"/>
                  </a:cubicBezTo>
                  <a:cubicBezTo>
                    <a:pt x="1140" y="151"/>
                    <a:pt x="1194" y="158"/>
                    <a:pt x="1249" y="169"/>
                  </a:cubicBezTo>
                  <a:cubicBezTo>
                    <a:pt x="1351" y="189"/>
                    <a:pt x="1454" y="227"/>
                    <a:pt x="1555" y="268"/>
                  </a:cubicBezTo>
                  <a:cubicBezTo>
                    <a:pt x="1583" y="279"/>
                    <a:pt x="1610" y="290"/>
                    <a:pt x="1637" y="300"/>
                  </a:cubicBezTo>
                  <a:cubicBezTo>
                    <a:pt x="1659" y="311"/>
                    <a:pt x="1683" y="321"/>
                    <a:pt x="1705" y="331"/>
                  </a:cubicBezTo>
                  <a:cubicBezTo>
                    <a:pt x="1525" y="172"/>
                    <a:pt x="1312" y="40"/>
                    <a:pt x="1073" y="9"/>
                  </a:cubicBezTo>
                  <a:cubicBezTo>
                    <a:pt x="1032" y="3"/>
                    <a:pt x="992" y="1"/>
                    <a:pt x="952" y="1"/>
                  </a:cubicBezTo>
                  <a:close/>
                </a:path>
              </a:pathLst>
            </a:custGeom>
            <a:solidFill>
              <a:srgbClr val="422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3"/>
            <p:cNvSpPr/>
            <p:nvPr/>
          </p:nvSpPr>
          <p:spPr>
            <a:xfrm>
              <a:off x="7570179" y="2667463"/>
              <a:ext cx="91085" cy="33230"/>
            </a:xfrm>
            <a:custGeom>
              <a:avLst/>
              <a:gdLst/>
              <a:ahLst/>
              <a:cxnLst/>
              <a:rect l="l" t="t" r="r" b="b"/>
              <a:pathLst>
                <a:path w="995" h="363" extrusionOk="0">
                  <a:moveTo>
                    <a:pt x="2" y="1"/>
                  </a:moveTo>
                  <a:lnTo>
                    <a:pt x="2" y="1"/>
                  </a:lnTo>
                  <a:cubicBezTo>
                    <a:pt x="1" y="64"/>
                    <a:pt x="13" y="129"/>
                    <a:pt x="47" y="179"/>
                  </a:cubicBezTo>
                  <a:cubicBezTo>
                    <a:pt x="59" y="198"/>
                    <a:pt x="74" y="213"/>
                    <a:pt x="90" y="229"/>
                  </a:cubicBezTo>
                  <a:cubicBezTo>
                    <a:pt x="128" y="266"/>
                    <a:pt x="171" y="301"/>
                    <a:pt x="215" y="332"/>
                  </a:cubicBezTo>
                  <a:cubicBezTo>
                    <a:pt x="232" y="343"/>
                    <a:pt x="250" y="354"/>
                    <a:pt x="270" y="360"/>
                  </a:cubicBezTo>
                  <a:cubicBezTo>
                    <a:pt x="277" y="362"/>
                    <a:pt x="283" y="363"/>
                    <a:pt x="288" y="363"/>
                  </a:cubicBezTo>
                  <a:cubicBezTo>
                    <a:pt x="302" y="363"/>
                    <a:pt x="310" y="357"/>
                    <a:pt x="325" y="346"/>
                  </a:cubicBezTo>
                  <a:cubicBezTo>
                    <a:pt x="362" y="318"/>
                    <a:pt x="400" y="291"/>
                    <a:pt x="440" y="266"/>
                  </a:cubicBezTo>
                  <a:cubicBezTo>
                    <a:pt x="457" y="255"/>
                    <a:pt x="475" y="245"/>
                    <a:pt x="494" y="237"/>
                  </a:cubicBezTo>
                  <a:cubicBezTo>
                    <a:pt x="515" y="228"/>
                    <a:pt x="539" y="224"/>
                    <a:pt x="563" y="219"/>
                  </a:cubicBezTo>
                  <a:cubicBezTo>
                    <a:pt x="611" y="210"/>
                    <a:pt x="658" y="201"/>
                    <a:pt x="707" y="191"/>
                  </a:cubicBezTo>
                  <a:cubicBezTo>
                    <a:pt x="732" y="186"/>
                    <a:pt x="759" y="182"/>
                    <a:pt x="784" y="182"/>
                  </a:cubicBezTo>
                  <a:cubicBezTo>
                    <a:pt x="809" y="182"/>
                    <a:pt x="833" y="186"/>
                    <a:pt x="854" y="199"/>
                  </a:cubicBezTo>
                  <a:cubicBezTo>
                    <a:pt x="869" y="207"/>
                    <a:pt x="880" y="218"/>
                    <a:pt x="895" y="224"/>
                  </a:cubicBezTo>
                  <a:cubicBezTo>
                    <a:pt x="903" y="227"/>
                    <a:pt x="912" y="229"/>
                    <a:pt x="921" y="229"/>
                  </a:cubicBezTo>
                  <a:cubicBezTo>
                    <a:pt x="949" y="229"/>
                    <a:pt x="977" y="213"/>
                    <a:pt x="995" y="191"/>
                  </a:cubicBezTo>
                  <a:cubicBezTo>
                    <a:pt x="995" y="157"/>
                    <a:pt x="992" y="123"/>
                    <a:pt x="978" y="88"/>
                  </a:cubicBezTo>
                  <a:cubicBezTo>
                    <a:pt x="969" y="121"/>
                    <a:pt x="952" y="181"/>
                    <a:pt x="912" y="181"/>
                  </a:cubicBezTo>
                  <a:cubicBezTo>
                    <a:pt x="907" y="181"/>
                    <a:pt x="901" y="180"/>
                    <a:pt x="895" y="177"/>
                  </a:cubicBezTo>
                  <a:cubicBezTo>
                    <a:pt x="872" y="168"/>
                    <a:pt x="855" y="152"/>
                    <a:pt x="832" y="145"/>
                  </a:cubicBezTo>
                  <a:cubicBezTo>
                    <a:pt x="822" y="141"/>
                    <a:pt x="811" y="140"/>
                    <a:pt x="801" y="140"/>
                  </a:cubicBezTo>
                  <a:cubicBezTo>
                    <a:pt x="787" y="140"/>
                    <a:pt x="772" y="143"/>
                    <a:pt x="759" y="146"/>
                  </a:cubicBezTo>
                  <a:cubicBezTo>
                    <a:pt x="709" y="157"/>
                    <a:pt x="657" y="175"/>
                    <a:pt x="606" y="182"/>
                  </a:cubicBezTo>
                  <a:cubicBezTo>
                    <a:pt x="558" y="189"/>
                    <a:pt x="514" y="186"/>
                    <a:pt x="468" y="207"/>
                  </a:cubicBezTo>
                  <a:cubicBezTo>
                    <a:pt x="447" y="217"/>
                    <a:pt x="429" y="229"/>
                    <a:pt x="408" y="238"/>
                  </a:cubicBezTo>
                  <a:cubicBezTo>
                    <a:pt x="385" y="249"/>
                    <a:pt x="362" y="263"/>
                    <a:pt x="340" y="277"/>
                  </a:cubicBezTo>
                  <a:cubicBezTo>
                    <a:pt x="325" y="286"/>
                    <a:pt x="310" y="295"/>
                    <a:pt x="293" y="296"/>
                  </a:cubicBezTo>
                  <a:cubicBezTo>
                    <a:pt x="291" y="296"/>
                    <a:pt x="288" y="296"/>
                    <a:pt x="285" y="296"/>
                  </a:cubicBezTo>
                  <a:cubicBezTo>
                    <a:pt x="272" y="296"/>
                    <a:pt x="259" y="292"/>
                    <a:pt x="247" y="287"/>
                  </a:cubicBezTo>
                  <a:cubicBezTo>
                    <a:pt x="206" y="269"/>
                    <a:pt x="171" y="238"/>
                    <a:pt x="137" y="208"/>
                  </a:cubicBezTo>
                  <a:cubicBezTo>
                    <a:pt x="85" y="161"/>
                    <a:pt x="33" y="105"/>
                    <a:pt x="10" y="38"/>
                  </a:cubicBezTo>
                  <a:cubicBezTo>
                    <a:pt x="6" y="25"/>
                    <a:pt x="4" y="13"/>
                    <a:pt x="2" y="1"/>
                  </a:cubicBezTo>
                  <a:close/>
                </a:path>
              </a:pathLst>
            </a:custGeom>
            <a:solidFill>
              <a:srgbClr val="703A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3"/>
            <p:cNvSpPr/>
            <p:nvPr/>
          </p:nvSpPr>
          <p:spPr>
            <a:xfrm>
              <a:off x="7548300" y="2621873"/>
              <a:ext cx="112323" cy="125688"/>
            </a:xfrm>
            <a:custGeom>
              <a:avLst/>
              <a:gdLst/>
              <a:ahLst/>
              <a:cxnLst/>
              <a:rect l="l" t="t" r="r" b="b"/>
              <a:pathLst>
                <a:path w="1227" h="1373" extrusionOk="0">
                  <a:moveTo>
                    <a:pt x="1" y="1"/>
                  </a:moveTo>
                  <a:cubicBezTo>
                    <a:pt x="12" y="26"/>
                    <a:pt x="22" y="52"/>
                    <a:pt x="31" y="75"/>
                  </a:cubicBezTo>
                  <a:cubicBezTo>
                    <a:pt x="60" y="148"/>
                    <a:pt x="81" y="223"/>
                    <a:pt x="101" y="298"/>
                  </a:cubicBezTo>
                  <a:cubicBezTo>
                    <a:pt x="117" y="360"/>
                    <a:pt x="107" y="421"/>
                    <a:pt x="106" y="484"/>
                  </a:cubicBezTo>
                  <a:cubicBezTo>
                    <a:pt x="105" y="557"/>
                    <a:pt x="121" y="629"/>
                    <a:pt x="126" y="702"/>
                  </a:cubicBezTo>
                  <a:cubicBezTo>
                    <a:pt x="129" y="777"/>
                    <a:pt x="138" y="852"/>
                    <a:pt x="162" y="924"/>
                  </a:cubicBezTo>
                  <a:cubicBezTo>
                    <a:pt x="204" y="1050"/>
                    <a:pt x="282" y="1134"/>
                    <a:pt x="376" y="1224"/>
                  </a:cubicBezTo>
                  <a:cubicBezTo>
                    <a:pt x="469" y="1314"/>
                    <a:pt x="594" y="1372"/>
                    <a:pt x="725" y="1372"/>
                  </a:cubicBezTo>
                  <a:cubicBezTo>
                    <a:pt x="726" y="1372"/>
                    <a:pt x="727" y="1372"/>
                    <a:pt x="728" y="1372"/>
                  </a:cubicBezTo>
                  <a:cubicBezTo>
                    <a:pt x="964" y="1371"/>
                    <a:pt x="1123" y="1187"/>
                    <a:pt x="1190" y="976"/>
                  </a:cubicBezTo>
                  <a:cubicBezTo>
                    <a:pt x="1208" y="921"/>
                    <a:pt x="1219" y="862"/>
                    <a:pt x="1226" y="804"/>
                  </a:cubicBezTo>
                  <a:lnTo>
                    <a:pt x="1226" y="804"/>
                  </a:lnTo>
                  <a:cubicBezTo>
                    <a:pt x="1219" y="834"/>
                    <a:pt x="1213" y="866"/>
                    <a:pt x="1204" y="896"/>
                  </a:cubicBezTo>
                  <a:cubicBezTo>
                    <a:pt x="1182" y="972"/>
                    <a:pt x="1152" y="1056"/>
                    <a:pt x="1091" y="1107"/>
                  </a:cubicBezTo>
                  <a:cubicBezTo>
                    <a:pt x="991" y="1187"/>
                    <a:pt x="859" y="1238"/>
                    <a:pt x="728" y="1238"/>
                  </a:cubicBezTo>
                  <a:cubicBezTo>
                    <a:pt x="689" y="1238"/>
                    <a:pt x="649" y="1234"/>
                    <a:pt x="611" y="1224"/>
                  </a:cubicBezTo>
                  <a:cubicBezTo>
                    <a:pt x="430" y="1175"/>
                    <a:pt x="236" y="988"/>
                    <a:pt x="200" y="803"/>
                  </a:cubicBezTo>
                  <a:cubicBezTo>
                    <a:pt x="188" y="742"/>
                    <a:pt x="191" y="680"/>
                    <a:pt x="190" y="618"/>
                  </a:cubicBezTo>
                  <a:cubicBezTo>
                    <a:pt x="190" y="547"/>
                    <a:pt x="186" y="475"/>
                    <a:pt x="177" y="403"/>
                  </a:cubicBezTo>
                  <a:cubicBezTo>
                    <a:pt x="166" y="329"/>
                    <a:pt x="152" y="254"/>
                    <a:pt x="129" y="184"/>
                  </a:cubicBezTo>
                  <a:cubicBezTo>
                    <a:pt x="117" y="145"/>
                    <a:pt x="60" y="28"/>
                    <a:pt x="1" y="1"/>
                  </a:cubicBezTo>
                  <a:close/>
                </a:path>
              </a:pathLst>
            </a:custGeom>
            <a:solidFill>
              <a:srgbClr val="422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3"/>
            <p:cNvSpPr/>
            <p:nvPr/>
          </p:nvSpPr>
          <p:spPr>
            <a:xfrm>
              <a:off x="7191549" y="2779972"/>
              <a:ext cx="290739" cy="268128"/>
            </a:xfrm>
            <a:custGeom>
              <a:avLst/>
              <a:gdLst/>
              <a:ahLst/>
              <a:cxnLst/>
              <a:rect l="l" t="t" r="r" b="b"/>
              <a:pathLst>
                <a:path w="3176" h="2929" extrusionOk="0">
                  <a:moveTo>
                    <a:pt x="2862" y="0"/>
                  </a:moveTo>
                  <a:cubicBezTo>
                    <a:pt x="2849" y="0"/>
                    <a:pt x="2835" y="1"/>
                    <a:pt x="2821" y="4"/>
                  </a:cubicBezTo>
                  <a:cubicBezTo>
                    <a:pt x="2586" y="41"/>
                    <a:pt x="2399" y="260"/>
                    <a:pt x="2302" y="464"/>
                  </a:cubicBezTo>
                  <a:cubicBezTo>
                    <a:pt x="2169" y="743"/>
                    <a:pt x="2051" y="1036"/>
                    <a:pt x="1903" y="1305"/>
                  </a:cubicBezTo>
                  <a:cubicBezTo>
                    <a:pt x="1850" y="1402"/>
                    <a:pt x="1803" y="1503"/>
                    <a:pt x="1761" y="1605"/>
                  </a:cubicBezTo>
                  <a:cubicBezTo>
                    <a:pt x="1729" y="1679"/>
                    <a:pt x="1669" y="1770"/>
                    <a:pt x="1662" y="1850"/>
                  </a:cubicBezTo>
                  <a:cubicBezTo>
                    <a:pt x="1374" y="1661"/>
                    <a:pt x="1102" y="1410"/>
                    <a:pt x="861" y="1167"/>
                  </a:cubicBezTo>
                  <a:cubicBezTo>
                    <a:pt x="762" y="1068"/>
                    <a:pt x="689" y="944"/>
                    <a:pt x="539" y="934"/>
                  </a:cubicBezTo>
                  <a:cubicBezTo>
                    <a:pt x="531" y="933"/>
                    <a:pt x="523" y="933"/>
                    <a:pt x="515" y="933"/>
                  </a:cubicBezTo>
                  <a:cubicBezTo>
                    <a:pt x="290" y="933"/>
                    <a:pt x="77" y="1145"/>
                    <a:pt x="16" y="1349"/>
                  </a:cubicBezTo>
                  <a:cubicBezTo>
                    <a:pt x="7" y="1380"/>
                    <a:pt x="1" y="1413"/>
                    <a:pt x="11" y="1444"/>
                  </a:cubicBezTo>
                  <a:cubicBezTo>
                    <a:pt x="19" y="1464"/>
                    <a:pt x="1282" y="2664"/>
                    <a:pt x="1505" y="2813"/>
                  </a:cubicBezTo>
                  <a:cubicBezTo>
                    <a:pt x="1592" y="2871"/>
                    <a:pt x="1646" y="2929"/>
                    <a:pt x="1747" y="2929"/>
                  </a:cubicBezTo>
                  <a:cubicBezTo>
                    <a:pt x="1758" y="2929"/>
                    <a:pt x="1768" y="2928"/>
                    <a:pt x="1780" y="2927"/>
                  </a:cubicBezTo>
                  <a:cubicBezTo>
                    <a:pt x="1900" y="2913"/>
                    <a:pt x="2013" y="2843"/>
                    <a:pt x="2097" y="2758"/>
                  </a:cubicBezTo>
                  <a:cubicBezTo>
                    <a:pt x="2284" y="2566"/>
                    <a:pt x="2416" y="2333"/>
                    <a:pt x="2560" y="2110"/>
                  </a:cubicBezTo>
                  <a:cubicBezTo>
                    <a:pt x="2708" y="1884"/>
                    <a:pt x="2878" y="1668"/>
                    <a:pt x="3006" y="1430"/>
                  </a:cubicBezTo>
                  <a:cubicBezTo>
                    <a:pt x="3130" y="1198"/>
                    <a:pt x="3175" y="965"/>
                    <a:pt x="3156" y="705"/>
                  </a:cubicBezTo>
                  <a:cubicBezTo>
                    <a:pt x="3141" y="524"/>
                    <a:pt x="3142" y="327"/>
                    <a:pt x="3069" y="157"/>
                  </a:cubicBezTo>
                  <a:cubicBezTo>
                    <a:pt x="3021" y="44"/>
                    <a:pt x="2946" y="0"/>
                    <a:pt x="286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3"/>
            <p:cNvSpPr/>
            <p:nvPr/>
          </p:nvSpPr>
          <p:spPr>
            <a:xfrm>
              <a:off x="7242448" y="2780063"/>
              <a:ext cx="228215" cy="192422"/>
            </a:xfrm>
            <a:custGeom>
              <a:avLst/>
              <a:gdLst/>
              <a:ahLst/>
              <a:cxnLst/>
              <a:rect l="l" t="t" r="r" b="b"/>
              <a:pathLst>
                <a:path w="2493" h="2102" extrusionOk="0">
                  <a:moveTo>
                    <a:pt x="2493" y="106"/>
                  </a:moveTo>
                  <a:cubicBezTo>
                    <a:pt x="2493" y="106"/>
                    <a:pt x="2493" y="106"/>
                    <a:pt x="2493" y="106"/>
                  </a:cubicBezTo>
                  <a:cubicBezTo>
                    <a:pt x="2493" y="106"/>
                    <a:pt x="2493" y="106"/>
                    <a:pt x="2493" y="106"/>
                  </a:cubicBezTo>
                  <a:close/>
                  <a:moveTo>
                    <a:pt x="2292" y="1"/>
                  </a:moveTo>
                  <a:cubicBezTo>
                    <a:pt x="2282" y="1"/>
                    <a:pt x="2273" y="1"/>
                    <a:pt x="2265" y="3"/>
                  </a:cubicBezTo>
                  <a:cubicBezTo>
                    <a:pt x="2030" y="40"/>
                    <a:pt x="1843" y="259"/>
                    <a:pt x="1746" y="463"/>
                  </a:cubicBezTo>
                  <a:cubicBezTo>
                    <a:pt x="1613" y="742"/>
                    <a:pt x="1495" y="1035"/>
                    <a:pt x="1347" y="1304"/>
                  </a:cubicBezTo>
                  <a:cubicBezTo>
                    <a:pt x="1294" y="1401"/>
                    <a:pt x="1247" y="1502"/>
                    <a:pt x="1205" y="1604"/>
                  </a:cubicBezTo>
                  <a:cubicBezTo>
                    <a:pt x="1173" y="1678"/>
                    <a:pt x="1113" y="1769"/>
                    <a:pt x="1106" y="1849"/>
                  </a:cubicBezTo>
                  <a:cubicBezTo>
                    <a:pt x="818" y="1660"/>
                    <a:pt x="546" y="1409"/>
                    <a:pt x="305" y="1166"/>
                  </a:cubicBezTo>
                  <a:cubicBezTo>
                    <a:pt x="210" y="1071"/>
                    <a:pt x="138" y="955"/>
                    <a:pt x="1" y="936"/>
                  </a:cubicBezTo>
                  <a:lnTo>
                    <a:pt x="1" y="936"/>
                  </a:lnTo>
                  <a:cubicBezTo>
                    <a:pt x="3" y="941"/>
                    <a:pt x="4" y="946"/>
                    <a:pt x="8" y="951"/>
                  </a:cubicBezTo>
                  <a:cubicBezTo>
                    <a:pt x="130" y="1168"/>
                    <a:pt x="369" y="1348"/>
                    <a:pt x="550" y="1518"/>
                  </a:cubicBezTo>
                  <a:cubicBezTo>
                    <a:pt x="771" y="1723"/>
                    <a:pt x="1000" y="1918"/>
                    <a:pt x="1238" y="2101"/>
                  </a:cubicBezTo>
                  <a:lnTo>
                    <a:pt x="1238" y="2101"/>
                  </a:lnTo>
                  <a:cubicBezTo>
                    <a:pt x="1181" y="2057"/>
                    <a:pt x="1227" y="1958"/>
                    <a:pt x="1251" y="1909"/>
                  </a:cubicBezTo>
                  <a:cubicBezTo>
                    <a:pt x="1285" y="1836"/>
                    <a:pt x="1312" y="1761"/>
                    <a:pt x="1345" y="1687"/>
                  </a:cubicBezTo>
                  <a:cubicBezTo>
                    <a:pt x="1429" y="1504"/>
                    <a:pt x="1512" y="1320"/>
                    <a:pt x="1595" y="1135"/>
                  </a:cubicBezTo>
                  <a:cubicBezTo>
                    <a:pt x="1681" y="946"/>
                    <a:pt x="1783" y="770"/>
                    <a:pt x="1892" y="594"/>
                  </a:cubicBezTo>
                  <a:cubicBezTo>
                    <a:pt x="1986" y="441"/>
                    <a:pt x="2137" y="329"/>
                    <a:pt x="2281" y="224"/>
                  </a:cubicBezTo>
                  <a:cubicBezTo>
                    <a:pt x="2298" y="213"/>
                    <a:pt x="2489" y="106"/>
                    <a:pt x="2493" y="106"/>
                  </a:cubicBezTo>
                  <a:cubicBezTo>
                    <a:pt x="2493" y="106"/>
                    <a:pt x="2493" y="106"/>
                    <a:pt x="2493" y="106"/>
                  </a:cubicBezTo>
                  <a:lnTo>
                    <a:pt x="2493" y="106"/>
                  </a:lnTo>
                  <a:cubicBezTo>
                    <a:pt x="2481" y="34"/>
                    <a:pt x="2364" y="1"/>
                    <a:pt x="2292" y="1"/>
                  </a:cubicBezTo>
                  <a:close/>
                  <a:moveTo>
                    <a:pt x="1238" y="2101"/>
                  </a:moveTo>
                  <a:lnTo>
                    <a:pt x="1238" y="2101"/>
                  </a:lnTo>
                  <a:cubicBezTo>
                    <a:pt x="1238" y="2101"/>
                    <a:pt x="1238" y="2101"/>
                    <a:pt x="1238" y="2101"/>
                  </a:cubicBezTo>
                  <a:cubicBezTo>
                    <a:pt x="1238" y="2101"/>
                    <a:pt x="1238" y="2101"/>
                    <a:pt x="1238" y="210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3"/>
            <p:cNvSpPr/>
            <p:nvPr/>
          </p:nvSpPr>
          <p:spPr>
            <a:xfrm>
              <a:off x="7207935" y="2888453"/>
              <a:ext cx="183" cy="92"/>
            </a:xfrm>
            <a:custGeom>
              <a:avLst/>
              <a:gdLst/>
              <a:ahLst/>
              <a:cxnLst/>
              <a:rect l="l" t="t" r="r" b="b"/>
              <a:pathLst>
                <a:path w="2" h="1" extrusionOk="0">
                  <a:moveTo>
                    <a:pt x="2" y="1"/>
                  </a:moveTo>
                  <a:lnTo>
                    <a:pt x="1" y="1"/>
                  </a:lnTo>
                  <a:cubicBezTo>
                    <a:pt x="2" y="1"/>
                    <a:pt x="2" y="1"/>
                    <a:pt x="2" y="1"/>
                  </a:cubicBezTo>
                  <a:close/>
                </a:path>
              </a:pathLst>
            </a:custGeom>
            <a:solidFill>
              <a:srgbClr val="DEB0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3"/>
            <p:cNvSpPr/>
            <p:nvPr/>
          </p:nvSpPr>
          <p:spPr>
            <a:xfrm>
              <a:off x="7126094" y="2824554"/>
              <a:ext cx="117998" cy="82754"/>
            </a:xfrm>
            <a:custGeom>
              <a:avLst/>
              <a:gdLst/>
              <a:ahLst/>
              <a:cxnLst/>
              <a:rect l="l" t="t" r="r" b="b"/>
              <a:pathLst>
                <a:path w="1289" h="904" extrusionOk="0">
                  <a:moveTo>
                    <a:pt x="187" y="1"/>
                  </a:moveTo>
                  <a:cubicBezTo>
                    <a:pt x="136" y="1"/>
                    <a:pt x="90" y="14"/>
                    <a:pt x="68" y="64"/>
                  </a:cubicBezTo>
                  <a:cubicBezTo>
                    <a:pt x="43" y="121"/>
                    <a:pt x="65" y="184"/>
                    <a:pt x="120" y="209"/>
                  </a:cubicBezTo>
                  <a:cubicBezTo>
                    <a:pt x="88" y="234"/>
                    <a:pt x="52" y="260"/>
                    <a:pt x="40" y="299"/>
                  </a:cubicBezTo>
                  <a:cubicBezTo>
                    <a:pt x="28" y="339"/>
                    <a:pt x="49" y="376"/>
                    <a:pt x="47" y="411"/>
                  </a:cubicBezTo>
                  <a:cubicBezTo>
                    <a:pt x="43" y="470"/>
                    <a:pt x="1" y="511"/>
                    <a:pt x="33" y="581"/>
                  </a:cubicBezTo>
                  <a:cubicBezTo>
                    <a:pt x="51" y="622"/>
                    <a:pt x="92" y="631"/>
                    <a:pt x="78" y="682"/>
                  </a:cubicBezTo>
                  <a:cubicBezTo>
                    <a:pt x="65" y="733"/>
                    <a:pt x="119" y="778"/>
                    <a:pt x="161" y="798"/>
                  </a:cubicBezTo>
                  <a:cubicBezTo>
                    <a:pt x="184" y="810"/>
                    <a:pt x="212" y="813"/>
                    <a:pt x="239" y="815"/>
                  </a:cubicBezTo>
                  <a:cubicBezTo>
                    <a:pt x="279" y="817"/>
                    <a:pt x="318" y="818"/>
                    <a:pt x="358" y="818"/>
                  </a:cubicBezTo>
                  <a:cubicBezTo>
                    <a:pt x="437" y="818"/>
                    <a:pt x="517" y="814"/>
                    <a:pt x="596" y="811"/>
                  </a:cubicBezTo>
                  <a:cubicBezTo>
                    <a:pt x="601" y="811"/>
                    <a:pt x="606" y="811"/>
                    <a:pt x="611" y="811"/>
                  </a:cubicBezTo>
                  <a:cubicBezTo>
                    <a:pt x="666" y="811"/>
                    <a:pt x="720" y="818"/>
                    <a:pt x="773" y="835"/>
                  </a:cubicBezTo>
                  <a:cubicBezTo>
                    <a:pt x="813" y="849"/>
                    <a:pt x="847" y="877"/>
                    <a:pt x="885" y="894"/>
                  </a:cubicBezTo>
                  <a:cubicBezTo>
                    <a:pt x="890" y="896"/>
                    <a:pt x="897" y="899"/>
                    <a:pt x="904" y="900"/>
                  </a:cubicBezTo>
                  <a:cubicBezTo>
                    <a:pt x="910" y="903"/>
                    <a:pt x="917" y="904"/>
                    <a:pt x="924" y="904"/>
                  </a:cubicBezTo>
                  <a:cubicBezTo>
                    <a:pt x="931" y="904"/>
                    <a:pt x="938" y="903"/>
                    <a:pt x="944" y="902"/>
                  </a:cubicBezTo>
                  <a:cubicBezTo>
                    <a:pt x="1032" y="888"/>
                    <a:pt x="1109" y="842"/>
                    <a:pt x="1165" y="774"/>
                  </a:cubicBezTo>
                  <a:cubicBezTo>
                    <a:pt x="1210" y="720"/>
                    <a:pt x="1289" y="610"/>
                    <a:pt x="1235" y="542"/>
                  </a:cubicBezTo>
                  <a:cubicBezTo>
                    <a:pt x="1199" y="500"/>
                    <a:pt x="1155" y="450"/>
                    <a:pt x="1108" y="421"/>
                  </a:cubicBezTo>
                  <a:cubicBezTo>
                    <a:pt x="938" y="316"/>
                    <a:pt x="843" y="112"/>
                    <a:pt x="648" y="59"/>
                  </a:cubicBezTo>
                  <a:cubicBezTo>
                    <a:pt x="601" y="46"/>
                    <a:pt x="554" y="29"/>
                    <a:pt x="506" y="16"/>
                  </a:cubicBezTo>
                  <a:cubicBezTo>
                    <a:pt x="489" y="12"/>
                    <a:pt x="471" y="11"/>
                    <a:pt x="454" y="11"/>
                  </a:cubicBezTo>
                  <a:cubicBezTo>
                    <a:pt x="419" y="11"/>
                    <a:pt x="383" y="16"/>
                    <a:pt x="348" y="16"/>
                  </a:cubicBezTo>
                  <a:cubicBezTo>
                    <a:pt x="340" y="16"/>
                    <a:pt x="332" y="16"/>
                    <a:pt x="324" y="15"/>
                  </a:cubicBezTo>
                  <a:cubicBezTo>
                    <a:pt x="285" y="12"/>
                    <a:pt x="234" y="1"/>
                    <a:pt x="1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3"/>
            <p:cNvSpPr/>
            <p:nvPr/>
          </p:nvSpPr>
          <p:spPr>
            <a:xfrm>
              <a:off x="7137995" y="2795626"/>
              <a:ext cx="68199" cy="55658"/>
            </a:xfrm>
            <a:custGeom>
              <a:avLst/>
              <a:gdLst/>
              <a:ahLst/>
              <a:cxnLst/>
              <a:rect l="l" t="t" r="r" b="b"/>
              <a:pathLst>
                <a:path w="745" h="608" extrusionOk="0">
                  <a:moveTo>
                    <a:pt x="75" y="1"/>
                  </a:moveTo>
                  <a:cubicBezTo>
                    <a:pt x="71" y="1"/>
                    <a:pt x="67" y="1"/>
                    <a:pt x="63" y="1"/>
                  </a:cubicBezTo>
                  <a:cubicBezTo>
                    <a:pt x="40" y="4"/>
                    <a:pt x="0" y="15"/>
                    <a:pt x="20" y="44"/>
                  </a:cubicBezTo>
                  <a:cubicBezTo>
                    <a:pt x="56" y="95"/>
                    <a:pt x="92" y="147"/>
                    <a:pt x="140" y="188"/>
                  </a:cubicBezTo>
                  <a:cubicBezTo>
                    <a:pt x="188" y="229"/>
                    <a:pt x="229" y="277"/>
                    <a:pt x="282" y="313"/>
                  </a:cubicBezTo>
                  <a:cubicBezTo>
                    <a:pt x="291" y="320"/>
                    <a:pt x="300" y="326"/>
                    <a:pt x="310" y="330"/>
                  </a:cubicBezTo>
                  <a:cubicBezTo>
                    <a:pt x="324" y="336"/>
                    <a:pt x="339" y="338"/>
                    <a:pt x="354" y="340"/>
                  </a:cubicBezTo>
                  <a:cubicBezTo>
                    <a:pt x="420" y="351"/>
                    <a:pt x="456" y="384"/>
                    <a:pt x="499" y="432"/>
                  </a:cubicBezTo>
                  <a:cubicBezTo>
                    <a:pt x="514" y="447"/>
                    <a:pt x="527" y="466"/>
                    <a:pt x="544" y="480"/>
                  </a:cubicBezTo>
                  <a:cubicBezTo>
                    <a:pt x="579" y="507"/>
                    <a:pt x="676" y="608"/>
                    <a:pt x="725" y="608"/>
                  </a:cubicBezTo>
                  <a:cubicBezTo>
                    <a:pt x="730" y="608"/>
                    <a:pt x="736" y="606"/>
                    <a:pt x="740" y="603"/>
                  </a:cubicBezTo>
                  <a:cubicBezTo>
                    <a:pt x="744" y="599"/>
                    <a:pt x="711" y="492"/>
                    <a:pt x="707" y="480"/>
                  </a:cubicBezTo>
                  <a:cubicBezTo>
                    <a:pt x="704" y="468"/>
                    <a:pt x="693" y="443"/>
                    <a:pt x="686" y="433"/>
                  </a:cubicBezTo>
                  <a:cubicBezTo>
                    <a:pt x="621" y="336"/>
                    <a:pt x="520" y="240"/>
                    <a:pt x="410" y="198"/>
                  </a:cubicBezTo>
                  <a:cubicBezTo>
                    <a:pt x="311" y="162"/>
                    <a:pt x="225" y="103"/>
                    <a:pt x="150" y="31"/>
                  </a:cubicBezTo>
                  <a:cubicBezTo>
                    <a:pt x="129" y="11"/>
                    <a:pt x="103" y="1"/>
                    <a:pt x="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3"/>
            <p:cNvSpPr/>
            <p:nvPr/>
          </p:nvSpPr>
          <p:spPr>
            <a:xfrm>
              <a:off x="6801763" y="2842675"/>
              <a:ext cx="57600" cy="46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3"/>
            <p:cNvSpPr/>
            <p:nvPr/>
          </p:nvSpPr>
          <p:spPr>
            <a:xfrm>
              <a:off x="6802665" y="2855680"/>
              <a:ext cx="125230" cy="47419"/>
            </a:xfrm>
            <a:custGeom>
              <a:avLst/>
              <a:gdLst/>
              <a:ahLst/>
              <a:cxnLst/>
              <a:rect l="l" t="t" r="r" b="b"/>
              <a:pathLst>
                <a:path w="1368" h="518" extrusionOk="0">
                  <a:moveTo>
                    <a:pt x="1197" y="1"/>
                  </a:moveTo>
                  <a:cubicBezTo>
                    <a:pt x="1157" y="11"/>
                    <a:pt x="1115" y="20"/>
                    <a:pt x="1073" y="27"/>
                  </a:cubicBezTo>
                  <a:cubicBezTo>
                    <a:pt x="969" y="45"/>
                    <a:pt x="870" y="54"/>
                    <a:pt x="779" y="54"/>
                  </a:cubicBezTo>
                  <a:cubicBezTo>
                    <a:pt x="693" y="54"/>
                    <a:pt x="615" y="46"/>
                    <a:pt x="547" y="31"/>
                  </a:cubicBezTo>
                  <a:lnTo>
                    <a:pt x="0" y="380"/>
                  </a:lnTo>
                  <a:cubicBezTo>
                    <a:pt x="168" y="468"/>
                    <a:pt x="398" y="518"/>
                    <a:pt x="662" y="518"/>
                  </a:cubicBezTo>
                  <a:cubicBezTo>
                    <a:pt x="793" y="518"/>
                    <a:pt x="931" y="506"/>
                    <a:pt x="1075" y="480"/>
                  </a:cubicBezTo>
                  <a:cubicBezTo>
                    <a:pt x="1176" y="464"/>
                    <a:pt x="1273" y="440"/>
                    <a:pt x="1367" y="413"/>
                  </a:cubicBezTo>
                  <a:lnTo>
                    <a:pt x="11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 name="Google Shape;911;p33"/>
          <p:cNvGrpSpPr/>
          <p:nvPr/>
        </p:nvGrpSpPr>
        <p:grpSpPr>
          <a:xfrm>
            <a:off x="141757" y="3914358"/>
            <a:ext cx="510276" cy="1011126"/>
            <a:chOff x="331179" y="148675"/>
            <a:chExt cx="557496" cy="1104693"/>
          </a:xfrm>
        </p:grpSpPr>
        <p:sp>
          <p:nvSpPr>
            <p:cNvPr id="912" name="Google Shape;912;p33"/>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3"/>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3"/>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3"/>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3"/>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3"/>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3"/>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3"/>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3"/>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3"/>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3"/>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3"/>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3"/>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3"/>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3"/>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3"/>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3"/>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3"/>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3"/>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 0">
            <a:extLst>
              <a:ext uri="{FF2B5EF4-FFF2-40B4-BE49-F238E27FC236}">
                <a16:creationId xmlns:a16="http://schemas.microsoft.com/office/drawing/2014/main" id="{6720551A-5105-0264-4473-62F4D42F2F63}"/>
              </a:ext>
            </a:extLst>
          </p:cNvPr>
          <p:cNvSpPr/>
          <p:nvPr/>
        </p:nvSpPr>
        <p:spPr>
          <a:xfrm>
            <a:off x="396895" y="103501"/>
            <a:ext cx="8959810" cy="620078"/>
          </a:xfrm>
          <a:prstGeom prst="rect">
            <a:avLst/>
          </a:prstGeom>
          <a:noFill/>
          <a:ln/>
        </p:spPr>
        <p:txBody>
          <a:bodyPr wrap="none" lIns="0" tIns="0" rIns="0" bIns="0" rtlCol="0" anchor="t"/>
          <a:lstStyle/>
          <a:p>
            <a:pPr marL="0" indent="0" algn="l">
              <a:lnSpc>
                <a:spcPts val="4850"/>
              </a:lnSpc>
              <a:buNone/>
            </a:pPr>
            <a:r>
              <a:rPr lang="en-US" sz="2800" b="1" dirty="0">
                <a:solidFill>
                  <a:schemeClr val="accent4">
                    <a:lumMod val="50000"/>
                  </a:schemeClr>
                </a:solidFill>
                <a:latin typeface="Bahnschrift SemiBold Condensed" panose="020B0502040204020203" pitchFamily="34" charset="0"/>
                <a:ea typeface="Anton" pitchFamily="34" charset="-122"/>
                <a:cs typeface="Anton" pitchFamily="34" charset="-120"/>
              </a:rPr>
              <a:t>Hạn chế của phương pháp phát hiện truyền thống</a:t>
            </a:r>
            <a:endParaRPr lang="en-US" sz="2800" b="1" dirty="0">
              <a:solidFill>
                <a:schemeClr val="accent4">
                  <a:lumMod val="50000"/>
                </a:schemeClr>
              </a:solidFill>
              <a:latin typeface="Bahnschrift SemiBold Condensed" panose="020B0502040204020203" pitchFamily="34" charset="0"/>
            </a:endParaRPr>
          </a:p>
        </p:txBody>
      </p:sp>
      <p:grpSp>
        <p:nvGrpSpPr>
          <p:cNvPr id="10" name="Group 9">
            <a:extLst>
              <a:ext uri="{FF2B5EF4-FFF2-40B4-BE49-F238E27FC236}">
                <a16:creationId xmlns:a16="http://schemas.microsoft.com/office/drawing/2014/main" id="{84FDCABD-FE8E-41F4-A2DB-A8C496B401CB}"/>
              </a:ext>
            </a:extLst>
          </p:cNvPr>
          <p:cNvGrpSpPr/>
          <p:nvPr/>
        </p:nvGrpSpPr>
        <p:grpSpPr>
          <a:xfrm>
            <a:off x="576470" y="723579"/>
            <a:ext cx="8602317" cy="1446550"/>
            <a:chOff x="576470" y="723579"/>
            <a:chExt cx="8602317" cy="1446550"/>
          </a:xfrm>
        </p:grpSpPr>
        <p:sp>
          <p:nvSpPr>
            <p:cNvPr id="7" name="Rectangle 6">
              <a:extLst>
                <a:ext uri="{FF2B5EF4-FFF2-40B4-BE49-F238E27FC236}">
                  <a16:creationId xmlns:a16="http://schemas.microsoft.com/office/drawing/2014/main" id="{707CDF2C-7157-ABFD-DD41-812E0AD54DB5}"/>
                </a:ext>
              </a:extLst>
            </p:cNvPr>
            <p:cNvSpPr/>
            <p:nvPr/>
          </p:nvSpPr>
          <p:spPr>
            <a:xfrm>
              <a:off x="576470" y="723579"/>
              <a:ext cx="8486058" cy="14465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F8983A-48FD-C848-7A41-B9AE1792BFD1}"/>
                </a:ext>
              </a:extLst>
            </p:cNvPr>
            <p:cNvSpPr txBox="1"/>
            <p:nvPr/>
          </p:nvSpPr>
          <p:spPr>
            <a:xfrm>
              <a:off x="692729" y="723579"/>
              <a:ext cx="8486058" cy="1446550"/>
            </a:xfrm>
            <a:prstGeom prst="rect">
              <a:avLst/>
            </a:prstGeom>
            <a:noFill/>
          </p:spPr>
          <p:txBody>
            <a:bodyPr wrap="square" rtlCol="0">
              <a:spAutoFit/>
            </a:bodyPr>
            <a:lstStyle/>
            <a:p>
              <a:r>
                <a:rPr lang="vi-VN" sz="1100" dirty="0">
                  <a:latin typeface="Bahnschrift Light" panose="020B0502040204020203" pitchFamily="34" charset="0"/>
                </a:rPr>
                <a:t>1. Signature-based Detection (Dựa trên chữ ký)</a:t>
              </a:r>
            </a:p>
            <a:p>
              <a:r>
                <a:rPr lang="vi-VN" sz="1100" dirty="0">
                  <a:latin typeface="Bahnschrift Light" panose="020B0502040204020203" pitchFamily="34" charset="0"/>
                </a:rPr>
                <a:t>Nguyên lý hoạt động: Hệ thống so khớp các gói tin mạng với một cơ sở dữ liệu các mẫu tấn công đã biết (signature) để xác định hành vi độc hại.</a:t>
              </a:r>
            </a:p>
            <a:p>
              <a:r>
                <a:rPr lang="vi-VN" sz="1100" dirty="0">
                  <a:latin typeface="Bahnschrift Light" panose="020B0502040204020203" pitchFamily="34" charset="0"/>
                </a:rPr>
                <a:t>Hạn chế:</a:t>
              </a:r>
            </a:p>
            <a:p>
              <a:r>
                <a:rPr lang="vi-VN" sz="1100" dirty="0">
                  <a:latin typeface="Bahnschrift Light" panose="020B0502040204020203" pitchFamily="34" charset="0"/>
                </a:rPr>
                <a:t>Không thể phát hiện các biến thể tấn công mới (Zero-day attacks) chưa có trong cơ sở dữ liệu</a:t>
              </a:r>
            </a:p>
            <a:p>
              <a:r>
                <a:rPr lang="vi-VN" sz="1100" dirty="0">
                  <a:latin typeface="Bahnschrift Light" panose="020B0502040204020203" pitchFamily="34" charset="0"/>
                </a:rPr>
                <a:t>Kẻ tấn công có thể thay đổi IP nguồn liên tục, làm cho signature trở nên vô hiệu</a:t>
              </a:r>
            </a:p>
            <a:p>
              <a:r>
                <a:rPr lang="vi-VN" sz="1100" dirty="0">
                  <a:latin typeface="Bahnschrift Light" panose="020B0502040204020203" pitchFamily="34" charset="0"/>
                </a:rPr>
                <a:t>Phải duy trì và cập nhật cơ sở dữ liệu signatures một cách thường xuyên</a:t>
              </a:r>
            </a:p>
            <a:p>
              <a:r>
                <a:rPr lang="vi-VN" sz="1100" dirty="0">
                  <a:latin typeface="Bahnschrift Light" panose="020B0502040204020203" pitchFamily="34" charset="0"/>
                </a:rPr>
                <a:t>Không hiệu quả với tấn công phân tán (distributed attacks)</a:t>
              </a:r>
              <a:endParaRPr lang="en-US" sz="1100" dirty="0">
                <a:latin typeface="Bahnschrift Light" panose="020B0502040204020203" pitchFamily="34" charset="0"/>
              </a:endParaRPr>
            </a:p>
          </p:txBody>
        </p:sp>
      </p:grpSp>
      <p:grpSp>
        <p:nvGrpSpPr>
          <p:cNvPr id="11" name="Group 10">
            <a:extLst>
              <a:ext uri="{FF2B5EF4-FFF2-40B4-BE49-F238E27FC236}">
                <a16:creationId xmlns:a16="http://schemas.microsoft.com/office/drawing/2014/main" id="{6F81D29C-CE77-5E32-DEC3-AC5568475416}"/>
              </a:ext>
            </a:extLst>
          </p:cNvPr>
          <p:cNvGrpSpPr/>
          <p:nvPr/>
        </p:nvGrpSpPr>
        <p:grpSpPr>
          <a:xfrm>
            <a:off x="576470" y="2170129"/>
            <a:ext cx="8602317" cy="1313536"/>
            <a:chOff x="576470" y="2170129"/>
            <a:chExt cx="8602317" cy="1313536"/>
          </a:xfrm>
        </p:grpSpPr>
        <p:sp>
          <p:nvSpPr>
            <p:cNvPr id="8" name="Rectangle 7">
              <a:extLst>
                <a:ext uri="{FF2B5EF4-FFF2-40B4-BE49-F238E27FC236}">
                  <a16:creationId xmlns:a16="http://schemas.microsoft.com/office/drawing/2014/main" id="{6D0F6991-4D13-E989-8B6F-DC8AB79F89F2}"/>
                </a:ext>
              </a:extLst>
            </p:cNvPr>
            <p:cNvSpPr/>
            <p:nvPr/>
          </p:nvSpPr>
          <p:spPr>
            <a:xfrm>
              <a:off x="576470" y="2170129"/>
              <a:ext cx="8486058" cy="131353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9FB0F37B-0D12-8C56-F79D-980E1BD86245}"/>
                </a:ext>
              </a:extLst>
            </p:cNvPr>
            <p:cNvSpPr txBox="1"/>
            <p:nvPr/>
          </p:nvSpPr>
          <p:spPr>
            <a:xfrm>
              <a:off x="692729" y="2170129"/>
              <a:ext cx="8486058" cy="1277273"/>
            </a:xfrm>
            <a:prstGeom prst="rect">
              <a:avLst/>
            </a:prstGeom>
            <a:noFill/>
          </p:spPr>
          <p:txBody>
            <a:bodyPr wrap="square" rtlCol="0">
              <a:spAutoFit/>
            </a:bodyPr>
            <a:lstStyle/>
            <a:p>
              <a:r>
                <a:rPr lang="vi-VN" sz="1100" dirty="0">
                  <a:latin typeface="Bahnschrift Light" panose="020B0502040204020203" pitchFamily="34" charset="0"/>
                </a:rPr>
                <a:t>2. Threshold-based Detection (Dựa trên ngưỡng)</a:t>
              </a:r>
            </a:p>
            <a:p>
              <a:r>
                <a:rPr lang="vi-VN" sz="1100" dirty="0">
                  <a:latin typeface="Bahnschrift Light" panose="020B0502040204020203" pitchFamily="34" charset="0"/>
                </a:rPr>
                <a:t>Nguyên lý hoạt động: Thiết lập các ngưỡng về tốc độ gói tin, số lượng kết nối đồng thời, hoặc tỷ lệ SYN/ACK để phát hiện bất thường.</a:t>
              </a:r>
            </a:p>
            <a:p>
              <a:r>
                <a:rPr lang="vi-VN" sz="1100" dirty="0">
                  <a:latin typeface="Bahnschrift Light" panose="020B0502040204020203" pitchFamily="34" charset="0"/>
                </a:rPr>
                <a:t>Hạn chế:</a:t>
              </a:r>
            </a:p>
            <a:p>
              <a:r>
                <a:rPr lang="vi-VN" sz="1100" dirty="0">
                  <a:latin typeface="Bahnschrift Light" panose="020B0502040204020203" pitchFamily="34" charset="0"/>
                </a:rPr>
                <a:t>Dễ gây tỷ lệ dương tính giả (False Positive) cao khi lưu lượng hợp lệ tăng đột biến</a:t>
              </a:r>
            </a:p>
            <a:p>
              <a:r>
                <a:rPr lang="vi-VN" sz="1100" dirty="0">
                  <a:latin typeface="Bahnschrift Light" panose="020B0502040204020203" pitchFamily="34" charset="0"/>
                </a:rPr>
                <a:t>Kẻ tấn công có thể điều chỉnh tốc độ để dưới ngưỡng cảnh báo</a:t>
              </a:r>
            </a:p>
            <a:p>
              <a:r>
                <a:rPr lang="vi-VN" sz="1100" dirty="0">
                  <a:latin typeface="Bahnschrift Light" panose="020B0502040204020203" pitchFamily="34" charset="0"/>
                </a:rPr>
                <a:t>Khó thiết lập ngưỡng phù hợp cho các hệ thống khác nhau</a:t>
              </a:r>
            </a:p>
            <a:p>
              <a:r>
                <a:rPr lang="vi-VN" sz="1100" dirty="0">
                  <a:latin typeface="Bahnschrift Light" panose="020B0502040204020203" pitchFamily="34" charset="0"/>
                </a:rPr>
                <a:t>Không hiệu quả với tấn công slow-rate (tấn công chậm)</a:t>
              </a:r>
              <a:endParaRPr lang="en-US" sz="1100" dirty="0">
                <a:latin typeface="Bahnschrift Light" panose="020B0502040204020203" pitchFamily="34" charset="0"/>
              </a:endParaRPr>
            </a:p>
          </p:txBody>
        </p:sp>
      </p:grpSp>
      <p:grpSp>
        <p:nvGrpSpPr>
          <p:cNvPr id="12" name="Group 11">
            <a:extLst>
              <a:ext uri="{FF2B5EF4-FFF2-40B4-BE49-F238E27FC236}">
                <a16:creationId xmlns:a16="http://schemas.microsoft.com/office/drawing/2014/main" id="{E3C140D0-9BD1-0ADF-E72F-25BC17DD9DE1}"/>
              </a:ext>
            </a:extLst>
          </p:cNvPr>
          <p:cNvGrpSpPr/>
          <p:nvPr/>
        </p:nvGrpSpPr>
        <p:grpSpPr>
          <a:xfrm>
            <a:off x="576470" y="3447402"/>
            <a:ext cx="8486058" cy="1446550"/>
            <a:chOff x="576470" y="3447402"/>
            <a:chExt cx="8486058" cy="1446550"/>
          </a:xfrm>
        </p:grpSpPr>
        <p:sp>
          <p:nvSpPr>
            <p:cNvPr id="9" name="Rectangle 8">
              <a:extLst>
                <a:ext uri="{FF2B5EF4-FFF2-40B4-BE49-F238E27FC236}">
                  <a16:creationId xmlns:a16="http://schemas.microsoft.com/office/drawing/2014/main" id="{90A707B6-8E19-4712-EF30-07A130201134}"/>
                </a:ext>
              </a:extLst>
            </p:cNvPr>
            <p:cNvSpPr/>
            <p:nvPr/>
          </p:nvSpPr>
          <p:spPr>
            <a:xfrm>
              <a:off x="576470" y="3483664"/>
              <a:ext cx="8486058" cy="1410287"/>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2FB4202-4358-5B22-B821-1000B97107C4}"/>
                </a:ext>
              </a:extLst>
            </p:cNvPr>
            <p:cNvSpPr txBox="1"/>
            <p:nvPr/>
          </p:nvSpPr>
          <p:spPr>
            <a:xfrm>
              <a:off x="704325" y="3447402"/>
              <a:ext cx="7082984" cy="1446550"/>
            </a:xfrm>
            <a:prstGeom prst="rect">
              <a:avLst/>
            </a:prstGeom>
            <a:noFill/>
          </p:spPr>
          <p:txBody>
            <a:bodyPr wrap="square" rtlCol="0">
              <a:spAutoFit/>
            </a:bodyPr>
            <a:lstStyle/>
            <a:p>
              <a:r>
                <a:rPr lang="vi-VN" sz="1100" dirty="0">
                  <a:latin typeface="Bahnschrift Light" panose="020B0502040204020203" pitchFamily="34" charset="0"/>
                </a:rPr>
                <a:t>3. Chi phí bảo trì cao</a:t>
              </a:r>
            </a:p>
            <a:p>
              <a:r>
                <a:rPr lang="vi-VN" sz="1100" dirty="0">
                  <a:latin typeface="Bahnschrift Light" panose="020B0502040204020203" pitchFamily="34" charset="0"/>
                </a:rPr>
                <a:t>Vấn đề: Các hệ thống truyền thống đòi hỏi đội ngũ chuyên gia an ninh phải liên tục cập nhật bộ quy tắc (rules), signature, và điều chỉnh ngưỡng dựa trên các mối đe dọa mới.</a:t>
              </a:r>
            </a:p>
            <a:p>
              <a:r>
                <a:rPr lang="vi-VN" sz="1100" dirty="0">
                  <a:latin typeface="Bahnschrift Light" panose="020B0502040204020203" pitchFamily="34" charset="0"/>
                </a:rPr>
                <a:t>Hệ quả:</a:t>
              </a:r>
            </a:p>
            <a:p>
              <a:r>
                <a:rPr lang="vi-VN" sz="1100" dirty="0">
                  <a:latin typeface="Bahnschrift Light" panose="020B0502040204020203" pitchFamily="34" charset="0"/>
                </a:rPr>
                <a:t>Tốn kém về nhân lực và thời gian</a:t>
              </a:r>
            </a:p>
            <a:p>
              <a:r>
                <a:rPr lang="vi-VN" sz="1100" dirty="0">
                  <a:latin typeface="Bahnschrift Light" panose="020B0502040204020203" pitchFamily="34" charset="0"/>
                </a:rPr>
                <a:t>Phản ứng chậm với các mối đe dọa mới xuất hiện</a:t>
              </a:r>
            </a:p>
            <a:p>
              <a:r>
                <a:rPr lang="vi-VN" sz="1100" dirty="0">
                  <a:latin typeface="Bahnschrift Light" panose="020B0502040204020203" pitchFamily="34" charset="0"/>
                </a:rPr>
                <a:t>Phụ thuộc vào kiến thức và kinh nghiệm của con người</a:t>
              </a:r>
            </a:p>
            <a:p>
              <a:r>
                <a:rPr lang="vi-VN" sz="1100" dirty="0">
                  <a:latin typeface="Bahnschrift Light" panose="020B0502040204020203" pitchFamily="34" charset="0"/>
                </a:rPr>
                <a:t>Khó mở rộng quy mô</a:t>
              </a:r>
              <a:endParaRPr lang="en-US" sz="1100" dirty="0">
                <a:latin typeface="Bahnschrift Light" panose="020B0502040204020203"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0"/>
        <p:cNvGrpSpPr/>
        <p:nvPr/>
      </p:nvGrpSpPr>
      <p:grpSpPr>
        <a:xfrm>
          <a:off x="0" y="0"/>
          <a:ext cx="0" cy="0"/>
          <a:chOff x="0" y="0"/>
          <a:chExt cx="0" cy="0"/>
        </a:xfrm>
      </p:grpSpPr>
      <p:sp>
        <p:nvSpPr>
          <p:cNvPr id="441" name="Google Shape;441;p31"/>
          <p:cNvSpPr txBox="1">
            <a:spLocks noGrp="1"/>
          </p:cNvSpPr>
          <p:nvPr>
            <p:ph type="title"/>
          </p:nvPr>
        </p:nvSpPr>
        <p:spPr>
          <a:xfrm>
            <a:off x="1457550" y="2257625"/>
            <a:ext cx="6228900" cy="841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solidFill>
                  <a:schemeClr val="lt2"/>
                </a:solidFill>
                <a:latin typeface="Bahnschrift SemiBold Condensed" panose="020B0502040204020203" pitchFamily="34" charset="0"/>
              </a:rPr>
              <a:t>CƠ SỞ LÝ THUYẾT</a:t>
            </a:r>
            <a:endParaRPr dirty="0">
              <a:solidFill>
                <a:schemeClr val="lt2"/>
              </a:solidFill>
              <a:latin typeface="Bahnschrift SemiBold Condensed" panose="020B0502040204020203" pitchFamily="34" charset="0"/>
            </a:endParaRPr>
          </a:p>
        </p:txBody>
      </p:sp>
      <p:sp>
        <p:nvSpPr>
          <p:cNvPr id="442" name="Google Shape;442;p31"/>
          <p:cNvSpPr txBox="1">
            <a:spLocks noGrp="1"/>
          </p:cNvSpPr>
          <p:nvPr>
            <p:ph type="title" idx="2"/>
          </p:nvPr>
        </p:nvSpPr>
        <p:spPr>
          <a:xfrm>
            <a:off x="3989850" y="1146375"/>
            <a:ext cx="11643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02</a:t>
            </a:r>
            <a:endParaRPr dirty="0"/>
          </a:p>
        </p:txBody>
      </p:sp>
      <p:cxnSp>
        <p:nvCxnSpPr>
          <p:cNvPr id="444" name="Google Shape;444;p31"/>
          <p:cNvCxnSpPr/>
          <p:nvPr/>
        </p:nvCxnSpPr>
        <p:spPr>
          <a:xfrm rot="10800000" flipH="1">
            <a:off x="1459800" y="2182600"/>
            <a:ext cx="6224400" cy="4200"/>
          </a:xfrm>
          <a:prstGeom prst="straightConnector1">
            <a:avLst/>
          </a:prstGeom>
          <a:noFill/>
          <a:ln w="19050" cap="flat" cmpd="sng">
            <a:solidFill>
              <a:schemeClr val="lt2"/>
            </a:solidFill>
            <a:prstDash val="solid"/>
            <a:round/>
            <a:headEnd type="none" w="med" len="med"/>
            <a:tailEnd type="none" w="med" len="med"/>
          </a:ln>
        </p:spPr>
      </p:cxnSp>
      <p:grpSp>
        <p:nvGrpSpPr>
          <p:cNvPr id="445" name="Google Shape;445;p31"/>
          <p:cNvGrpSpPr/>
          <p:nvPr/>
        </p:nvGrpSpPr>
        <p:grpSpPr>
          <a:xfrm flipH="1">
            <a:off x="6995075" y="3099425"/>
            <a:ext cx="2008513" cy="2044060"/>
            <a:chOff x="179950" y="3099425"/>
            <a:chExt cx="2008513" cy="2044060"/>
          </a:xfrm>
        </p:grpSpPr>
        <p:sp>
          <p:nvSpPr>
            <p:cNvPr id="446" name="Google Shape;446;p31"/>
            <p:cNvSpPr/>
            <p:nvPr/>
          </p:nvSpPr>
          <p:spPr>
            <a:xfrm>
              <a:off x="1261816" y="3529373"/>
              <a:ext cx="406222" cy="246284"/>
            </a:xfrm>
            <a:custGeom>
              <a:avLst/>
              <a:gdLst/>
              <a:ahLst/>
              <a:cxnLst/>
              <a:rect l="l" t="t" r="r" b="b"/>
              <a:pathLst>
                <a:path w="8854" h="5368" extrusionOk="0">
                  <a:moveTo>
                    <a:pt x="7837" y="0"/>
                  </a:moveTo>
                  <a:cubicBezTo>
                    <a:pt x="7813" y="0"/>
                    <a:pt x="7791" y="6"/>
                    <a:pt x="7771" y="19"/>
                  </a:cubicBezTo>
                  <a:lnTo>
                    <a:pt x="6856" y="547"/>
                  </a:lnTo>
                  <a:cubicBezTo>
                    <a:pt x="6829" y="561"/>
                    <a:pt x="6820" y="578"/>
                    <a:pt x="6828" y="597"/>
                  </a:cubicBezTo>
                  <a:cubicBezTo>
                    <a:pt x="6837" y="618"/>
                    <a:pt x="6852" y="633"/>
                    <a:pt x="6874" y="646"/>
                  </a:cubicBezTo>
                  <a:cubicBezTo>
                    <a:pt x="6901" y="662"/>
                    <a:pt x="6932" y="672"/>
                    <a:pt x="6964" y="675"/>
                  </a:cubicBezTo>
                  <a:cubicBezTo>
                    <a:pt x="6970" y="676"/>
                    <a:pt x="6976" y="676"/>
                    <a:pt x="6982" y="676"/>
                  </a:cubicBezTo>
                  <a:cubicBezTo>
                    <a:pt x="7007" y="676"/>
                    <a:pt x="7030" y="670"/>
                    <a:pt x="7050" y="658"/>
                  </a:cubicBezTo>
                  <a:lnTo>
                    <a:pt x="7391" y="461"/>
                  </a:lnTo>
                  <a:lnTo>
                    <a:pt x="8591" y="1155"/>
                  </a:lnTo>
                  <a:cubicBezTo>
                    <a:pt x="8606" y="1163"/>
                    <a:pt x="8625" y="1167"/>
                    <a:pt x="8646" y="1167"/>
                  </a:cubicBezTo>
                  <a:cubicBezTo>
                    <a:pt x="8657" y="1167"/>
                    <a:pt x="8668" y="1166"/>
                    <a:pt x="8680" y="1164"/>
                  </a:cubicBezTo>
                  <a:cubicBezTo>
                    <a:pt x="8716" y="1156"/>
                    <a:pt x="8749" y="1145"/>
                    <a:pt x="8778" y="1128"/>
                  </a:cubicBezTo>
                  <a:cubicBezTo>
                    <a:pt x="8808" y="1111"/>
                    <a:pt x="8829" y="1092"/>
                    <a:pt x="8841" y="1070"/>
                  </a:cubicBezTo>
                  <a:cubicBezTo>
                    <a:pt x="8854" y="1050"/>
                    <a:pt x="8848" y="1032"/>
                    <a:pt x="8826" y="1020"/>
                  </a:cubicBezTo>
                  <a:lnTo>
                    <a:pt x="7625" y="326"/>
                  </a:lnTo>
                  <a:lnTo>
                    <a:pt x="7964" y="130"/>
                  </a:lnTo>
                  <a:cubicBezTo>
                    <a:pt x="7989" y="117"/>
                    <a:pt x="7999" y="100"/>
                    <a:pt x="7991" y="81"/>
                  </a:cubicBezTo>
                  <a:cubicBezTo>
                    <a:pt x="7985" y="61"/>
                    <a:pt x="7968" y="43"/>
                    <a:pt x="7942" y="29"/>
                  </a:cubicBezTo>
                  <a:cubicBezTo>
                    <a:pt x="7919" y="15"/>
                    <a:pt x="7891" y="6"/>
                    <a:pt x="7858" y="2"/>
                  </a:cubicBezTo>
                  <a:cubicBezTo>
                    <a:pt x="7851" y="1"/>
                    <a:pt x="7844" y="0"/>
                    <a:pt x="7837" y="0"/>
                  </a:cubicBezTo>
                  <a:close/>
                  <a:moveTo>
                    <a:pt x="6986" y="1062"/>
                  </a:moveTo>
                  <a:cubicBezTo>
                    <a:pt x="6981" y="1062"/>
                    <a:pt x="6975" y="1062"/>
                    <a:pt x="6970" y="1063"/>
                  </a:cubicBezTo>
                  <a:cubicBezTo>
                    <a:pt x="6927" y="1065"/>
                    <a:pt x="6894" y="1073"/>
                    <a:pt x="6871" y="1086"/>
                  </a:cubicBezTo>
                  <a:cubicBezTo>
                    <a:pt x="6856" y="1094"/>
                    <a:pt x="6847" y="1102"/>
                    <a:pt x="6846" y="1110"/>
                  </a:cubicBezTo>
                  <a:lnTo>
                    <a:pt x="6611" y="1644"/>
                  </a:lnTo>
                  <a:cubicBezTo>
                    <a:pt x="6606" y="1658"/>
                    <a:pt x="6606" y="1673"/>
                    <a:pt x="6614" y="1686"/>
                  </a:cubicBezTo>
                  <a:cubicBezTo>
                    <a:pt x="6621" y="1700"/>
                    <a:pt x="6631" y="1711"/>
                    <a:pt x="6644" y="1719"/>
                  </a:cubicBezTo>
                  <a:cubicBezTo>
                    <a:pt x="6658" y="1727"/>
                    <a:pt x="6676" y="1733"/>
                    <a:pt x="6699" y="1736"/>
                  </a:cubicBezTo>
                  <a:cubicBezTo>
                    <a:pt x="6712" y="1738"/>
                    <a:pt x="6725" y="1739"/>
                    <a:pt x="6740" y="1739"/>
                  </a:cubicBezTo>
                  <a:cubicBezTo>
                    <a:pt x="6751" y="1739"/>
                    <a:pt x="6762" y="1738"/>
                    <a:pt x="6773" y="1737"/>
                  </a:cubicBezTo>
                  <a:lnTo>
                    <a:pt x="7697" y="1601"/>
                  </a:lnTo>
                  <a:cubicBezTo>
                    <a:pt x="7710" y="1600"/>
                    <a:pt x="7723" y="1595"/>
                    <a:pt x="7738" y="1587"/>
                  </a:cubicBezTo>
                  <a:cubicBezTo>
                    <a:pt x="7762" y="1574"/>
                    <a:pt x="7776" y="1555"/>
                    <a:pt x="7781" y="1530"/>
                  </a:cubicBezTo>
                  <a:cubicBezTo>
                    <a:pt x="7785" y="1506"/>
                    <a:pt x="7774" y="1485"/>
                    <a:pt x="7746" y="1469"/>
                  </a:cubicBezTo>
                  <a:cubicBezTo>
                    <a:pt x="7725" y="1458"/>
                    <a:pt x="7704" y="1452"/>
                    <a:pt x="7681" y="1452"/>
                  </a:cubicBezTo>
                  <a:cubicBezTo>
                    <a:pt x="7672" y="1452"/>
                    <a:pt x="7664" y="1453"/>
                    <a:pt x="7655" y="1454"/>
                  </a:cubicBezTo>
                  <a:lnTo>
                    <a:pt x="6916" y="1562"/>
                  </a:lnTo>
                  <a:lnTo>
                    <a:pt x="7102" y="1136"/>
                  </a:lnTo>
                  <a:cubicBezTo>
                    <a:pt x="7111" y="1115"/>
                    <a:pt x="7102" y="1097"/>
                    <a:pt x="7077" y="1083"/>
                  </a:cubicBezTo>
                  <a:cubicBezTo>
                    <a:pt x="7052" y="1069"/>
                    <a:pt x="7022" y="1062"/>
                    <a:pt x="6986" y="1062"/>
                  </a:cubicBezTo>
                  <a:close/>
                  <a:moveTo>
                    <a:pt x="6125" y="1945"/>
                  </a:moveTo>
                  <a:cubicBezTo>
                    <a:pt x="6162" y="1945"/>
                    <a:pt x="6199" y="1955"/>
                    <a:pt x="6236" y="1976"/>
                  </a:cubicBezTo>
                  <a:lnTo>
                    <a:pt x="6532" y="2147"/>
                  </a:lnTo>
                  <a:cubicBezTo>
                    <a:pt x="6574" y="2171"/>
                    <a:pt x="6592" y="2195"/>
                    <a:pt x="6585" y="2221"/>
                  </a:cubicBezTo>
                  <a:cubicBezTo>
                    <a:pt x="6579" y="2246"/>
                    <a:pt x="6554" y="2271"/>
                    <a:pt x="6512" y="2296"/>
                  </a:cubicBezTo>
                  <a:cubicBezTo>
                    <a:pt x="6469" y="2320"/>
                    <a:pt x="6426" y="2334"/>
                    <a:pt x="6383" y="2337"/>
                  </a:cubicBezTo>
                  <a:cubicBezTo>
                    <a:pt x="6378" y="2338"/>
                    <a:pt x="6373" y="2338"/>
                    <a:pt x="6368" y="2338"/>
                  </a:cubicBezTo>
                  <a:cubicBezTo>
                    <a:pt x="6331" y="2338"/>
                    <a:pt x="6293" y="2327"/>
                    <a:pt x="6257" y="2306"/>
                  </a:cubicBezTo>
                  <a:lnTo>
                    <a:pt x="5960" y="2135"/>
                  </a:lnTo>
                  <a:cubicBezTo>
                    <a:pt x="5919" y="2111"/>
                    <a:pt x="5901" y="2086"/>
                    <a:pt x="5907" y="2061"/>
                  </a:cubicBezTo>
                  <a:cubicBezTo>
                    <a:pt x="5913" y="2037"/>
                    <a:pt x="5936" y="2012"/>
                    <a:pt x="5979" y="1987"/>
                  </a:cubicBezTo>
                  <a:cubicBezTo>
                    <a:pt x="6022" y="1963"/>
                    <a:pt x="6065" y="1949"/>
                    <a:pt x="6108" y="1945"/>
                  </a:cubicBezTo>
                  <a:cubicBezTo>
                    <a:pt x="6114" y="1945"/>
                    <a:pt x="6119" y="1945"/>
                    <a:pt x="6125" y="1945"/>
                  </a:cubicBezTo>
                  <a:close/>
                  <a:moveTo>
                    <a:pt x="6163" y="1821"/>
                  </a:moveTo>
                  <a:cubicBezTo>
                    <a:pt x="6147" y="1821"/>
                    <a:pt x="6132" y="1822"/>
                    <a:pt x="6116" y="1824"/>
                  </a:cubicBezTo>
                  <a:cubicBezTo>
                    <a:pt x="6071" y="1827"/>
                    <a:pt x="6025" y="1837"/>
                    <a:pt x="5980" y="1854"/>
                  </a:cubicBezTo>
                  <a:cubicBezTo>
                    <a:pt x="5935" y="1870"/>
                    <a:pt x="5891" y="1890"/>
                    <a:pt x="5851" y="1914"/>
                  </a:cubicBezTo>
                  <a:cubicBezTo>
                    <a:pt x="5765" y="1962"/>
                    <a:pt x="5713" y="2014"/>
                    <a:pt x="5694" y="2068"/>
                  </a:cubicBezTo>
                  <a:cubicBezTo>
                    <a:pt x="5675" y="2123"/>
                    <a:pt x="5710" y="2176"/>
                    <a:pt x="5800" y="2228"/>
                  </a:cubicBezTo>
                  <a:lnTo>
                    <a:pt x="6096" y="2399"/>
                  </a:lnTo>
                  <a:cubicBezTo>
                    <a:pt x="6141" y="2425"/>
                    <a:pt x="6187" y="2443"/>
                    <a:pt x="6235" y="2452"/>
                  </a:cubicBezTo>
                  <a:cubicBezTo>
                    <a:pt x="6268" y="2458"/>
                    <a:pt x="6301" y="2461"/>
                    <a:pt x="6333" y="2461"/>
                  </a:cubicBezTo>
                  <a:cubicBezTo>
                    <a:pt x="6346" y="2461"/>
                    <a:pt x="6360" y="2461"/>
                    <a:pt x="6373" y="2460"/>
                  </a:cubicBezTo>
                  <a:cubicBezTo>
                    <a:pt x="6419" y="2455"/>
                    <a:pt x="6464" y="2445"/>
                    <a:pt x="6509" y="2430"/>
                  </a:cubicBezTo>
                  <a:cubicBezTo>
                    <a:pt x="6553" y="2414"/>
                    <a:pt x="6597" y="2394"/>
                    <a:pt x="6640" y="2370"/>
                  </a:cubicBezTo>
                  <a:cubicBezTo>
                    <a:pt x="6682" y="2346"/>
                    <a:pt x="6715" y="2320"/>
                    <a:pt x="6744" y="2294"/>
                  </a:cubicBezTo>
                  <a:cubicBezTo>
                    <a:pt x="6772" y="2269"/>
                    <a:pt x="6789" y="2241"/>
                    <a:pt x="6797" y="2216"/>
                  </a:cubicBezTo>
                  <a:cubicBezTo>
                    <a:pt x="6803" y="2189"/>
                    <a:pt x="6799" y="2163"/>
                    <a:pt x="6783" y="2136"/>
                  </a:cubicBezTo>
                  <a:cubicBezTo>
                    <a:pt x="6767" y="2109"/>
                    <a:pt x="6736" y="2082"/>
                    <a:pt x="6691" y="2056"/>
                  </a:cubicBezTo>
                  <a:lnTo>
                    <a:pt x="6395" y="1885"/>
                  </a:lnTo>
                  <a:cubicBezTo>
                    <a:pt x="6348" y="1858"/>
                    <a:pt x="6302" y="1841"/>
                    <a:pt x="6256" y="1830"/>
                  </a:cubicBezTo>
                  <a:cubicBezTo>
                    <a:pt x="6224" y="1824"/>
                    <a:pt x="6193" y="1821"/>
                    <a:pt x="6163" y="1821"/>
                  </a:cubicBezTo>
                  <a:close/>
                  <a:moveTo>
                    <a:pt x="4470" y="2114"/>
                  </a:moveTo>
                  <a:cubicBezTo>
                    <a:pt x="4508" y="2114"/>
                    <a:pt x="4545" y="2124"/>
                    <a:pt x="4580" y="2145"/>
                  </a:cubicBezTo>
                  <a:lnTo>
                    <a:pt x="4878" y="2316"/>
                  </a:lnTo>
                  <a:cubicBezTo>
                    <a:pt x="4919" y="2339"/>
                    <a:pt x="4936" y="2364"/>
                    <a:pt x="4931" y="2389"/>
                  </a:cubicBezTo>
                  <a:cubicBezTo>
                    <a:pt x="4924" y="2415"/>
                    <a:pt x="4899" y="2440"/>
                    <a:pt x="4857" y="2464"/>
                  </a:cubicBezTo>
                  <a:cubicBezTo>
                    <a:pt x="4815" y="2488"/>
                    <a:pt x="4772" y="2503"/>
                    <a:pt x="4729" y="2506"/>
                  </a:cubicBezTo>
                  <a:cubicBezTo>
                    <a:pt x="4725" y="2506"/>
                    <a:pt x="4721" y="2506"/>
                    <a:pt x="4717" y="2506"/>
                  </a:cubicBezTo>
                  <a:cubicBezTo>
                    <a:pt x="4679" y="2506"/>
                    <a:pt x="4640" y="2496"/>
                    <a:pt x="4602" y="2475"/>
                  </a:cubicBezTo>
                  <a:lnTo>
                    <a:pt x="4306" y="2303"/>
                  </a:lnTo>
                  <a:cubicBezTo>
                    <a:pt x="4264" y="2280"/>
                    <a:pt x="4246" y="2255"/>
                    <a:pt x="4252" y="2230"/>
                  </a:cubicBezTo>
                  <a:cubicBezTo>
                    <a:pt x="4257" y="2205"/>
                    <a:pt x="4281" y="2181"/>
                    <a:pt x="4324" y="2156"/>
                  </a:cubicBezTo>
                  <a:cubicBezTo>
                    <a:pt x="4366" y="2132"/>
                    <a:pt x="4409" y="2118"/>
                    <a:pt x="4453" y="2114"/>
                  </a:cubicBezTo>
                  <a:cubicBezTo>
                    <a:pt x="4459" y="2114"/>
                    <a:pt x="4464" y="2114"/>
                    <a:pt x="4470" y="2114"/>
                  </a:cubicBezTo>
                  <a:close/>
                  <a:moveTo>
                    <a:pt x="4503" y="1990"/>
                  </a:moveTo>
                  <a:cubicBezTo>
                    <a:pt x="4489" y="1990"/>
                    <a:pt x="4476" y="1991"/>
                    <a:pt x="4462" y="1992"/>
                  </a:cubicBezTo>
                  <a:cubicBezTo>
                    <a:pt x="4416" y="1996"/>
                    <a:pt x="4371" y="2006"/>
                    <a:pt x="4325" y="2022"/>
                  </a:cubicBezTo>
                  <a:cubicBezTo>
                    <a:pt x="4280" y="2039"/>
                    <a:pt x="4237" y="2058"/>
                    <a:pt x="4195" y="2082"/>
                  </a:cubicBezTo>
                  <a:cubicBezTo>
                    <a:pt x="4111" y="2131"/>
                    <a:pt x="4058" y="2183"/>
                    <a:pt x="4039" y="2237"/>
                  </a:cubicBezTo>
                  <a:cubicBezTo>
                    <a:pt x="4020" y="2292"/>
                    <a:pt x="4056" y="2345"/>
                    <a:pt x="4145" y="2396"/>
                  </a:cubicBezTo>
                  <a:lnTo>
                    <a:pt x="4442" y="2568"/>
                  </a:lnTo>
                  <a:cubicBezTo>
                    <a:pt x="4487" y="2594"/>
                    <a:pt x="4533" y="2612"/>
                    <a:pt x="4579" y="2621"/>
                  </a:cubicBezTo>
                  <a:cubicBezTo>
                    <a:pt x="4613" y="2627"/>
                    <a:pt x="4646" y="2630"/>
                    <a:pt x="4679" y="2630"/>
                  </a:cubicBezTo>
                  <a:cubicBezTo>
                    <a:pt x="4692" y="2630"/>
                    <a:pt x="4705" y="2630"/>
                    <a:pt x="4719" y="2629"/>
                  </a:cubicBezTo>
                  <a:cubicBezTo>
                    <a:pt x="4764" y="2624"/>
                    <a:pt x="4810" y="2614"/>
                    <a:pt x="4854" y="2598"/>
                  </a:cubicBezTo>
                  <a:cubicBezTo>
                    <a:pt x="4899" y="2583"/>
                    <a:pt x="4943" y="2562"/>
                    <a:pt x="4985" y="2538"/>
                  </a:cubicBezTo>
                  <a:cubicBezTo>
                    <a:pt x="5026" y="2514"/>
                    <a:pt x="5061" y="2489"/>
                    <a:pt x="5088" y="2463"/>
                  </a:cubicBezTo>
                  <a:cubicBezTo>
                    <a:pt x="5116" y="2437"/>
                    <a:pt x="5134" y="2410"/>
                    <a:pt x="5141" y="2385"/>
                  </a:cubicBezTo>
                  <a:cubicBezTo>
                    <a:pt x="5148" y="2357"/>
                    <a:pt x="5143" y="2332"/>
                    <a:pt x="5128" y="2305"/>
                  </a:cubicBezTo>
                  <a:cubicBezTo>
                    <a:pt x="5112" y="2278"/>
                    <a:pt x="5082" y="2251"/>
                    <a:pt x="5036" y="2225"/>
                  </a:cubicBezTo>
                  <a:lnTo>
                    <a:pt x="4739" y="2053"/>
                  </a:lnTo>
                  <a:cubicBezTo>
                    <a:pt x="4694" y="2026"/>
                    <a:pt x="4648" y="2008"/>
                    <a:pt x="4601" y="1999"/>
                  </a:cubicBezTo>
                  <a:cubicBezTo>
                    <a:pt x="4568" y="1993"/>
                    <a:pt x="4535" y="1990"/>
                    <a:pt x="4503" y="1990"/>
                  </a:cubicBezTo>
                  <a:close/>
                  <a:moveTo>
                    <a:pt x="5110" y="1499"/>
                  </a:moveTo>
                  <a:cubicBezTo>
                    <a:pt x="5103" y="1499"/>
                    <a:pt x="5097" y="1500"/>
                    <a:pt x="5089" y="1501"/>
                  </a:cubicBezTo>
                  <a:cubicBezTo>
                    <a:pt x="5055" y="1504"/>
                    <a:pt x="5027" y="1512"/>
                    <a:pt x="5005" y="1524"/>
                  </a:cubicBezTo>
                  <a:cubicBezTo>
                    <a:pt x="4991" y="1532"/>
                    <a:pt x="4982" y="1541"/>
                    <a:pt x="4976" y="1551"/>
                  </a:cubicBezTo>
                  <a:cubicBezTo>
                    <a:pt x="4969" y="1561"/>
                    <a:pt x="4969" y="1571"/>
                    <a:pt x="4975" y="1584"/>
                  </a:cubicBezTo>
                  <a:lnTo>
                    <a:pt x="5640" y="2901"/>
                  </a:lnTo>
                  <a:cubicBezTo>
                    <a:pt x="5643" y="2909"/>
                    <a:pt x="5650" y="2917"/>
                    <a:pt x="5660" y="2923"/>
                  </a:cubicBezTo>
                  <a:cubicBezTo>
                    <a:pt x="5678" y="2933"/>
                    <a:pt x="5700" y="2939"/>
                    <a:pt x="5728" y="2939"/>
                  </a:cubicBezTo>
                  <a:cubicBezTo>
                    <a:pt x="5731" y="2939"/>
                    <a:pt x="5733" y="2939"/>
                    <a:pt x="5736" y="2939"/>
                  </a:cubicBezTo>
                  <a:cubicBezTo>
                    <a:pt x="5767" y="2939"/>
                    <a:pt x="5795" y="2931"/>
                    <a:pt x="5821" y="2916"/>
                  </a:cubicBezTo>
                  <a:cubicBezTo>
                    <a:pt x="5837" y="2907"/>
                    <a:pt x="5848" y="2897"/>
                    <a:pt x="5855" y="2886"/>
                  </a:cubicBezTo>
                  <a:cubicBezTo>
                    <a:pt x="5862" y="2873"/>
                    <a:pt x="5862" y="2862"/>
                    <a:pt x="5857" y="2851"/>
                  </a:cubicBezTo>
                  <a:lnTo>
                    <a:pt x="5200" y="1538"/>
                  </a:lnTo>
                  <a:cubicBezTo>
                    <a:pt x="5194" y="1530"/>
                    <a:pt x="5186" y="1522"/>
                    <a:pt x="5174" y="1515"/>
                  </a:cubicBezTo>
                  <a:cubicBezTo>
                    <a:pt x="5156" y="1505"/>
                    <a:pt x="5135" y="1499"/>
                    <a:pt x="5110" y="1499"/>
                  </a:cubicBezTo>
                  <a:close/>
                  <a:moveTo>
                    <a:pt x="3296" y="2850"/>
                  </a:moveTo>
                  <a:lnTo>
                    <a:pt x="3660" y="3060"/>
                  </a:lnTo>
                  <a:cubicBezTo>
                    <a:pt x="3621" y="3071"/>
                    <a:pt x="3584" y="3082"/>
                    <a:pt x="3547" y="3089"/>
                  </a:cubicBezTo>
                  <a:cubicBezTo>
                    <a:pt x="3510" y="3098"/>
                    <a:pt x="3475" y="3104"/>
                    <a:pt x="3441" y="3106"/>
                  </a:cubicBezTo>
                  <a:cubicBezTo>
                    <a:pt x="3430" y="3107"/>
                    <a:pt x="3419" y="3107"/>
                    <a:pt x="3409" y="3107"/>
                  </a:cubicBezTo>
                  <a:cubicBezTo>
                    <a:pt x="3386" y="3107"/>
                    <a:pt x="3363" y="3106"/>
                    <a:pt x="3342" y="3102"/>
                  </a:cubicBezTo>
                  <a:cubicBezTo>
                    <a:pt x="3310" y="3096"/>
                    <a:pt x="3281" y="3085"/>
                    <a:pt x="3253" y="3069"/>
                  </a:cubicBezTo>
                  <a:cubicBezTo>
                    <a:pt x="3200" y="3039"/>
                    <a:pt x="3181" y="3005"/>
                    <a:pt x="3193" y="2967"/>
                  </a:cubicBezTo>
                  <a:cubicBezTo>
                    <a:pt x="3207" y="2928"/>
                    <a:pt x="3240" y="2889"/>
                    <a:pt x="3296" y="2850"/>
                  </a:cubicBezTo>
                  <a:close/>
                  <a:moveTo>
                    <a:pt x="4260" y="3118"/>
                  </a:moveTo>
                  <a:cubicBezTo>
                    <a:pt x="4325" y="3118"/>
                    <a:pt x="4385" y="3135"/>
                    <a:pt x="4442" y="3168"/>
                  </a:cubicBezTo>
                  <a:cubicBezTo>
                    <a:pt x="4500" y="3202"/>
                    <a:pt x="4528" y="3237"/>
                    <a:pt x="4525" y="3276"/>
                  </a:cubicBezTo>
                  <a:cubicBezTo>
                    <a:pt x="4522" y="3315"/>
                    <a:pt x="4496" y="3354"/>
                    <a:pt x="4448" y="3395"/>
                  </a:cubicBezTo>
                  <a:lnTo>
                    <a:pt x="4024" y="3150"/>
                  </a:lnTo>
                  <a:cubicBezTo>
                    <a:pt x="4100" y="3132"/>
                    <a:pt x="4173" y="3121"/>
                    <a:pt x="4243" y="3119"/>
                  </a:cubicBezTo>
                  <a:cubicBezTo>
                    <a:pt x="4249" y="3118"/>
                    <a:pt x="4254" y="3118"/>
                    <a:pt x="4260" y="3118"/>
                  </a:cubicBezTo>
                  <a:close/>
                  <a:moveTo>
                    <a:pt x="3649" y="2530"/>
                  </a:moveTo>
                  <a:cubicBezTo>
                    <a:pt x="3643" y="2530"/>
                    <a:pt x="3637" y="2531"/>
                    <a:pt x="3630" y="2531"/>
                  </a:cubicBezTo>
                  <a:cubicBezTo>
                    <a:pt x="3588" y="2534"/>
                    <a:pt x="3543" y="2543"/>
                    <a:pt x="3496" y="2558"/>
                  </a:cubicBezTo>
                  <a:cubicBezTo>
                    <a:pt x="3449" y="2571"/>
                    <a:pt x="3401" y="2589"/>
                    <a:pt x="3353" y="2611"/>
                  </a:cubicBezTo>
                  <a:cubicBezTo>
                    <a:pt x="3303" y="2631"/>
                    <a:pt x="3261" y="2653"/>
                    <a:pt x="3225" y="2674"/>
                  </a:cubicBezTo>
                  <a:lnTo>
                    <a:pt x="3169" y="2642"/>
                  </a:lnTo>
                  <a:cubicBezTo>
                    <a:pt x="3161" y="2637"/>
                    <a:pt x="3149" y="2635"/>
                    <a:pt x="3133" y="2635"/>
                  </a:cubicBezTo>
                  <a:cubicBezTo>
                    <a:pt x="3128" y="2635"/>
                    <a:pt x="3122" y="2635"/>
                    <a:pt x="3117" y="2636"/>
                  </a:cubicBezTo>
                  <a:cubicBezTo>
                    <a:pt x="3093" y="2638"/>
                    <a:pt x="3074" y="2645"/>
                    <a:pt x="3057" y="2654"/>
                  </a:cubicBezTo>
                  <a:cubicBezTo>
                    <a:pt x="3038" y="2665"/>
                    <a:pt x="3028" y="2676"/>
                    <a:pt x="3025" y="2689"/>
                  </a:cubicBezTo>
                  <a:cubicBezTo>
                    <a:pt x="3023" y="2701"/>
                    <a:pt x="3028" y="2710"/>
                    <a:pt x="3039" y="2717"/>
                  </a:cubicBezTo>
                  <a:lnTo>
                    <a:pt x="3097" y="2750"/>
                  </a:lnTo>
                  <a:cubicBezTo>
                    <a:pt x="3050" y="2784"/>
                    <a:pt x="3008" y="2820"/>
                    <a:pt x="2975" y="2857"/>
                  </a:cubicBezTo>
                  <a:cubicBezTo>
                    <a:pt x="2940" y="2896"/>
                    <a:pt x="2918" y="2934"/>
                    <a:pt x="2909" y="2973"/>
                  </a:cubicBezTo>
                  <a:cubicBezTo>
                    <a:pt x="2900" y="3014"/>
                    <a:pt x="2906" y="3053"/>
                    <a:pt x="2927" y="3093"/>
                  </a:cubicBezTo>
                  <a:cubicBezTo>
                    <a:pt x="2948" y="3133"/>
                    <a:pt x="2989" y="3172"/>
                    <a:pt x="3052" y="3208"/>
                  </a:cubicBezTo>
                  <a:cubicBezTo>
                    <a:pt x="3117" y="3245"/>
                    <a:pt x="3182" y="3268"/>
                    <a:pt x="3249" y="3279"/>
                  </a:cubicBezTo>
                  <a:cubicBezTo>
                    <a:pt x="3293" y="3285"/>
                    <a:pt x="3337" y="3288"/>
                    <a:pt x="3381" y="3288"/>
                  </a:cubicBezTo>
                  <a:cubicBezTo>
                    <a:pt x="3405" y="3288"/>
                    <a:pt x="3430" y="3287"/>
                    <a:pt x="3454" y="3285"/>
                  </a:cubicBezTo>
                  <a:cubicBezTo>
                    <a:pt x="3524" y="3279"/>
                    <a:pt x="3593" y="3267"/>
                    <a:pt x="3662" y="3249"/>
                  </a:cubicBezTo>
                  <a:cubicBezTo>
                    <a:pt x="3730" y="3231"/>
                    <a:pt x="3798" y="3212"/>
                    <a:pt x="3863" y="3193"/>
                  </a:cubicBezTo>
                  <a:lnTo>
                    <a:pt x="4334" y="3464"/>
                  </a:lnTo>
                  <a:cubicBezTo>
                    <a:pt x="4274" y="3495"/>
                    <a:pt x="4218" y="3515"/>
                    <a:pt x="4164" y="3527"/>
                  </a:cubicBezTo>
                  <a:cubicBezTo>
                    <a:pt x="4110" y="3540"/>
                    <a:pt x="4059" y="3548"/>
                    <a:pt x="4014" y="3552"/>
                  </a:cubicBezTo>
                  <a:cubicBezTo>
                    <a:pt x="3969" y="3557"/>
                    <a:pt x="3930" y="3560"/>
                    <a:pt x="3897" y="3562"/>
                  </a:cubicBezTo>
                  <a:cubicBezTo>
                    <a:pt x="3864" y="3563"/>
                    <a:pt x="3838" y="3570"/>
                    <a:pt x="3821" y="3580"/>
                  </a:cubicBezTo>
                  <a:cubicBezTo>
                    <a:pt x="3808" y="3588"/>
                    <a:pt x="3799" y="3597"/>
                    <a:pt x="3793" y="3609"/>
                  </a:cubicBezTo>
                  <a:cubicBezTo>
                    <a:pt x="3789" y="3621"/>
                    <a:pt x="3787" y="3632"/>
                    <a:pt x="3789" y="3645"/>
                  </a:cubicBezTo>
                  <a:cubicBezTo>
                    <a:pt x="3790" y="3656"/>
                    <a:pt x="3796" y="3668"/>
                    <a:pt x="3803" y="3678"/>
                  </a:cubicBezTo>
                  <a:cubicBezTo>
                    <a:pt x="3812" y="3688"/>
                    <a:pt x="3823" y="3697"/>
                    <a:pt x="3834" y="3705"/>
                  </a:cubicBezTo>
                  <a:cubicBezTo>
                    <a:pt x="3859" y="3719"/>
                    <a:pt x="3896" y="3728"/>
                    <a:pt x="3945" y="3730"/>
                  </a:cubicBezTo>
                  <a:cubicBezTo>
                    <a:pt x="3958" y="3731"/>
                    <a:pt x="3971" y="3731"/>
                    <a:pt x="3984" y="3731"/>
                  </a:cubicBezTo>
                  <a:cubicBezTo>
                    <a:pt x="4023" y="3731"/>
                    <a:pt x="4067" y="3728"/>
                    <a:pt x="4114" y="3721"/>
                  </a:cubicBezTo>
                  <a:cubicBezTo>
                    <a:pt x="4178" y="3711"/>
                    <a:pt x="4246" y="3694"/>
                    <a:pt x="4317" y="3672"/>
                  </a:cubicBezTo>
                  <a:cubicBezTo>
                    <a:pt x="4389" y="3648"/>
                    <a:pt x="4459" y="3616"/>
                    <a:pt x="4528" y="3576"/>
                  </a:cubicBezTo>
                  <a:lnTo>
                    <a:pt x="4591" y="3612"/>
                  </a:lnTo>
                  <a:cubicBezTo>
                    <a:pt x="4600" y="3618"/>
                    <a:pt x="4615" y="3621"/>
                    <a:pt x="4632" y="3621"/>
                  </a:cubicBezTo>
                  <a:cubicBezTo>
                    <a:pt x="4635" y="3621"/>
                    <a:pt x="4637" y="3621"/>
                    <a:pt x="4640" y="3621"/>
                  </a:cubicBezTo>
                  <a:cubicBezTo>
                    <a:pt x="4662" y="3619"/>
                    <a:pt x="4682" y="3613"/>
                    <a:pt x="4701" y="3602"/>
                  </a:cubicBezTo>
                  <a:cubicBezTo>
                    <a:pt x="4717" y="3593"/>
                    <a:pt x="4727" y="3582"/>
                    <a:pt x="4731" y="3568"/>
                  </a:cubicBezTo>
                  <a:cubicBezTo>
                    <a:pt x="4736" y="3554"/>
                    <a:pt x="4732" y="3544"/>
                    <a:pt x="4720" y="3538"/>
                  </a:cubicBezTo>
                  <a:lnTo>
                    <a:pt x="4653" y="3498"/>
                  </a:lnTo>
                  <a:cubicBezTo>
                    <a:pt x="4757" y="3420"/>
                    <a:pt x="4811" y="3341"/>
                    <a:pt x="4817" y="3258"/>
                  </a:cubicBezTo>
                  <a:cubicBezTo>
                    <a:pt x="4823" y="3176"/>
                    <a:pt x="4763" y="3100"/>
                    <a:pt x="4640" y="3029"/>
                  </a:cubicBezTo>
                  <a:cubicBezTo>
                    <a:pt x="4573" y="2989"/>
                    <a:pt x="4503" y="2962"/>
                    <a:pt x="4433" y="2949"/>
                  </a:cubicBezTo>
                  <a:cubicBezTo>
                    <a:pt x="4378" y="2938"/>
                    <a:pt x="4322" y="2933"/>
                    <a:pt x="4267" y="2933"/>
                  </a:cubicBezTo>
                  <a:cubicBezTo>
                    <a:pt x="4252" y="2933"/>
                    <a:pt x="4237" y="2933"/>
                    <a:pt x="4222" y="2934"/>
                  </a:cubicBezTo>
                  <a:cubicBezTo>
                    <a:pt x="4151" y="2937"/>
                    <a:pt x="4083" y="2948"/>
                    <a:pt x="4014" y="2963"/>
                  </a:cubicBezTo>
                  <a:cubicBezTo>
                    <a:pt x="3945" y="2978"/>
                    <a:pt x="3879" y="2996"/>
                    <a:pt x="3815" y="3014"/>
                  </a:cubicBezTo>
                  <a:lnTo>
                    <a:pt x="3408" y="2780"/>
                  </a:lnTo>
                  <a:cubicBezTo>
                    <a:pt x="3449" y="2759"/>
                    <a:pt x="3487" y="2743"/>
                    <a:pt x="3523" y="2731"/>
                  </a:cubicBezTo>
                  <a:cubicBezTo>
                    <a:pt x="3559" y="2720"/>
                    <a:pt x="3591" y="2711"/>
                    <a:pt x="3620" y="2704"/>
                  </a:cubicBezTo>
                  <a:cubicBezTo>
                    <a:pt x="3648" y="2699"/>
                    <a:pt x="3673" y="2693"/>
                    <a:pt x="3694" y="2689"/>
                  </a:cubicBezTo>
                  <a:cubicBezTo>
                    <a:pt x="3716" y="2684"/>
                    <a:pt x="3733" y="2677"/>
                    <a:pt x="3746" y="2669"/>
                  </a:cubicBezTo>
                  <a:cubicBezTo>
                    <a:pt x="3763" y="2660"/>
                    <a:pt x="3773" y="2650"/>
                    <a:pt x="3778" y="2638"/>
                  </a:cubicBezTo>
                  <a:cubicBezTo>
                    <a:pt x="3782" y="2627"/>
                    <a:pt x="3782" y="2614"/>
                    <a:pt x="3778" y="2603"/>
                  </a:cubicBezTo>
                  <a:cubicBezTo>
                    <a:pt x="3774" y="2591"/>
                    <a:pt x="3767" y="2580"/>
                    <a:pt x="3757" y="2570"/>
                  </a:cubicBezTo>
                  <a:cubicBezTo>
                    <a:pt x="3747" y="2561"/>
                    <a:pt x="3738" y="2553"/>
                    <a:pt x="3729" y="2548"/>
                  </a:cubicBezTo>
                  <a:cubicBezTo>
                    <a:pt x="3708" y="2535"/>
                    <a:pt x="3682" y="2530"/>
                    <a:pt x="3649" y="2530"/>
                  </a:cubicBezTo>
                  <a:close/>
                  <a:moveTo>
                    <a:pt x="2399" y="3772"/>
                  </a:moveTo>
                  <a:lnTo>
                    <a:pt x="2621" y="3961"/>
                  </a:lnTo>
                  <a:lnTo>
                    <a:pt x="2368" y="4107"/>
                  </a:lnTo>
                  <a:lnTo>
                    <a:pt x="2144" y="3919"/>
                  </a:lnTo>
                  <a:lnTo>
                    <a:pt x="2399" y="3772"/>
                  </a:lnTo>
                  <a:close/>
                  <a:moveTo>
                    <a:pt x="2177" y="3324"/>
                  </a:moveTo>
                  <a:cubicBezTo>
                    <a:pt x="2169" y="3324"/>
                    <a:pt x="2162" y="3325"/>
                    <a:pt x="2154" y="3326"/>
                  </a:cubicBezTo>
                  <a:cubicBezTo>
                    <a:pt x="2119" y="3330"/>
                    <a:pt x="2087" y="3341"/>
                    <a:pt x="2059" y="3357"/>
                  </a:cubicBezTo>
                  <a:cubicBezTo>
                    <a:pt x="2038" y="3370"/>
                    <a:pt x="2021" y="3383"/>
                    <a:pt x="2010" y="3399"/>
                  </a:cubicBezTo>
                  <a:cubicBezTo>
                    <a:pt x="2000" y="3415"/>
                    <a:pt x="2000" y="3428"/>
                    <a:pt x="2011" y="3438"/>
                  </a:cubicBezTo>
                  <a:lnTo>
                    <a:pt x="2274" y="3661"/>
                  </a:lnTo>
                  <a:lnTo>
                    <a:pt x="2019" y="3809"/>
                  </a:lnTo>
                  <a:lnTo>
                    <a:pt x="1786" y="3613"/>
                  </a:lnTo>
                  <a:cubicBezTo>
                    <a:pt x="1762" y="3600"/>
                    <a:pt x="1737" y="3593"/>
                    <a:pt x="1710" y="3593"/>
                  </a:cubicBezTo>
                  <a:cubicBezTo>
                    <a:pt x="1703" y="3593"/>
                    <a:pt x="1696" y="3593"/>
                    <a:pt x="1689" y="3594"/>
                  </a:cubicBezTo>
                  <a:cubicBezTo>
                    <a:pt x="1655" y="3598"/>
                    <a:pt x="1622" y="3610"/>
                    <a:pt x="1593" y="3627"/>
                  </a:cubicBezTo>
                  <a:cubicBezTo>
                    <a:pt x="1572" y="3639"/>
                    <a:pt x="1555" y="3654"/>
                    <a:pt x="1543" y="3669"/>
                  </a:cubicBezTo>
                  <a:cubicBezTo>
                    <a:pt x="1532" y="3685"/>
                    <a:pt x="1532" y="3697"/>
                    <a:pt x="1545" y="3708"/>
                  </a:cubicBezTo>
                  <a:lnTo>
                    <a:pt x="1809" y="3929"/>
                  </a:lnTo>
                  <a:lnTo>
                    <a:pt x="1583" y="4060"/>
                  </a:lnTo>
                  <a:cubicBezTo>
                    <a:pt x="1561" y="4072"/>
                    <a:pt x="1554" y="4086"/>
                    <a:pt x="1557" y="4102"/>
                  </a:cubicBezTo>
                  <a:cubicBezTo>
                    <a:pt x="1560" y="4118"/>
                    <a:pt x="1574" y="4132"/>
                    <a:pt x="1596" y="4145"/>
                  </a:cubicBezTo>
                  <a:cubicBezTo>
                    <a:pt x="1621" y="4159"/>
                    <a:pt x="1646" y="4167"/>
                    <a:pt x="1672" y="4168"/>
                  </a:cubicBezTo>
                  <a:cubicBezTo>
                    <a:pt x="1674" y="4168"/>
                    <a:pt x="1675" y="4168"/>
                    <a:pt x="1677" y="4168"/>
                  </a:cubicBezTo>
                  <a:cubicBezTo>
                    <a:pt x="1700" y="4168"/>
                    <a:pt x="1723" y="4162"/>
                    <a:pt x="1745" y="4149"/>
                  </a:cubicBezTo>
                  <a:lnTo>
                    <a:pt x="1933" y="4041"/>
                  </a:lnTo>
                  <a:lnTo>
                    <a:pt x="2156" y="4229"/>
                  </a:lnTo>
                  <a:lnTo>
                    <a:pt x="1932" y="4358"/>
                  </a:lnTo>
                  <a:cubicBezTo>
                    <a:pt x="1913" y="4370"/>
                    <a:pt x="1905" y="4383"/>
                    <a:pt x="1908" y="4400"/>
                  </a:cubicBezTo>
                  <a:cubicBezTo>
                    <a:pt x="1912" y="4417"/>
                    <a:pt x="1925" y="4432"/>
                    <a:pt x="1948" y="4444"/>
                  </a:cubicBezTo>
                  <a:cubicBezTo>
                    <a:pt x="1970" y="4458"/>
                    <a:pt x="1995" y="4464"/>
                    <a:pt x="2022" y="4465"/>
                  </a:cubicBezTo>
                  <a:cubicBezTo>
                    <a:pt x="2026" y="4466"/>
                    <a:pt x="2029" y="4466"/>
                    <a:pt x="2033" y="4466"/>
                  </a:cubicBezTo>
                  <a:cubicBezTo>
                    <a:pt x="2056" y="4466"/>
                    <a:pt x="2077" y="4459"/>
                    <a:pt x="2096" y="4449"/>
                  </a:cubicBezTo>
                  <a:lnTo>
                    <a:pt x="2281" y="4342"/>
                  </a:lnTo>
                  <a:lnTo>
                    <a:pt x="2547" y="4559"/>
                  </a:lnTo>
                  <a:cubicBezTo>
                    <a:pt x="2567" y="4571"/>
                    <a:pt x="2590" y="4576"/>
                    <a:pt x="2616" y="4576"/>
                  </a:cubicBezTo>
                  <a:cubicBezTo>
                    <a:pt x="2625" y="4576"/>
                    <a:pt x="2633" y="4576"/>
                    <a:pt x="2643" y="4575"/>
                  </a:cubicBezTo>
                  <a:cubicBezTo>
                    <a:pt x="2679" y="4569"/>
                    <a:pt x="2712" y="4559"/>
                    <a:pt x="2742" y="4541"/>
                  </a:cubicBezTo>
                  <a:cubicBezTo>
                    <a:pt x="2760" y="4531"/>
                    <a:pt x="2773" y="4517"/>
                    <a:pt x="2782" y="4500"/>
                  </a:cubicBezTo>
                  <a:cubicBezTo>
                    <a:pt x="2792" y="4483"/>
                    <a:pt x="2791" y="4469"/>
                    <a:pt x="2778" y="4458"/>
                  </a:cubicBezTo>
                  <a:lnTo>
                    <a:pt x="2495" y="4219"/>
                  </a:lnTo>
                  <a:lnTo>
                    <a:pt x="2748" y="4072"/>
                  </a:lnTo>
                  <a:lnTo>
                    <a:pt x="3010" y="4292"/>
                  </a:lnTo>
                  <a:cubicBezTo>
                    <a:pt x="3030" y="4303"/>
                    <a:pt x="3052" y="4309"/>
                    <a:pt x="3078" y="4309"/>
                  </a:cubicBezTo>
                  <a:cubicBezTo>
                    <a:pt x="3087" y="4309"/>
                    <a:pt x="3096" y="4308"/>
                    <a:pt x="3105" y="4307"/>
                  </a:cubicBezTo>
                  <a:cubicBezTo>
                    <a:pt x="3141" y="4302"/>
                    <a:pt x="3174" y="4291"/>
                    <a:pt x="3204" y="4274"/>
                  </a:cubicBezTo>
                  <a:cubicBezTo>
                    <a:pt x="3225" y="4263"/>
                    <a:pt x="3239" y="4248"/>
                    <a:pt x="3248" y="4231"/>
                  </a:cubicBezTo>
                  <a:cubicBezTo>
                    <a:pt x="3257" y="4214"/>
                    <a:pt x="3256" y="4201"/>
                    <a:pt x="3244" y="4191"/>
                  </a:cubicBezTo>
                  <a:lnTo>
                    <a:pt x="2960" y="3950"/>
                  </a:lnTo>
                  <a:lnTo>
                    <a:pt x="3184" y="3820"/>
                  </a:lnTo>
                  <a:cubicBezTo>
                    <a:pt x="3202" y="3810"/>
                    <a:pt x="3210" y="3797"/>
                    <a:pt x="3210" y="3780"/>
                  </a:cubicBezTo>
                  <a:cubicBezTo>
                    <a:pt x="3209" y="3762"/>
                    <a:pt x="3198" y="3747"/>
                    <a:pt x="3175" y="3734"/>
                  </a:cubicBezTo>
                  <a:cubicBezTo>
                    <a:pt x="3151" y="3720"/>
                    <a:pt x="3126" y="3714"/>
                    <a:pt x="3094" y="3713"/>
                  </a:cubicBezTo>
                  <a:cubicBezTo>
                    <a:pt x="3064" y="3713"/>
                    <a:pt x="3039" y="3719"/>
                    <a:pt x="3020" y="3730"/>
                  </a:cubicBezTo>
                  <a:lnTo>
                    <a:pt x="2833" y="3838"/>
                  </a:lnTo>
                  <a:lnTo>
                    <a:pt x="2611" y="3650"/>
                  </a:lnTo>
                  <a:lnTo>
                    <a:pt x="2833" y="3521"/>
                  </a:lnTo>
                  <a:cubicBezTo>
                    <a:pt x="2851" y="3511"/>
                    <a:pt x="2859" y="3497"/>
                    <a:pt x="2858" y="3480"/>
                  </a:cubicBezTo>
                  <a:cubicBezTo>
                    <a:pt x="2856" y="3463"/>
                    <a:pt x="2844" y="3449"/>
                    <a:pt x="2822" y="3435"/>
                  </a:cubicBezTo>
                  <a:cubicBezTo>
                    <a:pt x="2799" y="3423"/>
                    <a:pt x="2772" y="3416"/>
                    <a:pt x="2743" y="3416"/>
                  </a:cubicBezTo>
                  <a:cubicBezTo>
                    <a:pt x="2713" y="3416"/>
                    <a:pt x="2690" y="3422"/>
                    <a:pt x="2671" y="3432"/>
                  </a:cubicBezTo>
                  <a:lnTo>
                    <a:pt x="2483" y="3540"/>
                  </a:lnTo>
                  <a:lnTo>
                    <a:pt x="2252" y="3343"/>
                  </a:lnTo>
                  <a:cubicBezTo>
                    <a:pt x="2228" y="3331"/>
                    <a:pt x="2203" y="3324"/>
                    <a:pt x="2177" y="3324"/>
                  </a:cubicBezTo>
                  <a:close/>
                  <a:moveTo>
                    <a:pt x="710" y="4220"/>
                  </a:moveTo>
                  <a:cubicBezTo>
                    <a:pt x="689" y="4220"/>
                    <a:pt x="668" y="4221"/>
                    <a:pt x="647" y="4223"/>
                  </a:cubicBezTo>
                  <a:cubicBezTo>
                    <a:pt x="580" y="4230"/>
                    <a:pt x="513" y="4245"/>
                    <a:pt x="446" y="4268"/>
                  </a:cubicBezTo>
                  <a:cubicBezTo>
                    <a:pt x="379" y="4293"/>
                    <a:pt x="314" y="4324"/>
                    <a:pt x="249" y="4361"/>
                  </a:cubicBezTo>
                  <a:cubicBezTo>
                    <a:pt x="157" y="4414"/>
                    <a:pt x="94" y="4463"/>
                    <a:pt x="58" y="4512"/>
                  </a:cubicBezTo>
                  <a:cubicBezTo>
                    <a:pt x="22" y="4559"/>
                    <a:pt x="3" y="4603"/>
                    <a:pt x="2" y="4643"/>
                  </a:cubicBezTo>
                  <a:cubicBezTo>
                    <a:pt x="1" y="4683"/>
                    <a:pt x="13" y="4719"/>
                    <a:pt x="39" y="4749"/>
                  </a:cubicBezTo>
                  <a:cubicBezTo>
                    <a:pt x="64" y="4780"/>
                    <a:pt x="93" y="4804"/>
                    <a:pt x="125" y="4824"/>
                  </a:cubicBezTo>
                  <a:cubicBezTo>
                    <a:pt x="164" y="4846"/>
                    <a:pt x="197" y="4856"/>
                    <a:pt x="225" y="4856"/>
                  </a:cubicBezTo>
                  <a:cubicBezTo>
                    <a:pt x="253" y="4855"/>
                    <a:pt x="292" y="4839"/>
                    <a:pt x="344" y="4810"/>
                  </a:cubicBezTo>
                  <a:cubicBezTo>
                    <a:pt x="387" y="4785"/>
                    <a:pt x="408" y="4764"/>
                    <a:pt x="408" y="4747"/>
                  </a:cubicBezTo>
                  <a:cubicBezTo>
                    <a:pt x="408" y="4729"/>
                    <a:pt x="395" y="4712"/>
                    <a:pt x="368" y="4697"/>
                  </a:cubicBezTo>
                  <a:cubicBezTo>
                    <a:pt x="348" y="4685"/>
                    <a:pt x="332" y="4672"/>
                    <a:pt x="319" y="4656"/>
                  </a:cubicBezTo>
                  <a:cubicBezTo>
                    <a:pt x="306" y="4640"/>
                    <a:pt x="301" y="4623"/>
                    <a:pt x="304" y="4604"/>
                  </a:cubicBezTo>
                  <a:cubicBezTo>
                    <a:pt x="306" y="4585"/>
                    <a:pt x="317" y="4563"/>
                    <a:pt x="336" y="4541"/>
                  </a:cubicBezTo>
                  <a:cubicBezTo>
                    <a:pt x="357" y="4520"/>
                    <a:pt x="389" y="4495"/>
                    <a:pt x="433" y="4470"/>
                  </a:cubicBezTo>
                  <a:cubicBezTo>
                    <a:pt x="505" y="4428"/>
                    <a:pt x="576" y="4406"/>
                    <a:pt x="645" y="4402"/>
                  </a:cubicBezTo>
                  <a:cubicBezTo>
                    <a:pt x="649" y="4402"/>
                    <a:pt x="652" y="4402"/>
                    <a:pt x="656" y="4402"/>
                  </a:cubicBezTo>
                  <a:cubicBezTo>
                    <a:pt x="722" y="4402"/>
                    <a:pt x="790" y="4422"/>
                    <a:pt x="860" y="4462"/>
                  </a:cubicBezTo>
                  <a:cubicBezTo>
                    <a:pt x="905" y="4488"/>
                    <a:pt x="937" y="4513"/>
                    <a:pt x="955" y="4535"/>
                  </a:cubicBezTo>
                  <a:cubicBezTo>
                    <a:pt x="971" y="4559"/>
                    <a:pt x="978" y="4580"/>
                    <a:pt x="974" y="4602"/>
                  </a:cubicBezTo>
                  <a:cubicBezTo>
                    <a:pt x="969" y="4623"/>
                    <a:pt x="956" y="4643"/>
                    <a:pt x="934" y="4663"/>
                  </a:cubicBezTo>
                  <a:cubicBezTo>
                    <a:pt x="913" y="4683"/>
                    <a:pt x="885" y="4702"/>
                    <a:pt x="851" y="4721"/>
                  </a:cubicBezTo>
                  <a:cubicBezTo>
                    <a:pt x="823" y="4738"/>
                    <a:pt x="813" y="4754"/>
                    <a:pt x="818" y="4771"/>
                  </a:cubicBezTo>
                  <a:cubicBezTo>
                    <a:pt x="825" y="4786"/>
                    <a:pt x="840" y="4801"/>
                    <a:pt x="862" y="4815"/>
                  </a:cubicBezTo>
                  <a:cubicBezTo>
                    <a:pt x="884" y="4827"/>
                    <a:pt x="908" y="4835"/>
                    <a:pt x="937" y="4838"/>
                  </a:cubicBezTo>
                  <a:cubicBezTo>
                    <a:pt x="943" y="4839"/>
                    <a:pt x="948" y="4840"/>
                    <a:pt x="954" y="4840"/>
                  </a:cubicBezTo>
                  <a:cubicBezTo>
                    <a:pt x="977" y="4840"/>
                    <a:pt x="999" y="4833"/>
                    <a:pt x="1021" y="4820"/>
                  </a:cubicBezTo>
                  <a:cubicBezTo>
                    <a:pt x="1102" y="4773"/>
                    <a:pt x="1183" y="4745"/>
                    <a:pt x="1265" y="4736"/>
                  </a:cubicBezTo>
                  <a:cubicBezTo>
                    <a:pt x="1280" y="4734"/>
                    <a:pt x="1294" y="4733"/>
                    <a:pt x="1308" y="4733"/>
                  </a:cubicBezTo>
                  <a:cubicBezTo>
                    <a:pt x="1376" y="4733"/>
                    <a:pt x="1443" y="4753"/>
                    <a:pt x="1509" y="4791"/>
                  </a:cubicBezTo>
                  <a:lnTo>
                    <a:pt x="1547" y="4812"/>
                  </a:lnTo>
                  <a:cubicBezTo>
                    <a:pt x="1635" y="4864"/>
                    <a:pt x="1676" y="4913"/>
                    <a:pt x="1672" y="4960"/>
                  </a:cubicBezTo>
                  <a:cubicBezTo>
                    <a:pt x="1667" y="5007"/>
                    <a:pt x="1620" y="5058"/>
                    <a:pt x="1529" y="5111"/>
                  </a:cubicBezTo>
                  <a:cubicBezTo>
                    <a:pt x="1439" y="5161"/>
                    <a:pt x="1355" y="5190"/>
                    <a:pt x="1278" y="5192"/>
                  </a:cubicBezTo>
                  <a:cubicBezTo>
                    <a:pt x="1268" y="5192"/>
                    <a:pt x="1258" y="5192"/>
                    <a:pt x="1249" y="5192"/>
                  </a:cubicBezTo>
                  <a:cubicBezTo>
                    <a:pt x="1184" y="5192"/>
                    <a:pt x="1133" y="5182"/>
                    <a:pt x="1094" y="5159"/>
                  </a:cubicBezTo>
                  <a:cubicBezTo>
                    <a:pt x="1071" y="5145"/>
                    <a:pt x="1046" y="5138"/>
                    <a:pt x="1021" y="5138"/>
                  </a:cubicBezTo>
                  <a:cubicBezTo>
                    <a:pt x="1017" y="5138"/>
                    <a:pt x="1013" y="5139"/>
                    <a:pt x="1010" y="5139"/>
                  </a:cubicBezTo>
                  <a:cubicBezTo>
                    <a:pt x="980" y="5140"/>
                    <a:pt x="941" y="5155"/>
                    <a:pt x="893" y="5183"/>
                  </a:cubicBezTo>
                  <a:cubicBezTo>
                    <a:pt x="853" y="5205"/>
                    <a:pt x="832" y="5226"/>
                    <a:pt x="828" y="5242"/>
                  </a:cubicBezTo>
                  <a:cubicBezTo>
                    <a:pt x="825" y="5258"/>
                    <a:pt x="841" y="5277"/>
                    <a:pt x="876" y="5296"/>
                  </a:cubicBezTo>
                  <a:cubicBezTo>
                    <a:pt x="915" y="5320"/>
                    <a:pt x="966" y="5338"/>
                    <a:pt x="1025" y="5352"/>
                  </a:cubicBezTo>
                  <a:cubicBezTo>
                    <a:pt x="1075" y="5363"/>
                    <a:pt x="1130" y="5368"/>
                    <a:pt x="1190" y="5368"/>
                  </a:cubicBezTo>
                  <a:cubicBezTo>
                    <a:pt x="1201" y="5368"/>
                    <a:pt x="1213" y="5368"/>
                    <a:pt x="1225" y="5367"/>
                  </a:cubicBezTo>
                  <a:cubicBezTo>
                    <a:pt x="1299" y="5364"/>
                    <a:pt x="1378" y="5351"/>
                    <a:pt x="1460" y="5328"/>
                  </a:cubicBezTo>
                  <a:cubicBezTo>
                    <a:pt x="1543" y="5305"/>
                    <a:pt x="1628" y="5269"/>
                    <a:pt x="1715" y="5220"/>
                  </a:cubicBezTo>
                  <a:cubicBezTo>
                    <a:pt x="1783" y="5179"/>
                    <a:pt x="1841" y="5138"/>
                    <a:pt x="1887" y="5094"/>
                  </a:cubicBezTo>
                  <a:cubicBezTo>
                    <a:pt x="1932" y="5050"/>
                    <a:pt x="1960" y="5005"/>
                    <a:pt x="1971" y="4959"/>
                  </a:cubicBezTo>
                  <a:cubicBezTo>
                    <a:pt x="1982" y="4913"/>
                    <a:pt x="1973" y="4865"/>
                    <a:pt x="1943" y="4818"/>
                  </a:cubicBezTo>
                  <a:cubicBezTo>
                    <a:pt x="1915" y="4771"/>
                    <a:pt x="1860" y="4724"/>
                    <a:pt x="1780" y="4677"/>
                  </a:cubicBezTo>
                  <a:lnTo>
                    <a:pt x="1742" y="4656"/>
                  </a:lnTo>
                  <a:cubicBezTo>
                    <a:pt x="1656" y="4606"/>
                    <a:pt x="1568" y="4579"/>
                    <a:pt x="1477" y="4575"/>
                  </a:cubicBezTo>
                  <a:cubicBezTo>
                    <a:pt x="1464" y="4574"/>
                    <a:pt x="1451" y="4574"/>
                    <a:pt x="1438" y="4574"/>
                  </a:cubicBezTo>
                  <a:cubicBezTo>
                    <a:pt x="1360" y="4574"/>
                    <a:pt x="1283" y="4585"/>
                    <a:pt x="1207" y="4606"/>
                  </a:cubicBezTo>
                  <a:cubicBezTo>
                    <a:pt x="1237" y="4562"/>
                    <a:pt x="1239" y="4515"/>
                    <a:pt x="1214" y="4462"/>
                  </a:cubicBezTo>
                  <a:cubicBezTo>
                    <a:pt x="1188" y="4410"/>
                    <a:pt x="1132" y="4360"/>
                    <a:pt x="1048" y="4311"/>
                  </a:cubicBezTo>
                  <a:cubicBezTo>
                    <a:pt x="983" y="4273"/>
                    <a:pt x="916" y="4248"/>
                    <a:pt x="849" y="4235"/>
                  </a:cubicBezTo>
                  <a:cubicBezTo>
                    <a:pt x="802" y="4225"/>
                    <a:pt x="756" y="4220"/>
                    <a:pt x="710" y="42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347460" y="4201845"/>
              <a:ext cx="309277" cy="178519"/>
            </a:xfrm>
            <a:custGeom>
              <a:avLst/>
              <a:gdLst/>
              <a:ahLst/>
              <a:cxnLst/>
              <a:rect l="l" t="t" r="r" b="b"/>
              <a:pathLst>
                <a:path w="6741" h="3891" extrusionOk="0">
                  <a:moveTo>
                    <a:pt x="3938" y="146"/>
                  </a:moveTo>
                  <a:lnTo>
                    <a:pt x="6489" y="1619"/>
                  </a:lnTo>
                  <a:lnTo>
                    <a:pt x="2804" y="3747"/>
                  </a:lnTo>
                  <a:lnTo>
                    <a:pt x="252" y="2273"/>
                  </a:lnTo>
                  <a:lnTo>
                    <a:pt x="3938" y="146"/>
                  </a:lnTo>
                  <a:close/>
                  <a:moveTo>
                    <a:pt x="3938" y="0"/>
                  </a:moveTo>
                  <a:lnTo>
                    <a:pt x="1" y="2273"/>
                  </a:lnTo>
                  <a:lnTo>
                    <a:pt x="2804" y="3891"/>
                  </a:lnTo>
                  <a:lnTo>
                    <a:pt x="6740" y="1619"/>
                  </a:lnTo>
                  <a:lnTo>
                    <a:pt x="393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395543" y="4230016"/>
              <a:ext cx="165627" cy="94834"/>
            </a:xfrm>
            <a:custGeom>
              <a:avLst/>
              <a:gdLst/>
              <a:ahLst/>
              <a:cxnLst/>
              <a:rect l="l" t="t" r="r" b="b"/>
              <a:pathLst>
                <a:path w="3610" h="2067" extrusionOk="0">
                  <a:moveTo>
                    <a:pt x="2940" y="0"/>
                  </a:moveTo>
                  <a:cubicBezTo>
                    <a:pt x="2898" y="0"/>
                    <a:pt x="2855" y="10"/>
                    <a:pt x="2823" y="28"/>
                  </a:cubicBezTo>
                  <a:lnTo>
                    <a:pt x="65" y="1620"/>
                  </a:lnTo>
                  <a:cubicBezTo>
                    <a:pt x="0" y="1659"/>
                    <a:pt x="0" y="1720"/>
                    <a:pt x="65" y="1757"/>
                  </a:cubicBezTo>
                  <a:lnTo>
                    <a:pt x="552" y="2037"/>
                  </a:lnTo>
                  <a:cubicBezTo>
                    <a:pt x="571" y="2048"/>
                    <a:pt x="595" y="2056"/>
                    <a:pt x="618" y="2062"/>
                  </a:cubicBezTo>
                  <a:cubicBezTo>
                    <a:pt x="634" y="2065"/>
                    <a:pt x="651" y="2066"/>
                    <a:pt x="668" y="2066"/>
                  </a:cubicBezTo>
                  <a:cubicBezTo>
                    <a:pt x="711" y="2066"/>
                    <a:pt x="754" y="2057"/>
                    <a:pt x="786" y="2037"/>
                  </a:cubicBezTo>
                  <a:lnTo>
                    <a:pt x="3544" y="445"/>
                  </a:lnTo>
                  <a:cubicBezTo>
                    <a:pt x="3609" y="408"/>
                    <a:pt x="3609" y="347"/>
                    <a:pt x="3544" y="310"/>
                  </a:cubicBezTo>
                  <a:lnTo>
                    <a:pt x="3057" y="28"/>
                  </a:lnTo>
                  <a:cubicBezTo>
                    <a:pt x="3025" y="10"/>
                    <a:pt x="2983" y="0"/>
                    <a:pt x="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439680" y="4255526"/>
              <a:ext cx="165627" cy="94788"/>
            </a:xfrm>
            <a:custGeom>
              <a:avLst/>
              <a:gdLst/>
              <a:ahLst/>
              <a:cxnLst/>
              <a:rect l="l" t="t" r="r" b="b"/>
              <a:pathLst>
                <a:path w="3610" h="2066" extrusionOk="0">
                  <a:moveTo>
                    <a:pt x="2941" y="1"/>
                  </a:moveTo>
                  <a:cubicBezTo>
                    <a:pt x="2898" y="1"/>
                    <a:pt x="2856" y="10"/>
                    <a:pt x="2824" y="29"/>
                  </a:cubicBezTo>
                  <a:lnTo>
                    <a:pt x="66" y="1621"/>
                  </a:lnTo>
                  <a:cubicBezTo>
                    <a:pt x="1" y="1658"/>
                    <a:pt x="1" y="1719"/>
                    <a:pt x="66" y="1757"/>
                  </a:cubicBezTo>
                  <a:lnTo>
                    <a:pt x="553" y="2037"/>
                  </a:lnTo>
                  <a:cubicBezTo>
                    <a:pt x="585" y="2056"/>
                    <a:pt x="627" y="2065"/>
                    <a:pt x="670" y="2065"/>
                  </a:cubicBezTo>
                  <a:cubicBezTo>
                    <a:pt x="713" y="2065"/>
                    <a:pt x="755" y="2056"/>
                    <a:pt x="788" y="2037"/>
                  </a:cubicBezTo>
                  <a:lnTo>
                    <a:pt x="3546" y="445"/>
                  </a:lnTo>
                  <a:cubicBezTo>
                    <a:pt x="3610" y="408"/>
                    <a:pt x="3610" y="347"/>
                    <a:pt x="3546" y="309"/>
                  </a:cubicBezTo>
                  <a:lnTo>
                    <a:pt x="3058" y="29"/>
                  </a:lnTo>
                  <a:cubicBezTo>
                    <a:pt x="3026" y="10"/>
                    <a:pt x="2984" y="1"/>
                    <a:pt x="29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1130322" y="4274383"/>
              <a:ext cx="743210" cy="430767"/>
            </a:xfrm>
            <a:custGeom>
              <a:avLst/>
              <a:gdLst/>
              <a:ahLst/>
              <a:cxnLst/>
              <a:rect l="l" t="t" r="r" b="b"/>
              <a:pathLst>
                <a:path w="16199" h="9389" extrusionOk="0">
                  <a:moveTo>
                    <a:pt x="62" y="1"/>
                  </a:moveTo>
                  <a:cubicBezTo>
                    <a:pt x="44" y="1"/>
                    <a:pt x="26" y="10"/>
                    <a:pt x="16" y="27"/>
                  </a:cubicBezTo>
                  <a:cubicBezTo>
                    <a:pt x="1" y="52"/>
                    <a:pt x="9" y="86"/>
                    <a:pt x="35" y="101"/>
                  </a:cubicBezTo>
                  <a:lnTo>
                    <a:pt x="589" y="420"/>
                  </a:lnTo>
                  <a:cubicBezTo>
                    <a:pt x="598" y="425"/>
                    <a:pt x="607" y="427"/>
                    <a:pt x="616" y="427"/>
                  </a:cubicBezTo>
                  <a:cubicBezTo>
                    <a:pt x="634" y="427"/>
                    <a:pt x="652" y="418"/>
                    <a:pt x="662" y="400"/>
                  </a:cubicBezTo>
                  <a:cubicBezTo>
                    <a:pt x="677" y="375"/>
                    <a:pt x="668" y="343"/>
                    <a:pt x="643" y="328"/>
                  </a:cubicBezTo>
                  <a:lnTo>
                    <a:pt x="88" y="7"/>
                  </a:lnTo>
                  <a:cubicBezTo>
                    <a:pt x="80" y="3"/>
                    <a:pt x="71" y="1"/>
                    <a:pt x="62" y="1"/>
                  </a:cubicBezTo>
                  <a:close/>
                  <a:moveTo>
                    <a:pt x="1170" y="641"/>
                  </a:moveTo>
                  <a:cubicBezTo>
                    <a:pt x="1151" y="641"/>
                    <a:pt x="1133" y="650"/>
                    <a:pt x="1124" y="667"/>
                  </a:cubicBezTo>
                  <a:cubicBezTo>
                    <a:pt x="1109" y="693"/>
                    <a:pt x="1118" y="726"/>
                    <a:pt x="1144" y="740"/>
                  </a:cubicBezTo>
                  <a:lnTo>
                    <a:pt x="1698" y="1060"/>
                  </a:lnTo>
                  <a:cubicBezTo>
                    <a:pt x="1706" y="1066"/>
                    <a:pt x="1715" y="1068"/>
                    <a:pt x="1725" y="1068"/>
                  </a:cubicBezTo>
                  <a:cubicBezTo>
                    <a:pt x="1743" y="1068"/>
                    <a:pt x="1761" y="1058"/>
                    <a:pt x="1771" y="1041"/>
                  </a:cubicBezTo>
                  <a:cubicBezTo>
                    <a:pt x="1786" y="1015"/>
                    <a:pt x="1777" y="982"/>
                    <a:pt x="1751" y="968"/>
                  </a:cubicBezTo>
                  <a:lnTo>
                    <a:pt x="1197" y="648"/>
                  </a:lnTo>
                  <a:cubicBezTo>
                    <a:pt x="1188" y="643"/>
                    <a:pt x="1179" y="641"/>
                    <a:pt x="1170" y="641"/>
                  </a:cubicBezTo>
                  <a:close/>
                  <a:moveTo>
                    <a:pt x="2280" y="1281"/>
                  </a:moveTo>
                  <a:cubicBezTo>
                    <a:pt x="2261" y="1281"/>
                    <a:pt x="2243" y="1290"/>
                    <a:pt x="2233" y="1308"/>
                  </a:cubicBezTo>
                  <a:cubicBezTo>
                    <a:pt x="2218" y="1332"/>
                    <a:pt x="2226" y="1365"/>
                    <a:pt x="2252" y="1381"/>
                  </a:cubicBezTo>
                  <a:lnTo>
                    <a:pt x="2806" y="1701"/>
                  </a:lnTo>
                  <a:cubicBezTo>
                    <a:pt x="2815" y="1705"/>
                    <a:pt x="2824" y="1707"/>
                    <a:pt x="2833" y="1707"/>
                  </a:cubicBezTo>
                  <a:cubicBezTo>
                    <a:pt x="2851" y="1707"/>
                    <a:pt x="2869" y="1697"/>
                    <a:pt x="2879" y="1680"/>
                  </a:cubicBezTo>
                  <a:cubicBezTo>
                    <a:pt x="2894" y="1656"/>
                    <a:pt x="2885" y="1623"/>
                    <a:pt x="2860" y="1608"/>
                  </a:cubicBezTo>
                  <a:lnTo>
                    <a:pt x="2306" y="1287"/>
                  </a:lnTo>
                  <a:cubicBezTo>
                    <a:pt x="2298" y="1283"/>
                    <a:pt x="2289" y="1281"/>
                    <a:pt x="2280" y="1281"/>
                  </a:cubicBezTo>
                  <a:close/>
                  <a:moveTo>
                    <a:pt x="3387" y="1921"/>
                  </a:moveTo>
                  <a:cubicBezTo>
                    <a:pt x="3369" y="1921"/>
                    <a:pt x="3351" y="1931"/>
                    <a:pt x="3341" y="1947"/>
                  </a:cubicBezTo>
                  <a:cubicBezTo>
                    <a:pt x="3326" y="1973"/>
                    <a:pt x="3335" y="2006"/>
                    <a:pt x="3361" y="2021"/>
                  </a:cubicBezTo>
                  <a:lnTo>
                    <a:pt x="3915" y="2340"/>
                  </a:lnTo>
                  <a:cubicBezTo>
                    <a:pt x="3923" y="2345"/>
                    <a:pt x="3932" y="2347"/>
                    <a:pt x="3942" y="2347"/>
                  </a:cubicBezTo>
                  <a:cubicBezTo>
                    <a:pt x="3960" y="2347"/>
                    <a:pt x="3978" y="2338"/>
                    <a:pt x="3988" y="2321"/>
                  </a:cubicBezTo>
                  <a:cubicBezTo>
                    <a:pt x="4003" y="2295"/>
                    <a:pt x="3994" y="2263"/>
                    <a:pt x="3968" y="2248"/>
                  </a:cubicBezTo>
                  <a:lnTo>
                    <a:pt x="3414" y="1928"/>
                  </a:lnTo>
                  <a:cubicBezTo>
                    <a:pt x="3406" y="1923"/>
                    <a:pt x="3396" y="1921"/>
                    <a:pt x="3387" y="1921"/>
                  </a:cubicBezTo>
                  <a:close/>
                  <a:moveTo>
                    <a:pt x="4497" y="2561"/>
                  </a:moveTo>
                  <a:cubicBezTo>
                    <a:pt x="4478" y="2561"/>
                    <a:pt x="4460" y="2571"/>
                    <a:pt x="4450" y="2588"/>
                  </a:cubicBezTo>
                  <a:cubicBezTo>
                    <a:pt x="4435" y="2613"/>
                    <a:pt x="4443" y="2645"/>
                    <a:pt x="4469" y="2660"/>
                  </a:cubicBezTo>
                  <a:lnTo>
                    <a:pt x="5023" y="2981"/>
                  </a:lnTo>
                  <a:cubicBezTo>
                    <a:pt x="5032" y="2986"/>
                    <a:pt x="5041" y="2988"/>
                    <a:pt x="5050" y="2988"/>
                  </a:cubicBezTo>
                  <a:cubicBezTo>
                    <a:pt x="5068" y="2988"/>
                    <a:pt x="5086" y="2978"/>
                    <a:pt x="5096" y="2961"/>
                  </a:cubicBezTo>
                  <a:cubicBezTo>
                    <a:pt x="5111" y="2935"/>
                    <a:pt x="5103" y="2902"/>
                    <a:pt x="5077" y="2888"/>
                  </a:cubicBezTo>
                  <a:lnTo>
                    <a:pt x="4523" y="2568"/>
                  </a:lnTo>
                  <a:cubicBezTo>
                    <a:pt x="4515" y="2563"/>
                    <a:pt x="4506" y="2561"/>
                    <a:pt x="4497" y="2561"/>
                  </a:cubicBezTo>
                  <a:close/>
                  <a:moveTo>
                    <a:pt x="5604" y="3201"/>
                  </a:moveTo>
                  <a:cubicBezTo>
                    <a:pt x="5586" y="3201"/>
                    <a:pt x="5568" y="3210"/>
                    <a:pt x="5558" y="3228"/>
                  </a:cubicBezTo>
                  <a:cubicBezTo>
                    <a:pt x="5543" y="3254"/>
                    <a:pt x="5552" y="3286"/>
                    <a:pt x="5578" y="3301"/>
                  </a:cubicBezTo>
                  <a:lnTo>
                    <a:pt x="6132" y="3621"/>
                  </a:lnTo>
                  <a:cubicBezTo>
                    <a:pt x="6140" y="3625"/>
                    <a:pt x="6150" y="3627"/>
                    <a:pt x="6159" y="3627"/>
                  </a:cubicBezTo>
                  <a:cubicBezTo>
                    <a:pt x="6177" y="3627"/>
                    <a:pt x="6195" y="3618"/>
                    <a:pt x="6206" y="3602"/>
                  </a:cubicBezTo>
                  <a:cubicBezTo>
                    <a:pt x="6220" y="3576"/>
                    <a:pt x="6211" y="3543"/>
                    <a:pt x="6185" y="3528"/>
                  </a:cubicBezTo>
                  <a:lnTo>
                    <a:pt x="5631" y="3209"/>
                  </a:lnTo>
                  <a:cubicBezTo>
                    <a:pt x="5623" y="3204"/>
                    <a:pt x="5614" y="3201"/>
                    <a:pt x="5604" y="3201"/>
                  </a:cubicBezTo>
                  <a:close/>
                  <a:moveTo>
                    <a:pt x="6714" y="3841"/>
                  </a:moveTo>
                  <a:cubicBezTo>
                    <a:pt x="6695" y="3841"/>
                    <a:pt x="6677" y="3851"/>
                    <a:pt x="6667" y="3867"/>
                  </a:cubicBezTo>
                  <a:cubicBezTo>
                    <a:pt x="6653" y="3893"/>
                    <a:pt x="6660" y="3926"/>
                    <a:pt x="6686" y="3940"/>
                  </a:cubicBezTo>
                  <a:lnTo>
                    <a:pt x="7240" y="4261"/>
                  </a:lnTo>
                  <a:cubicBezTo>
                    <a:pt x="7249" y="4266"/>
                    <a:pt x="7258" y="4268"/>
                    <a:pt x="7267" y="4268"/>
                  </a:cubicBezTo>
                  <a:cubicBezTo>
                    <a:pt x="7285" y="4268"/>
                    <a:pt x="7305" y="4258"/>
                    <a:pt x="7314" y="4241"/>
                  </a:cubicBezTo>
                  <a:cubicBezTo>
                    <a:pt x="7328" y="4216"/>
                    <a:pt x="7320" y="4183"/>
                    <a:pt x="7294" y="4168"/>
                  </a:cubicBezTo>
                  <a:lnTo>
                    <a:pt x="6740" y="3848"/>
                  </a:lnTo>
                  <a:cubicBezTo>
                    <a:pt x="6732" y="3843"/>
                    <a:pt x="6723" y="3841"/>
                    <a:pt x="6714" y="3841"/>
                  </a:cubicBezTo>
                  <a:close/>
                  <a:moveTo>
                    <a:pt x="7821" y="4482"/>
                  </a:moveTo>
                  <a:cubicBezTo>
                    <a:pt x="7803" y="4482"/>
                    <a:pt x="7785" y="4491"/>
                    <a:pt x="7775" y="4508"/>
                  </a:cubicBezTo>
                  <a:cubicBezTo>
                    <a:pt x="7761" y="4534"/>
                    <a:pt x="7770" y="4567"/>
                    <a:pt x="7796" y="4581"/>
                  </a:cubicBezTo>
                  <a:lnTo>
                    <a:pt x="8350" y="4901"/>
                  </a:lnTo>
                  <a:cubicBezTo>
                    <a:pt x="8357" y="4905"/>
                    <a:pt x="8368" y="4908"/>
                    <a:pt x="8377" y="4908"/>
                  </a:cubicBezTo>
                  <a:cubicBezTo>
                    <a:pt x="8395" y="4908"/>
                    <a:pt x="8413" y="4899"/>
                    <a:pt x="8423" y="4882"/>
                  </a:cubicBezTo>
                  <a:cubicBezTo>
                    <a:pt x="8437" y="4856"/>
                    <a:pt x="8428" y="4823"/>
                    <a:pt x="8402" y="4809"/>
                  </a:cubicBezTo>
                  <a:lnTo>
                    <a:pt x="7848" y="4489"/>
                  </a:lnTo>
                  <a:cubicBezTo>
                    <a:pt x="7840" y="4484"/>
                    <a:pt x="7831" y="4482"/>
                    <a:pt x="7821" y="4482"/>
                  </a:cubicBezTo>
                  <a:close/>
                  <a:moveTo>
                    <a:pt x="8930" y="5121"/>
                  </a:moveTo>
                  <a:cubicBezTo>
                    <a:pt x="8912" y="5121"/>
                    <a:pt x="8894" y="5130"/>
                    <a:pt x="8884" y="5148"/>
                  </a:cubicBezTo>
                  <a:cubicBezTo>
                    <a:pt x="8870" y="5173"/>
                    <a:pt x="8879" y="5206"/>
                    <a:pt x="8904" y="5221"/>
                  </a:cubicBezTo>
                  <a:lnTo>
                    <a:pt x="9459" y="5541"/>
                  </a:lnTo>
                  <a:cubicBezTo>
                    <a:pt x="9467" y="5546"/>
                    <a:pt x="9476" y="5548"/>
                    <a:pt x="9485" y="5548"/>
                  </a:cubicBezTo>
                  <a:cubicBezTo>
                    <a:pt x="9504" y="5548"/>
                    <a:pt x="9522" y="5538"/>
                    <a:pt x="9531" y="5521"/>
                  </a:cubicBezTo>
                  <a:cubicBezTo>
                    <a:pt x="9545" y="5496"/>
                    <a:pt x="9538" y="5463"/>
                    <a:pt x="9512" y="5448"/>
                  </a:cubicBezTo>
                  <a:lnTo>
                    <a:pt x="8958" y="5128"/>
                  </a:lnTo>
                  <a:cubicBezTo>
                    <a:pt x="8949" y="5124"/>
                    <a:pt x="8939" y="5121"/>
                    <a:pt x="8930" y="5121"/>
                  </a:cubicBezTo>
                  <a:close/>
                  <a:moveTo>
                    <a:pt x="10040" y="5762"/>
                  </a:moveTo>
                  <a:cubicBezTo>
                    <a:pt x="10021" y="5762"/>
                    <a:pt x="10003" y="5771"/>
                    <a:pt x="9992" y="5788"/>
                  </a:cubicBezTo>
                  <a:cubicBezTo>
                    <a:pt x="9978" y="5813"/>
                    <a:pt x="9987" y="5847"/>
                    <a:pt x="10013" y="5861"/>
                  </a:cubicBezTo>
                  <a:lnTo>
                    <a:pt x="10567" y="6181"/>
                  </a:lnTo>
                  <a:cubicBezTo>
                    <a:pt x="10576" y="6186"/>
                    <a:pt x="10585" y="6188"/>
                    <a:pt x="10594" y="6188"/>
                  </a:cubicBezTo>
                  <a:cubicBezTo>
                    <a:pt x="10612" y="6188"/>
                    <a:pt x="10630" y="6179"/>
                    <a:pt x="10640" y="6162"/>
                  </a:cubicBezTo>
                  <a:cubicBezTo>
                    <a:pt x="10655" y="6136"/>
                    <a:pt x="10646" y="6104"/>
                    <a:pt x="10621" y="6089"/>
                  </a:cubicBezTo>
                  <a:lnTo>
                    <a:pt x="10066" y="5768"/>
                  </a:lnTo>
                  <a:cubicBezTo>
                    <a:pt x="10058" y="5764"/>
                    <a:pt x="10049" y="5762"/>
                    <a:pt x="10040" y="5762"/>
                  </a:cubicBezTo>
                  <a:close/>
                  <a:moveTo>
                    <a:pt x="11148" y="6402"/>
                  </a:moveTo>
                  <a:cubicBezTo>
                    <a:pt x="11129" y="6402"/>
                    <a:pt x="11111" y="6411"/>
                    <a:pt x="11102" y="6428"/>
                  </a:cubicBezTo>
                  <a:cubicBezTo>
                    <a:pt x="11087" y="6454"/>
                    <a:pt x="11096" y="6486"/>
                    <a:pt x="11121" y="6501"/>
                  </a:cubicBezTo>
                  <a:lnTo>
                    <a:pt x="11676" y="6821"/>
                  </a:lnTo>
                  <a:cubicBezTo>
                    <a:pt x="11684" y="6827"/>
                    <a:pt x="11693" y="6829"/>
                    <a:pt x="11702" y="6829"/>
                  </a:cubicBezTo>
                  <a:cubicBezTo>
                    <a:pt x="11721" y="6829"/>
                    <a:pt x="11739" y="6819"/>
                    <a:pt x="11748" y="6802"/>
                  </a:cubicBezTo>
                  <a:cubicBezTo>
                    <a:pt x="11764" y="6776"/>
                    <a:pt x="11755" y="6743"/>
                    <a:pt x="11729" y="6729"/>
                  </a:cubicBezTo>
                  <a:lnTo>
                    <a:pt x="11175" y="6409"/>
                  </a:lnTo>
                  <a:cubicBezTo>
                    <a:pt x="11166" y="6404"/>
                    <a:pt x="11157" y="6402"/>
                    <a:pt x="11148" y="6402"/>
                  </a:cubicBezTo>
                  <a:close/>
                  <a:moveTo>
                    <a:pt x="12256" y="7041"/>
                  </a:moveTo>
                  <a:cubicBezTo>
                    <a:pt x="12238" y="7041"/>
                    <a:pt x="12220" y="7051"/>
                    <a:pt x="12210" y="7069"/>
                  </a:cubicBezTo>
                  <a:cubicBezTo>
                    <a:pt x="12195" y="7093"/>
                    <a:pt x="12204" y="7126"/>
                    <a:pt x="12230" y="7142"/>
                  </a:cubicBezTo>
                  <a:lnTo>
                    <a:pt x="12784" y="7462"/>
                  </a:lnTo>
                  <a:cubicBezTo>
                    <a:pt x="12793" y="7466"/>
                    <a:pt x="12802" y="7468"/>
                    <a:pt x="12811" y="7468"/>
                  </a:cubicBezTo>
                  <a:cubicBezTo>
                    <a:pt x="12829" y="7468"/>
                    <a:pt x="12847" y="7458"/>
                    <a:pt x="12857" y="7441"/>
                  </a:cubicBezTo>
                  <a:cubicBezTo>
                    <a:pt x="12872" y="7417"/>
                    <a:pt x="12863" y="7384"/>
                    <a:pt x="12837" y="7368"/>
                  </a:cubicBezTo>
                  <a:lnTo>
                    <a:pt x="12283" y="7048"/>
                  </a:lnTo>
                  <a:cubicBezTo>
                    <a:pt x="12274" y="7044"/>
                    <a:pt x="12265" y="7041"/>
                    <a:pt x="12256" y="7041"/>
                  </a:cubicBezTo>
                  <a:close/>
                  <a:moveTo>
                    <a:pt x="13365" y="7682"/>
                  </a:moveTo>
                  <a:cubicBezTo>
                    <a:pt x="13346" y="7682"/>
                    <a:pt x="13329" y="7691"/>
                    <a:pt x="13319" y="7708"/>
                  </a:cubicBezTo>
                  <a:cubicBezTo>
                    <a:pt x="13304" y="7734"/>
                    <a:pt x="13313" y="7767"/>
                    <a:pt x="13338" y="7781"/>
                  </a:cubicBezTo>
                  <a:lnTo>
                    <a:pt x="13893" y="8101"/>
                  </a:lnTo>
                  <a:cubicBezTo>
                    <a:pt x="13901" y="8106"/>
                    <a:pt x="13910" y="8108"/>
                    <a:pt x="13919" y="8108"/>
                  </a:cubicBezTo>
                  <a:cubicBezTo>
                    <a:pt x="13938" y="8108"/>
                    <a:pt x="13956" y="8099"/>
                    <a:pt x="13965" y="8082"/>
                  </a:cubicBezTo>
                  <a:cubicBezTo>
                    <a:pt x="13980" y="8056"/>
                    <a:pt x="13972" y="8024"/>
                    <a:pt x="13946" y="8009"/>
                  </a:cubicBezTo>
                  <a:lnTo>
                    <a:pt x="13392" y="7689"/>
                  </a:lnTo>
                  <a:cubicBezTo>
                    <a:pt x="13383" y="7684"/>
                    <a:pt x="13374" y="7682"/>
                    <a:pt x="13365" y="7682"/>
                  </a:cubicBezTo>
                  <a:close/>
                  <a:moveTo>
                    <a:pt x="14474" y="8322"/>
                  </a:moveTo>
                  <a:cubicBezTo>
                    <a:pt x="14456" y="8322"/>
                    <a:pt x="14438" y="8331"/>
                    <a:pt x="14428" y="8349"/>
                  </a:cubicBezTo>
                  <a:cubicBezTo>
                    <a:pt x="14412" y="8374"/>
                    <a:pt x="14421" y="8406"/>
                    <a:pt x="14447" y="8421"/>
                  </a:cubicBezTo>
                  <a:lnTo>
                    <a:pt x="15001" y="8742"/>
                  </a:lnTo>
                  <a:cubicBezTo>
                    <a:pt x="15010" y="8746"/>
                    <a:pt x="15019" y="8749"/>
                    <a:pt x="15028" y="8749"/>
                  </a:cubicBezTo>
                  <a:cubicBezTo>
                    <a:pt x="15046" y="8749"/>
                    <a:pt x="15064" y="8739"/>
                    <a:pt x="15074" y="8722"/>
                  </a:cubicBezTo>
                  <a:cubicBezTo>
                    <a:pt x="15089" y="8697"/>
                    <a:pt x="15080" y="8664"/>
                    <a:pt x="15055" y="8648"/>
                  </a:cubicBezTo>
                  <a:lnTo>
                    <a:pt x="14500" y="8329"/>
                  </a:lnTo>
                  <a:cubicBezTo>
                    <a:pt x="14492" y="8324"/>
                    <a:pt x="14483" y="8322"/>
                    <a:pt x="14474" y="8322"/>
                  </a:cubicBezTo>
                  <a:close/>
                  <a:moveTo>
                    <a:pt x="15582" y="8962"/>
                  </a:moveTo>
                  <a:cubicBezTo>
                    <a:pt x="15563" y="8962"/>
                    <a:pt x="15546" y="8971"/>
                    <a:pt x="15536" y="8989"/>
                  </a:cubicBezTo>
                  <a:cubicBezTo>
                    <a:pt x="15521" y="9014"/>
                    <a:pt x="15530" y="9047"/>
                    <a:pt x="15555" y="9062"/>
                  </a:cubicBezTo>
                  <a:lnTo>
                    <a:pt x="16110" y="9382"/>
                  </a:lnTo>
                  <a:cubicBezTo>
                    <a:pt x="16118" y="9386"/>
                    <a:pt x="16127" y="9388"/>
                    <a:pt x="16136" y="9388"/>
                  </a:cubicBezTo>
                  <a:cubicBezTo>
                    <a:pt x="16155" y="9388"/>
                    <a:pt x="16173" y="9379"/>
                    <a:pt x="16183" y="9362"/>
                  </a:cubicBezTo>
                  <a:cubicBezTo>
                    <a:pt x="16198" y="9337"/>
                    <a:pt x="16189" y="9304"/>
                    <a:pt x="16163" y="9289"/>
                  </a:cubicBezTo>
                  <a:lnTo>
                    <a:pt x="15609" y="8969"/>
                  </a:lnTo>
                  <a:cubicBezTo>
                    <a:pt x="15600" y="8964"/>
                    <a:pt x="15591" y="8962"/>
                    <a:pt x="15582" y="896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p:cNvSpPr/>
            <p:nvPr/>
          </p:nvSpPr>
          <p:spPr>
            <a:xfrm>
              <a:off x="209589" y="3106491"/>
              <a:ext cx="1798771" cy="1033814"/>
            </a:xfrm>
            <a:custGeom>
              <a:avLst/>
              <a:gdLst/>
              <a:ahLst/>
              <a:cxnLst/>
              <a:rect l="l" t="t" r="r" b="b"/>
              <a:pathLst>
                <a:path w="39206" h="22533" extrusionOk="0">
                  <a:moveTo>
                    <a:pt x="23092" y="1"/>
                  </a:moveTo>
                  <a:lnTo>
                    <a:pt x="23043" y="29"/>
                  </a:lnTo>
                  <a:cubicBezTo>
                    <a:pt x="23017" y="44"/>
                    <a:pt x="23008" y="76"/>
                    <a:pt x="23023" y="102"/>
                  </a:cubicBezTo>
                  <a:cubicBezTo>
                    <a:pt x="23032" y="120"/>
                    <a:pt x="23050" y="129"/>
                    <a:pt x="23068" y="129"/>
                  </a:cubicBezTo>
                  <a:cubicBezTo>
                    <a:pt x="23076" y="129"/>
                    <a:pt x="23084" y="127"/>
                    <a:pt x="23091" y="124"/>
                  </a:cubicBezTo>
                  <a:lnTo>
                    <a:pt x="23597" y="415"/>
                  </a:lnTo>
                  <a:cubicBezTo>
                    <a:pt x="23605" y="420"/>
                    <a:pt x="23614" y="422"/>
                    <a:pt x="23624" y="422"/>
                  </a:cubicBezTo>
                  <a:cubicBezTo>
                    <a:pt x="23642" y="422"/>
                    <a:pt x="23660" y="413"/>
                    <a:pt x="23670" y="396"/>
                  </a:cubicBezTo>
                  <a:cubicBezTo>
                    <a:pt x="23685" y="370"/>
                    <a:pt x="23676" y="338"/>
                    <a:pt x="23650" y="323"/>
                  </a:cubicBezTo>
                  <a:lnTo>
                    <a:pt x="23092" y="1"/>
                  </a:lnTo>
                  <a:close/>
                  <a:moveTo>
                    <a:pt x="22514" y="342"/>
                  </a:moveTo>
                  <a:cubicBezTo>
                    <a:pt x="22505" y="342"/>
                    <a:pt x="22496" y="344"/>
                    <a:pt x="22488" y="349"/>
                  </a:cubicBezTo>
                  <a:lnTo>
                    <a:pt x="21934" y="670"/>
                  </a:lnTo>
                  <a:cubicBezTo>
                    <a:pt x="21908" y="684"/>
                    <a:pt x="21899" y="717"/>
                    <a:pt x="21915" y="743"/>
                  </a:cubicBezTo>
                  <a:cubicBezTo>
                    <a:pt x="21924" y="760"/>
                    <a:pt x="21942" y="769"/>
                    <a:pt x="21961" y="769"/>
                  </a:cubicBezTo>
                  <a:cubicBezTo>
                    <a:pt x="21970" y="769"/>
                    <a:pt x="21979" y="767"/>
                    <a:pt x="21987" y="762"/>
                  </a:cubicBezTo>
                  <a:lnTo>
                    <a:pt x="22542" y="442"/>
                  </a:lnTo>
                  <a:cubicBezTo>
                    <a:pt x="22567" y="428"/>
                    <a:pt x="22576" y="394"/>
                    <a:pt x="22561" y="369"/>
                  </a:cubicBezTo>
                  <a:cubicBezTo>
                    <a:pt x="22551" y="352"/>
                    <a:pt x="22533" y="342"/>
                    <a:pt x="22514" y="342"/>
                  </a:cubicBezTo>
                  <a:close/>
                  <a:moveTo>
                    <a:pt x="24178" y="636"/>
                  </a:moveTo>
                  <a:cubicBezTo>
                    <a:pt x="24160" y="636"/>
                    <a:pt x="24142" y="645"/>
                    <a:pt x="24132" y="663"/>
                  </a:cubicBezTo>
                  <a:cubicBezTo>
                    <a:pt x="24117" y="688"/>
                    <a:pt x="24125" y="720"/>
                    <a:pt x="24151" y="735"/>
                  </a:cubicBezTo>
                  <a:lnTo>
                    <a:pt x="24705" y="1056"/>
                  </a:lnTo>
                  <a:cubicBezTo>
                    <a:pt x="24714" y="1060"/>
                    <a:pt x="24723" y="1063"/>
                    <a:pt x="24732" y="1063"/>
                  </a:cubicBezTo>
                  <a:cubicBezTo>
                    <a:pt x="24750" y="1063"/>
                    <a:pt x="24768" y="1053"/>
                    <a:pt x="24778" y="1036"/>
                  </a:cubicBezTo>
                  <a:cubicBezTo>
                    <a:pt x="24793" y="1011"/>
                    <a:pt x="24784" y="977"/>
                    <a:pt x="24759" y="963"/>
                  </a:cubicBezTo>
                  <a:lnTo>
                    <a:pt x="24204" y="643"/>
                  </a:lnTo>
                  <a:cubicBezTo>
                    <a:pt x="24196" y="638"/>
                    <a:pt x="24187" y="636"/>
                    <a:pt x="24178" y="636"/>
                  </a:cubicBezTo>
                  <a:close/>
                  <a:moveTo>
                    <a:pt x="21406" y="982"/>
                  </a:moveTo>
                  <a:cubicBezTo>
                    <a:pt x="21397" y="982"/>
                    <a:pt x="21388" y="985"/>
                    <a:pt x="21380" y="990"/>
                  </a:cubicBezTo>
                  <a:lnTo>
                    <a:pt x="20825" y="1309"/>
                  </a:lnTo>
                  <a:cubicBezTo>
                    <a:pt x="20800" y="1324"/>
                    <a:pt x="20791" y="1357"/>
                    <a:pt x="20805" y="1383"/>
                  </a:cubicBezTo>
                  <a:cubicBezTo>
                    <a:pt x="20816" y="1399"/>
                    <a:pt x="20834" y="1410"/>
                    <a:pt x="20852" y="1410"/>
                  </a:cubicBezTo>
                  <a:cubicBezTo>
                    <a:pt x="20861" y="1410"/>
                    <a:pt x="20870" y="1407"/>
                    <a:pt x="20879" y="1402"/>
                  </a:cubicBezTo>
                  <a:lnTo>
                    <a:pt x="21433" y="1082"/>
                  </a:lnTo>
                  <a:cubicBezTo>
                    <a:pt x="21459" y="1067"/>
                    <a:pt x="21468" y="1035"/>
                    <a:pt x="21452" y="1009"/>
                  </a:cubicBezTo>
                  <a:cubicBezTo>
                    <a:pt x="21442" y="992"/>
                    <a:pt x="21424" y="982"/>
                    <a:pt x="21406" y="982"/>
                  </a:cubicBezTo>
                  <a:close/>
                  <a:moveTo>
                    <a:pt x="25286" y="1276"/>
                  </a:moveTo>
                  <a:cubicBezTo>
                    <a:pt x="25267" y="1276"/>
                    <a:pt x="25250" y="1285"/>
                    <a:pt x="25240" y="1303"/>
                  </a:cubicBezTo>
                  <a:cubicBezTo>
                    <a:pt x="25225" y="1328"/>
                    <a:pt x="25234" y="1361"/>
                    <a:pt x="25260" y="1376"/>
                  </a:cubicBezTo>
                  <a:lnTo>
                    <a:pt x="25814" y="1696"/>
                  </a:lnTo>
                  <a:cubicBezTo>
                    <a:pt x="25822" y="1700"/>
                    <a:pt x="25832" y="1702"/>
                    <a:pt x="25841" y="1702"/>
                  </a:cubicBezTo>
                  <a:cubicBezTo>
                    <a:pt x="25859" y="1702"/>
                    <a:pt x="25877" y="1693"/>
                    <a:pt x="25887" y="1676"/>
                  </a:cubicBezTo>
                  <a:cubicBezTo>
                    <a:pt x="25902" y="1651"/>
                    <a:pt x="25893" y="1618"/>
                    <a:pt x="25867" y="1603"/>
                  </a:cubicBezTo>
                  <a:lnTo>
                    <a:pt x="25313" y="1283"/>
                  </a:lnTo>
                  <a:cubicBezTo>
                    <a:pt x="25304" y="1278"/>
                    <a:pt x="25295" y="1276"/>
                    <a:pt x="25286" y="1276"/>
                  </a:cubicBezTo>
                  <a:close/>
                  <a:moveTo>
                    <a:pt x="20297" y="1622"/>
                  </a:moveTo>
                  <a:cubicBezTo>
                    <a:pt x="20288" y="1622"/>
                    <a:pt x="20279" y="1624"/>
                    <a:pt x="20271" y="1629"/>
                  </a:cubicBezTo>
                  <a:lnTo>
                    <a:pt x="19717" y="1949"/>
                  </a:lnTo>
                  <a:cubicBezTo>
                    <a:pt x="19691" y="1965"/>
                    <a:pt x="19682" y="1997"/>
                    <a:pt x="19697" y="2022"/>
                  </a:cubicBezTo>
                  <a:cubicBezTo>
                    <a:pt x="19706" y="2040"/>
                    <a:pt x="19724" y="2049"/>
                    <a:pt x="19744" y="2049"/>
                  </a:cubicBezTo>
                  <a:cubicBezTo>
                    <a:pt x="19753" y="2049"/>
                    <a:pt x="19762" y="2047"/>
                    <a:pt x="19769" y="2042"/>
                  </a:cubicBezTo>
                  <a:lnTo>
                    <a:pt x="20325" y="1721"/>
                  </a:lnTo>
                  <a:cubicBezTo>
                    <a:pt x="20349" y="1707"/>
                    <a:pt x="20358" y="1674"/>
                    <a:pt x="20344" y="1649"/>
                  </a:cubicBezTo>
                  <a:cubicBezTo>
                    <a:pt x="20334" y="1632"/>
                    <a:pt x="20316" y="1622"/>
                    <a:pt x="20297" y="1622"/>
                  </a:cubicBezTo>
                  <a:close/>
                  <a:moveTo>
                    <a:pt x="26395" y="1916"/>
                  </a:moveTo>
                  <a:cubicBezTo>
                    <a:pt x="26377" y="1916"/>
                    <a:pt x="26359" y="1926"/>
                    <a:pt x="26349" y="1942"/>
                  </a:cubicBezTo>
                  <a:cubicBezTo>
                    <a:pt x="26334" y="1968"/>
                    <a:pt x="26342" y="2001"/>
                    <a:pt x="26368" y="2015"/>
                  </a:cubicBezTo>
                  <a:lnTo>
                    <a:pt x="26922" y="2336"/>
                  </a:lnTo>
                  <a:cubicBezTo>
                    <a:pt x="26931" y="2341"/>
                    <a:pt x="26940" y="2343"/>
                    <a:pt x="26949" y="2343"/>
                  </a:cubicBezTo>
                  <a:cubicBezTo>
                    <a:pt x="26968" y="2343"/>
                    <a:pt x="26986" y="2333"/>
                    <a:pt x="26995" y="2316"/>
                  </a:cubicBezTo>
                  <a:cubicBezTo>
                    <a:pt x="27010" y="2290"/>
                    <a:pt x="27002" y="2257"/>
                    <a:pt x="26976" y="2243"/>
                  </a:cubicBezTo>
                  <a:lnTo>
                    <a:pt x="26422" y="1923"/>
                  </a:lnTo>
                  <a:cubicBezTo>
                    <a:pt x="26414" y="1918"/>
                    <a:pt x="26404" y="1916"/>
                    <a:pt x="26395" y="1916"/>
                  </a:cubicBezTo>
                  <a:close/>
                  <a:moveTo>
                    <a:pt x="19189" y="2263"/>
                  </a:moveTo>
                  <a:cubicBezTo>
                    <a:pt x="19180" y="2263"/>
                    <a:pt x="19171" y="2265"/>
                    <a:pt x="19162" y="2270"/>
                  </a:cubicBezTo>
                  <a:lnTo>
                    <a:pt x="18607" y="2590"/>
                  </a:lnTo>
                  <a:cubicBezTo>
                    <a:pt x="18583" y="2604"/>
                    <a:pt x="18574" y="2637"/>
                    <a:pt x="18588" y="2663"/>
                  </a:cubicBezTo>
                  <a:cubicBezTo>
                    <a:pt x="18598" y="2680"/>
                    <a:pt x="18616" y="2689"/>
                    <a:pt x="18634" y="2689"/>
                  </a:cubicBezTo>
                  <a:cubicBezTo>
                    <a:pt x="18643" y="2689"/>
                    <a:pt x="18652" y="2687"/>
                    <a:pt x="18661" y="2682"/>
                  </a:cubicBezTo>
                  <a:lnTo>
                    <a:pt x="19215" y="2362"/>
                  </a:lnTo>
                  <a:cubicBezTo>
                    <a:pt x="19241" y="2348"/>
                    <a:pt x="19250" y="2315"/>
                    <a:pt x="19235" y="2289"/>
                  </a:cubicBezTo>
                  <a:cubicBezTo>
                    <a:pt x="19225" y="2272"/>
                    <a:pt x="19207" y="2263"/>
                    <a:pt x="19189" y="2263"/>
                  </a:cubicBezTo>
                  <a:close/>
                  <a:moveTo>
                    <a:pt x="27504" y="2556"/>
                  </a:moveTo>
                  <a:cubicBezTo>
                    <a:pt x="27486" y="2556"/>
                    <a:pt x="27467" y="2565"/>
                    <a:pt x="27457" y="2583"/>
                  </a:cubicBezTo>
                  <a:cubicBezTo>
                    <a:pt x="27442" y="2608"/>
                    <a:pt x="27451" y="2641"/>
                    <a:pt x="27477" y="2656"/>
                  </a:cubicBezTo>
                  <a:lnTo>
                    <a:pt x="28031" y="2976"/>
                  </a:lnTo>
                  <a:cubicBezTo>
                    <a:pt x="28039" y="2980"/>
                    <a:pt x="28049" y="2983"/>
                    <a:pt x="28058" y="2983"/>
                  </a:cubicBezTo>
                  <a:cubicBezTo>
                    <a:pt x="28076" y="2983"/>
                    <a:pt x="28094" y="2974"/>
                    <a:pt x="28104" y="2957"/>
                  </a:cubicBezTo>
                  <a:cubicBezTo>
                    <a:pt x="28119" y="2931"/>
                    <a:pt x="28110" y="2898"/>
                    <a:pt x="28084" y="2884"/>
                  </a:cubicBezTo>
                  <a:lnTo>
                    <a:pt x="27530" y="2563"/>
                  </a:lnTo>
                  <a:cubicBezTo>
                    <a:pt x="27522" y="2558"/>
                    <a:pt x="27513" y="2556"/>
                    <a:pt x="27504" y="2556"/>
                  </a:cubicBezTo>
                  <a:close/>
                  <a:moveTo>
                    <a:pt x="18080" y="2902"/>
                  </a:moveTo>
                  <a:cubicBezTo>
                    <a:pt x="18071" y="2902"/>
                    <a:pt x="18062" y="2905"/>
                    <a:pt x="18053" y="2909"/>
                  </a:cubicBezTo>
                  <a:lnTo>
                    <a:pt x="17499" y="3229"/>
                  </a:lnTo>
                  <a:cubicBezTo>
                    <a:pt x="17473" y="3244"/>
                    <a:pt x="17464" y="3277"/>
                    <a:pt x="17479" y="3302"/>
                  </a:cubicBezTo>
                  <a:cubicBezTo>
                    <a:pt x="17489" y="3319"/>
                    <a:pt x="17507" y="3330"/>
                    <a:pt x="17526" y="3330"/>
                  </a:cubicBezTo>
                  <a:cubicBezTo>
                    <a:pt x="17535" y="3330"/>
                    <a:pt x="17544" y="3327"/>
                    <a:pt x="17552" y="3322"/>
                  </a:cubicBezTo>
                  <a:lnTo>
                    <a:pt x="18107" y="3002"/>
                  </a:lnTo>
                  <a:cubicBezTo>
                    <a:pt x="18132" y="2987"/>
                    <a:pt x="18141" y="2955"/>
                    <a:pt x="18127" y="2929"/>
                  </a:cubicBezTo>
                  <a:cubicBezTo>
                    <a:pt x="18117" y="2912"/>
                    <a:pt x="18099" y="2902"/>
                    <a:pt x="18080" y="2902"/>
                  </a:cubicBezTo>
                  <a:close/>
                  <a:moveTo>
                    <a:pt x="28613" y="3196"/>
                  </a:moveTo>
                  <a:cubicBezTo>
                    <a:pt x="28594" y="3196"/>
                    <a:pt x="28576" y="3206"/>
                    <a:pt x="28566" y="3223"/>
                  </a:cubicBezTo>
                  <a:cubicBezTo>
                    <a:pt x="28552" y="3248"/>
                    <a:pt x="28561" y="3281"/>
                    <a:pt x="28585" y="3296"/>
                  </a:cubicBezTo>
                  <a:lnTo>
                    <a:pt x="29139" y="3616"/>
                  </a:lnTo>
                  <a:cubicBezTo>
                    <a:pt x="29148" y="3621"/>
                    <a:pt x="29157" y="3623"/>
                    <a:pt x="29166" y="3623"/>
                  </a:cubicBezTo>
                  <a:cubicBezTo>
                    <a:pt x="29186" y="3623"/>
                    <a:pt x="29204" y="3613"/>
                    <a:pt x="29213" y="3596"/>
                  </a:cubicBezTo>
                  <a:cubicBezTo>
                    <a:pt x="29227" y="3570"/>
                    <a:pt x="29219" y="3538"/>
                    <a:pt x="29193" y="3523"/>
                  </a:cubicBezTo>
                  <a:lnTo>
                    <a:pt x="28639" y="3203"/>
                  </a:lnTo>
                  <a:cubicBezTo>
                    <a:pt x="28631" y="3199"/>
                    <a:pt x="28622" y="3196"/>
                    <a:pt x="28613" y="3196"/>
                  </a:cubicBezTo>
                  <a:close/>
                  <a:moveTo>
                    <a:pt x="16972" y="3542"/>
                  </a:moveTo>
                  <a:cubicBezTo>
                    <a:pt x="16963" y="3542"/>
                    <a:pt x="16954" y="3545"/>
                    <a:pt x="16945" y="3550"/>
                  </a:cubicBezTo>
                  <a:lnTo>
                    <a:pt x="16390" y="3870"/>
                  </a:lnTo>
                  <a:cubicBezTo>
                    <a:pt x="16365" y="3885"/>
                    <a:pt x="16356" y="3917"/>
                    <a:pt x="16371" y="3943"/>
                  </a:cubicBezTo>
                  <a:cubicBezTo>
                    <a:pt x="16381" y="3960"/>
                    <a:pt x="16399" y="3969"/>
                    <a:pt x="16417" y="3969"/>
                  </a:cubicBezTo>
                  <a:cubicBezTo>
                    <a:pt x="16426" y="3969"/>
                    <a:pt x="16435" y="3967"/>
                    <a:pt x="16444" y="3962"/>
                  </a:cubicBezTo>
                  <a:lnTo>
                    <a:pt x="16998" y="3643"/>
                  </a:lnTo>
                  <a:cubicBezTo>
                    <a:pt x="17024" y="3628"/>
                    <a:pt x="17033" y="3595"/>
                    <a:pt x="17017" y="3569"/>
                  </a:cubicBezTo>
                  <a:cubicBezTo>
                    <a:pt x="17008" y="3552"/>
                    <a:pt x="16990" y="3542"/>
                    <a:pt x="16972" y="3542"/>
                  </a:cubicBezTo>
                  <a:close/>
                  <a:moveTo>
                    <a:pt x="29721" y="3836"/>
                  </a:moveTo>
                  <a:cubicBezTo>
                    <a:pt x="29702" y="3836"/>
                    <a:pt x="29684" y="3846"/>
                    <a:pt x="29674" y="3863"/>
                  </a:cubicBezTo>
                  <a:cubicBezTo>
                    <a:pt x="29660" y="3888"/>
                    <a:pt x="29669" y="3921"/>
                    <a:pt x="29694" y="3936"/>
                  </a:cubicBezTo>
                  <a:lnTo>
                    <a:pt x="30249" y="4256"/>
                  </a:lnTo>
                  <a:cubicBezTo>
                    <a:pt x="30256" y="4261"/>
                    <a:pt x="30267" y="4263"/>
                    <a:pt x="30276" y="4263"/>
                  </a:cubicBezTo>
                  <a:cubicBezTo>
                    <a:pt x="30294" y="4263"/>
                    <a:pt x="30312" y="4253"/>
                    <a:pt x="30322" y="4236"/>
                  </a:cubicBezTo>
                  <a:cubicBezTo>
                    <a:pt x="30336" y="4211"/>
                    <a:pt x="30327" y="4177"/>
                    <a:pt x="30301" y="4163"/>
                  </a:cubicBezTo>
                  <a:lnTo>
                    <a:pt x="29747" y="3843"/>
                  </a:lnTo>
                  <a:cubicBezTo>
                    <a:pt x="29739" y="3838"/>
                    <a:pt x="29730" y="3836"/>
                    <a:pt x="29721" y="3836"/>
                  </a:cubicBezTo>
                  <a:close/>
                  <a:moveTo>
                    <a:pt x="15862" y="4183"/>
                  </a:moveTo>
                  <a:cubicBezTo>
                    <a:pt x="15853" y="4183"/>
                    <a:pt x="15844" y="4185"/>
                    <a:pt x="15836" y="4190"/>
                  </a:cubicBezTo>
                  <a:lnTo>
                    <a:pt x="15282" y="4510"/>
                  </a:lnTo>
                  <a:cubicBezTo>
                    <a:pt x="15256" y="4524"/>
                    <a:pt x="15247" y="4557"/>
                    <a:pt x="15262" y="4583"/>
                  </a:cubicBezTo>
                  <a:cubicBezTo>
                    <a:pt x="15272" y="4600"/>
                    <a:pt x="15290" y="4610"/>
                    <a:pt x="15308" y="4610"/>
                  </a:cubicBezTo>
                  <a:cubicBezTo>
                    <a:pt x="15318" y="4610"/>
                    <a:pt x="15327" y="4608"/>
                    <a:pt x="15335" y="4602"/>
                  </a:cubicBezTo>
                  <a:lnTo>
                    <a:pt x="15889" y="4282"/>
                  </a:lnTo>
                  <a:cubicBezTo>
                    <a:pt x="15915" y="4268"/>
                    <a:pt x="15924" y="4235"/>
                    <a:pt x="15909" y="4209"/>
                  </a:cubicBezTo>
                  <a:cubicBezTo>
                    <a:pt x="15899" y="4192"/>
                    <a:pt x="15881" y="4183"/>
                    <a:pt x="15862" y="4183"/>
                  </a:cubicBezTo>
                  <a:close/>
                  <a:moveTo>
                    <a:pt x="30830" y="4477"/>
                  </a:moveTo>
                  <a:cubicBezTo>
                    <a:pt x="30811" y="4477"/>
                    <a:pt x="30793" y="4486"/>
                    <a:pt x="30783" y="4503"/>
                  </a:cubicBezTo>
                  <a:cubicBezTo>
                    <a:pt x="30769" y="4529"/>
                    <a:pt x="30778" y="4561"/>
                    <a:pt x="30803" y="4576"/>
                  </a:cubicBezTo>
                  <a:lnTo>
                    <a:pt x="31358" y="4896"/>
                  </a:lnTo>
                  <a:cubicBezTo>
                    <a:pt x="31366" y="4901"/>
                    <a:pt x="31375" y="4904"/>
                    <a:pt x="31384" y="4904"/>
                  </a:cubicBezTo>
                  <a:cubicBezTo>
                    <a:pt x="31403" y="4904"/>
                    <a:pt x="31421" y="4894"/>
                    <a:pt x="31430" y="4877"/>
                  </a:cubicBezTo>
                  <a:cubicBezTo>
                    <a:pt x="31444" y="4851"/>
                    <a:pt x="31436" y="4818"/>
                    <a:pt x="31411" y="4804"/>
                  </a:cubicBezTo>
                  <a:lnTo>
                    <a:pt x="30857" y="4484"/>
                  </a:lnTo>
                  <a:cubicBezTo>
                    <a:pt x="30848" y="4479"/>
                    <a:pt x="30839" y="4477"/>
                    <a:pt x="30830" y="4477"/>
                  </a:cubicBezTo>
                  <a:close/>
                  <a:moveTo>
                    <a:pt x="14755" y="4823"/>
                  </a:moveTo>
                  <a:cubicBezTo>
                    <a:pt x="14746" y="4823"/>
                    <a:pt x="14736" y="4825"/>
                    <a:pt x="14728" y="4831"/>
                  </a:cubicBezTo>
                  <a:lnTo>
                    <a:pt x="14173" y="5150"/>
                  </a:lnTo>
                  <a:cubicBezTo>
                    <a:pt x="14148" y="5165"/>
                    <a:pt x="14139" y="5198"/>
                    <a:pt x="14154" y="5224"/>
                  </a:cubicBezTo>
                  <a:cubicBezTo>
                    <a:pt x="14164" y="5240"/>
                    <a:pt x="14182" y="5249"/>
                    <a:pt x="14200" y="5249"/>
                  </a:cubicBezTo>
                  <a:cubicBezTo>
                    <a:pt x="14209" y="5249"/>
                    <a:pt x="14218" y="5247"/>
                    <a:pt x="14227" y="5243"/>
                  </a:cubicBezTo>
                  <a:lnTo>
                    <a:pt x="14781" y="4923"/>
                  </a:lnTo>
                  <a:cubicBezTo>
                    <a:pt x="14807" y="4908"/>
                    <a:pt x="14816" y="4876"/>
                    <a:pt x="14800" y="4850"/>
                  </a:cubicBezTo>
                  <a:cubicBezTo>
                    <a:pt x="14790" y="4832"/>
                    <a:pt x="14773" y="4823"/>
                    <a:pt x="14755" y="4823"/>
                  </a:cubicBezTo>
                  <a:close/>
                  <a:moveTo>
                    <a:pt x="31938" y="5116"/>
                  </a:moveTo>
                  <a:cubicBezTo>
                    <a:pt x="31919" y="5116"/>
                    <a:pt x="31901" y="5126"/>
                    <a:pt x="31891" y="5144"/>
                  </a:cubicBezTo>
                  <a:cubicBezTo>
                    <a:pt x="31877" y="5168"/>
                    <a:pt x="31886" y="5201"/>
                    <a:pt x="31912" y="5216"/>
                  </a:cubicBezTo>
                  <a:lnTo>
                    <a:pt x="32466" y="5537"/>
                  </a:lnTo>
                  <a:cubicBezTo>
                    <a:pt x="32475" y="5541"/>
                    <a:pt x="32484" y="5543"/>
                    <a:pt x="32493" y="5543"/>
                  </a:cubicBezTo>
                  <a:cubicBezTo>
                    <a:pt x="32511" y="5543"/>
                    <a:pt x="32529" y="5533"/>
                    <a:pt x="32539" y="5516"/>
                  </a:cubicBezTo>
                  <a:cubicBezTo>
                    <a:pt x="32554" y="5492"/>
                    <a:pt x="32545" y="5459"/>
                    <a:pt x="32520" y="5443"/>
                  </a:cubicBezTo>
                  <a:lnTo>
                    <a:pt x="31965" y="5123"/>
                  </a:lnTo>
                  <a:cubicBezTo>
                    <a:pt x="31956" y="5119"/>
                    <a:pt x="31947" y="5116"/>
                    <a:pt x="31938" y="5116"/>
                  </a:cubicBezTo>
                  <a:close/>
                  <a:moveTo>
                    <a:pt x="13646" y="5463"/>
                  </a:moveTo>
                  <a:cubicBezTo>
                    <a:pt x="13637" y="5463"/>
                    <a:pt x="13627" y="5465"/>
                    <a:pt x="13619" y="5470"/>
                  </a:cubicBezTo>
                  <a:lnTo>
                    <a:pt x="13065" y="5790"/>
                  </a:lnTo>
                  <a:cubicBezTo>
                    <a:pt x="13039" y="5805"/>
                    <a:pt x="13030" y="5837"/>
                    <a:pt x="13045" y="5863"/>
                  </a:cubicBezTo>
                  <a:cubicBezTo>
                    <a:pt x="13055" y="5880"/>
                    <a:pt x="13073" y="5890"/>
                    <a:pt x="13092" y="5890"/>
                  </a:cubicBezTo>
                  <a:cubicBezTo>
                    <a:pt x="13101" y="5890"/>
                    <a:pt x="13110" y="5888"/>
                    <a:pt x="13118" y="5882"/>
                  </a:cubicBezTo>
                  <a:lnTo>
                    <a:pt x="13673" y="5562"/>
                  </a:lnTo>
                  <a:cubicBezTo>
                    <a:pt x="13698" y="5548"/>
                    <a:pt x="13707" y="5515"/>
                    <a:pt x="13692" y="5489"/>
                  </a:cubicBezTo>
                  <a:cubicBezTo>
                    <a:pt x="13682" y="5473"/>
                    <a:pt x="13664" y="5463"/>
                    <a:pt x="13646" y="5463"/>
                  </a:cubicBezTo>
                  <a:close/>
                  <a:moveTo>
                    <a:pt x="33046" y="5757"/>
                  </a:moveTo>
                  <a:cubicBezTo>
                    <a:pt x="33028" y="5757"/>
                    <a:pt x="33010" y="5766"/>
                    <a:pt x="33001" y="5783"/>
                  </a:cubicBezTo>
                  <a:cubicBezTo>
                    <a:pt x="32986" y="5809"/>
                    <a:pt x="32995" y="5842"/>
                    <a:pt x="33020" y="5856"/>
                  </a:cubicBezTo>
                  <a:lnTo>
                    <a:pt x="33575" y="6176"/>
                  </a:lnTo>
                  <a:cubicBezTo>
                    <a:pt x="33583" y="6181"/>
                    <a:pt x="33592" y="6183"/>
                    <a:pt x="33601" y="6183"/>
                  </a:cubicBezTo>
                  <a:cubicBezTo>
                    <a:pt x="33620" y="6183"/>
                    <a:pt x="33638" y="6174"/>
                    <a:pt x="33647" y="6157"/>
                  </a:cubicBezTo>
                  <a:cubicBezTo>
                    <a:pt x="33663" y="6131"/>
                    <a:pt x="33654" y="6098"/>
                    <a:pt x="33628" y="6084"/>
                  </a:cubicBezTo>
                  <a:lnTo>
                    <a:pt x="33074" y="5764"/>
                  </a:lnTo>
                  <a:cubicBezTo>
                    <a:pt x="33065" y="5759"/>
                    <a:pt x="33056" y="5757"/>
                    <a:pt x="33046" y="5757"/>
                  </a:cubicBezTo>
                  <a:close/>
                  <a:moveTo>
                    <a:pt x="12536" y="6103"/>
                  </a:moveTo>
                  <a:cubicBezTo>
                    <a:pt x="12527" y="6103"/>
                    <a:pt x="12518" y="6105"/>
                    <a:pt x="12510" y="6110"/>
                  </a:cubicBezTo>
                  <a:lnTo>
                    <a:pt x="11956" y="6431"/>
                  </a:lnTo>
                  <a:cubicBezTo>
                    <a:pt x="11930" y="6445"/>
                    <a:pt x="11922" y="6478"/>
                    <a:pt x="11937" y="6503"/>
                  </a:cubicBezTo>
                  <a:cubicBezTo>
                    <a:pt x="11947" y="6521"/>
                    <a:pt x="11965" y="6530"/>
                    <a:pt x="11983" y="6530"/>
                  </a:cubicBezTo>
                  <a:cubicBezTo>
                    <a:pt x="11992" y="6530"/>
                    <a:pt x="12001" y="6528"/>
                    <a:pt x="12010" y="6523"/>
                  </a:cubicBezTo>
                  <a:lnTo>
                    <a:pt x="12564" y="6203"/>
                  </a:lnTo>
                  <a:cubicBezTo>
                    <a:pt x="12590" y="6187"/>
                    <a:pt x="12598" y="6155"/>
                    <a:pt x="12583" y="6130"/>
                  </a:cubicBezTo>
                  <a:cubicBezTo>
                    <a:pt x="12573" y="6113"/>
                    <a:pt x="12555" y="6103"/>
                    <a:pt x="12536" y="6103"/>
                  </a:cubicBezTo>
                  <a:close/>
                  <a:moveTo>
                    <a:pt x="34156" y="6397"/>
                  </a:moveTo>
                  <a:cubicBezTo>
                    <a:pt x="34137" y="6397"/>
                    <a:pt x="34120" y="6406"/>
                    <a:pt x="34110" y="6424"/>
                  </a:cubicBezTo>
                  <a:cubicBezTo>
                    <a:pt x="34094" y="6449"/>
                    <a:pt x="34103" y="6481"/>
                    <a:pt x="34129" y="6496"/>
                  </a:cubicBezTo>
                  <a:lnTo>
                    <a:pt x="34683" y="6817"/>
                  </a:lnTo>
                  <a:cubicBezTo>
                    <a:pt x="34692" y="6821"/>
                    <a:pt x="34701" y="6824"/>
                    <a:pt x="34710" y="6824"/>
                  </a:cubicBezTo>
                  <a:cubicBezTo>
                    <a:pt x="34728" y="6824"/>
                    <a:pt x="34746" y="6814"/>
                    <a:pt x="34756" y="6797"/>
                  </a:cubicBezTo>
                  <a:cubicBezTo>
                    <a:pt x="34771" y="6772"/>
                    <a:pt x="34762" y="6738"/>
                    <a:pt x="34737" y="6723"/>
                  </a:cubicBezTo>
                  <a:lnTo>
                    <a:pt x="34182" y="6404"/>
                  </a:lnTo>
                  <a:cubicBezTo>
                    <a:pt x="34173" y="6399"/>
                    <a:pt x="34164" y="6397"/>
                    <a:pt x="34156" y="6397"/>
                  </a:cubicBezTo>
                  <a:close/>
                  <a:moveTo>
                    <a:pt x="11429" y="6743"/>
                  </a:moveTo>
                  <a:cubicBezTo>
                    <a:pt x="11420" y="6743"/>
                    <a:pt x="11410" y="6746"/>
                    <a:pt x="11402" y="6750"/>
                  </a:cubicBezTo>
                  <a:lnTo>
                    <a:pt x="10848" y="7070"/>
                  </a:lnTo>
                  <a:cubicBezTo>
                    <a:pt x="10822" y="7085"/>
                    <a:pt x="10813" y="7118"/>
                    <a:pt x="10827" y="7143"/>
                  </a:cubicBezTo>
                  <a:cubicBezTo>
                    <a:pt x="10838" y="7160"/>
                    <a:pt x="10856" y="7170"/>
                    <a:pt x="10874" y="7170"/>
                  </a:cubicBezTo>
                  <a:cubicBezTo>
                    <a:pt x="10883" y="7170"/>
                    <a:pt x="10893" y="7168"/>
                    <a:pt x="10901" y="7163"/>
                  </a:cubicBezTo>
                  <a:lnTo>
                    <a:pt x="11455" y="6843"/>
                  </a:lnTo>
                  <a:cubicBezTo>
                    <a:pt x="11481" y="6828"/>
                    <a:pt x="11490" y="6796"/>
                    <a:pt x="11475" y="6770"/>
                  </a:cubicBezTo>
                  <a:cubicBezTo>
                    <a:pt x="11465" y="6752"/>
                    <a:pt x="11448" y="6743"/>
                    <a:pt x="11429" y="6743"/>
                  </a:cubicBezTo>
                  <a:close/>
                  <a:moveTo>
                    <a:pt x="35265" y="7037"/>
                  </a:moveTo>
                  <a:cubicBezTo>
                    <a:pt x="35246" y="7037"/>
                    <a:pt x="35228" y="7046"/>
                    <a:pt x="35218" y="7064"/>
                  </a:cubicBezTo>
                  <a:cubicBezTo>
                    <a:pt x="35203" y="7089"/>
                    <a:pt x="35212" y="7122"/>
                    <a:pt x="35237" y="7137"/>
                  </a:cubicBezTo>
                  <a:lnTo>
                    <a:pt x="35792" y="7456"/>
                  </a:lnTo>
                  <a:cubicBezTo>
                    <a:pt x="35800" y="7461"/>
                    <a:pt x="35809" y="7463"/>
                    <a:pt x="35818" y="7463"/>
                  </a:cubicBezTo>
                  <a:cubicBezTo>
                    <a:pt x="35837" y="7463"/>
                    <a:pt x="35855" y="7454"/>
                    <a:pt x="35864" y="7436"/>
                  </a:cubicBezTo>
                  <a:cubicBezTo>
                    <a:pt x="35880" y="7411"/>
                    <a:pt x="35871" y="7379"/>
                    <a:pt x="35845" y="7364"/>
                  </a:cubicBezTo>
                  <a:lnTo>
                    <a:pt x="35291" y="7043"/>
                  </a:lnTo>
                  <a:cubicBezTo>
                    <a:pt x="35283" y="7039"/>
                    <a:pt x="35273" y="7037"/>
                    <a:pt x="35265" y="7037"/>
                  </a:cubicBezTo>
                  <a:close/>
                  <a:moveTo>
                    <a:pt x="10319" y="7383"/>
                  </a:moveTo>
                  <a:cubicBezTo>
                    <a:pt x="10310" y="7383"/>
                    <a:pt x="10301" y="7385"/>
                    <a:pt x="10293" y="7390"/>
                  </a:cubicBezTo>
                  <a:lnTo>
                    <a:pt x="9739" y="7710"/>
                  </a:lnTo>
                  <a:cubicBezTo>
                    <a:pt x="9713" y="7726"/>
                    <a:pt x="9705" y="7758"/>
                    <a:pt x="9719" y="7783"/>
                  </a:cubicBezTo>
                  <a:cubicBezTo>
                    <a:pt x="9730" y="7801"/>
                    <a:pt x="9748" y="7810"/>
                    <a:pt x="9766" y="7810"/>
                  </a:cubicBezTo>
                  <a:cubicBezTo>
                    <a:pt x="9775" y="7810"/>
                    <a:pt x="9784" y="7808"/>
                    <a:pt x="9793" y="7803"/>
                  </a:cubicBezTo>
                  <a:lnTo>
                    <a:pt x="10347" y="7484"/>
                  </a:lnTo>
                  <a:cubicBezTo>
                    <a:pt x="10373" y="7468"/>
                    <a:pt x="10380" y="7435"/>
                    <a:pt x="10366" y="7410"/>
                  </a:cubicBezTo>
                  <a:cubicBezTo>
                    <a:pt x="10356" y="7393"/>
                    <a:pt x="10338" y="7383"/>
                    <a:pt x="10319" y="7383"/>
                  </a:cubicBezTo>
                  <a:close/>
                  <a:moveTo>
                    <a:pt x="36373" y="7677"/>
                  </a:moveTo>
                  <a:cubicBezTo>
                    <a:pt x="36355" y="7677"/>
                    <a:pt x="36337" y="7686"/>
                    <a:pt x="36327" y="7703"/>
                  </a:cubicBezTo>
                  <a:cubicBezTo>
                    <a:pt x="36311" y="7729"/>
                    <a:pt x="36320" y="7762"/>
                    <a:pt x="36346" y="7776"/>
                  </a:cubicBezTo>
                  <a:lnTo>
                    <a:pt x="36900" y="8097"/>
                  </a:lnTo>
                  <a:cubicBezTo>
                    <a:pt x="36909" y="8102"/>
                    <a:pt x="36918" y="8104"/>
                    <a:pt x="36927" y="8104"/>
                  </a:cubicBezTo>
                  <a:cubicBezTo>
                    <a:pt x="36945" y="8104"/>
                    <a:pt x="36963" y="8094"/>
                    <a:pt x="36973" y="8077"/>
                  </a:cubicBezTo>
                  <a:cubicBezTo>
                    <a:pt x="36988" y="8052"/>
                    <a:pt x="36979" y="8018"/>
                    <a:pt x="36954" y="8004"/>
                  </a:cubicBezTo>
                  <a:lnTo>
                    <a:pt x="36399" y="7684"/>
                  </a:lnTo>
                  <a:cubicBezTo>
                    <a:pt x="36391" y="7679"/>
                    <a:pt x="36382" y="7677"/>
                    <a:pt x="36373" y="7677"/>
                  </a:cubicBezTo>
                  <a:close/>
                  <a:moveTo>
                    <a:pt x="9212" y="8023"/>
                  </a:moveTo>
                  <a:cubicBezTo>
                    <a:pt x="9202" y="8023"/>
                    <a:pt x="9193" y="8026"/>
                    <a:pt x="9185" y="8031"/>
                  </a:cubicBezTo>
                  <a:lnTo>
                    <a:pt x="8631" y="8351"/>
                  </a:lnTo>
                  <a:cubicBezTo>
                    <a:pt x="8605" y="8365"/>
                    <a:pt x="8596" y="8398"/>
                    <a:pt x="8610" y="8424"/>
                  </a:cubicBezTo>
                  <a:cubicBezTo>
                    <a:pt x="8620" y="8441"/>
                    <a:pt x="8638" y="8450"/>
                    <a:pt x="8656" y="8450"/>
                  </a:cubicBezTo>
                  <a:cubicBezTo>
                    <a:pt x="8665" y="8450"/>
                    <a:pt x="8676" y="8447"/>
                    <a:pt x="8683" y="8443"/>
                  </a:cubicBezTo>
                  <a:lnTo>
                    <a:pt x="9237" y="8123"/>
                  </a:lnTo>
                  <a:cubicBezTo>
                    <a:pt x="9263" y="8108"/>
                    <a:pt x="9272" y="8076"/>
                    <a:pt x="9258" y="8050"/>
                  </a:cubicBezTo>
                  <a:cubicBezTo>
                    <a:pt x="9248" y="8033"/>
                    <a:pt x="9230" y="8023"/>
                    <a:pt x="9212" y="8023"/>
                  </a:cubicBezTo>
                  <a:close/>
                  <a:moveTo>
                    <a:pt x="37482" y="8317"/>
                  </a:moveTo>
                  <a:cubicBezTo>
                    <a:pt x="37463" y="8317"/>
                    <a:pt x="37445" y="8326"/>
                    <a:pt x="37435" y="8344"/>
                  </a:cubicBezTo>
                  <a:cubicBezTo>
                    <a:pt x="37420" y="8369"/>
                    <a:pt x="37429" y="8402"/>
                    <a:pt x="37454" y="8417"/>
                  </a:cubicBezTo>
                  <a:lnTo>
                    <a:pt x="38009" y="8737"/>
                  </a:lnTo>
                  <a:cubicBezTo>
                    <a:pt x="38017" y="8741"/>
                    <a:pt x="38026" y="8744"/>
                    <a:pt x="38035" y="8744"/>
                  </a:cubicBezTo>
                  <a:cubicBezTo>
                    <a:pt x="38054" y="8744"/>
                    <a:pt x="38072" y="8735"/>
                    <a:pt x="38082" y="8718"/>
                  </a:cubicBezTo>
                  <a:cubicBezTo>
                    <a:pt x="38097" y="8692"/>
                    <a:pt x="38088" y="8659"/>
                    <a:pt x="38062" y="8644"/>
                  </a:cubicBezTo>
                  <a:lnTo>
                    <a:pt x="37508" y="8324"/>
                  </a:lnTo>
                  <a:cubicBezTo>
                    <a:pt x="37500" y="8319"/>
                    <a:pt x="37491" y="8317"/>
                    <a:pt x="37482" y="8317"/>
                  </a:cubicBezTo>
                  <a:close/>
                  <a:moveTo>
                    <a:pt x="8102" y="8663"/>
                  </a:moveTo>
                  <a:cubicBezTo>
                    <a:pt x="8093" y="8663"/>
                    <a:pt x="8084" y="8666"/>
                    <a:pt x="8075" y="8670"/>
                  </a:cubicBezTo>
                  <a:lnTo>
                    <a:pt x="7521" y="8990"/>
                  </a:lnTo>
                  <a:cubicBezTo>
                    <a:pt x="7495" y="9005"/>
                    <a:pt x="7488" y="9039"/>
                    <a:pt x="7502" y="9063"/>
                  </a:cubicBezTo>
                  <a:cubicBezTo>
                    <a:pt x="7511" y="9080"/>
                    <a:pt x="7530" y="9090"/>
                    <a:pt x="7548" y="9090"/>
                  </a:cubicBezTo>
                  <a:cubicBezTo>
                    <a:pt x="7557" y="9090"/>
                    <a:pt x="7566" y="9088"/>
                    <a:pt x="7575" y="9084"/>
                  </a:cubicBezTo>
                  <a:lnTo>
                    <a:pt x="8129" y="8763"/>
                  </a:lnTo>
                  <a:cubicBezTo>
                    <a:pt x="8155" y="8748"/>
                    <a:pt x="8163" y="8715"/>
                    <a:pt x="8149" y="8690"/>
                  </a:cubicBezTo>
                  <a:cubicBezTo>
                    <a:pt x="8139" y="8673"/>
                    <a:pt x="8121" y="8663"/>
                    <a:pt x="8102" y="8663"/>
                  </a:cubicBezTo>
                  <a:close/>
                  <a:moveTo>
                    <a:pt x="38590" y="8957"/>
                  </a:moveTo>
                  <a:cubicBezTo>
                    <a:pt x="38572" y="8957"/>
                    <a:pt x="38554" y="8967"/>
                    <a:pt x="38544" y="8983"/>
                  </a:cubicBezTo>
                  <a:cubicBezTo>
                    <a:pt x="38530" y="9009"/>
                    <a:pt x="38537" y="9042"/>
                    <a:pt x="38563" y="9057"/>
                  </a:cubicBezTo>
                  <a:lnTo>
                    <a:pt x="39117" y="9376"/>
                  </a:lnTo>
                  <a:cubicBezTo>
                    <a:pt x="39126" y="9382"/>
                    <a:pt x="39135" y="9384"/>
                    <a:pt x="39144" y="9384"/>
                  </a:cubicBezTo>
                  <a:cubicBezTo>
                    <a:pt x="39162" y="9384"/>
                    <a:pt x="39180" y="9374"/>
                    <a:pt x="39190" y="9357"/>
                  </a:cubicBezTo>
                  <a:cubicBezTo>
                    <a:pt x="39205" y="9331"/>
                    <a:pt x="39196" y="9299"/>
                    <a:pt x="39171" y="9284"/>
                  </a:cubicBezTo>
                  <a:lnTo>
                    <a:pt x="38616" y="8964"/>
                  </a:lnTo>
                  <a:cubicBezTo>
                    <a:pt x="38608" y="8959"/>
                    <a:pt x="38599" y="8957"/>
                    <a:pt x="38590" y="8957"/>
                  </a:cubicBezTo>
                  <a:close/>
                  <a:moveTo>
                    <a:pt x="6994" y="9304"/>
                  </a:moveTo>
                  <a:cubicBezTo>
                    <a:pt x="6985" y="9304"/>
                    <a:pt x="6976" y="9306"/>
                    <a:pt x="6967" y="9311"/>
                  </a:cubicBezTo>
                  <a:lnTo>
                    <a:pt x="6413" y="9631"/>
                  </a:lnTo>
                  <a:cubicBezTo>
                    <a:pt x="6387" y="9646"/>
                    <a:pt x="6378" y="9678"/>
                    <a:pt x="6393" y="9704"/>
                  </a:cubicBezTo>
                  <a:cubicBezTo>
                    <a:pt x="6403" y="9721"/>
                    <a:pt x="6421" y="9730"/>
                    <a:pt x="6439" y="9730"/>
                  </a:cubicBezTo>
                  <a:cubicBezTo>
                    <a:pt x="6448" y="9730"/>
                    <a:pt x="6457" y="9728"/>
                    <a:pt x="6466" y="9723"/>
                  </a:cubicBezTo>
                  <a:lnTo>
                    <a:pt x="7020" y="9403"/>
                  </a:lnTo>
                  <a:cubicBezTo>
                    <a:pt x="7046" y="9389"/>
                    <a:pt x="7055" y="9355"/>
                    <a:pt x="7041" y="9330"/>
                  </a:cubicBezTo>
                  <a:cubicBezTo>
                    <a:pt x="7031" y="9313"/>
                    <a:pt x="7013" y="9304"/>
                    <a:pt x="6994" y="9304"/>
                  </a:cubicBezTo>
                  <a:close/>
                  <a:moveTo>
                    <a:pt x="5885" y="9944"/>
                  </a:moveTo>
                  <a:cubicBezTo>
                    <a:pt x="5876" y="9944"/>
                    <a:pt x="5867" y="9946"/>
                    <a:pt x="5858" y="9951"/>
                  </a:cubicBezTo>
                  <a:lnTo>
                    <a:pt x="5304" y="10271"/>
                  </a:lnTo>
                  <a:cubicBezTo>
                    <a:pt x="5278" y="10285"/>
                    <a:pt x="5269" y="10318"/>
                    <a:pt x="5285" y="10344"/>
                  </a:cubicBezTo>
                  <a:cubicBezTo>
                    <a:pt x="5294" y="10361"/>
                    <a:pt x="5312" y="10371"/>
                    <a:pt x="5331" y="10371"/>
                  </a:cubicBezTo>
                  <a:cubicBezTo>
                    <a:pt x="5340" y="10371"/>
                    <a:pt x="5349" y="10368"/>
                    <a:pt x="5357" y="10363"/>
                  </a:cubicBezTo>
                  <a:lnTo>
                    <a:pt x="5912" y="10043"/>
                  </a:lnTo>
                  <a:cubicBezTo>
                    <a:pt x="5937" y="10028"/>
                    <a:pt x="5946" y="9996"/>
                    <a:pt x="5931" y="9970"/>
                  </a:cubicBezTo>
                  <a:cubicBezTo>
                    <a:pt x="5922" y="9953"/>
                    <a:pt x="5904" y="9944"/>
                    <a:pt x="5885" y="9944"/>
                  </a:cubicBezTo>
                  <a:close/>
                  <a:moveTo>
                    <a:pt x="4776" y="10583"/>
                  </a:moveTo>
                  <a:cubicBezTo>
                    <a:pt x="4767" y="10583"/>
                    <a:pt x="4758" y="10586"/>
                    <a:pt x="4750" y="10590"/>
                  </a:cubicBezTo>
                  <a:lnTo>
                    <a:pt x="4196" y="10911"/>
                  </a:lnTo>
                  <a:cubicBezTo>
                    <a:pt x="4170" y="10926"/>
                    <a:pt x="4161" y="10959"/>
                    <a:pt x="4176" y="10983"/>
                  </a:cubicBezTo>
                  <a:cubicBezTo>
                    <a:pt x="4186" y="11001"/>
                    <a:pt x="4204" y="11010"/>
                    <a:pt x="4222" y="11010"/>
                  </a:cubicBezTo>
                  <a:cubicBezTo>
                    <a:pt x="4231" y="11010"/>
                    <a:pt x="4240" y="11008"/>
                    <a:pt x="4249" y="11004"/>
                  </a:cubicBezTo>
                  <a:lnTo>
                    <a:pt x="4803" y="10684"/>
                  </a:lnTo>
                  <a:cubicBezTo>
                    <a:pt x="4829" y="10669"/>
                    <a:pt x="4838" y="10635"/>
                    <a:pt x="4823" y="10611"/>
                  </a:cubicBezTo>
                  <a:cubicBezTo>
                    <a:pt x="4813" y="10593"/>
                    <a:pt x="4794" y="10583"/>
                    <a:pt x="4776" y="10583"/>
                  </a:cubicBezTo>
                  <a:close/>
                  <a:moveTo>
                    <a:pt x="3668" y="11224"/>
                  </a:moveTo>
                  <a:cubicBezTo>
                    <a:pt x="3659" y="11224"/>
                    <a:pt x="3649" y="11226"/>
                    <a:pt x="3641" y="11231"/>
                  </a:cubicBezTo>
                  <a:lnTo>
                    <a:pt x="3087" y="11551"/>
                  </a:lnTo>
                  <a:cubicBezTo>
                    <a:pt x="3061" y="11565"/>
                    <a:pt x="3053" y="11598"/>
                    <a:pt x="3068" y="11624"/>
                  </a:cubicBezTo>
                  <a:cubicBezTo>
                    <a:pt x="3077" y="11641"/>
                    <a:pt x="3095" y="11651"/>
                    <a:pt x="3114" y="11651"/>
                  </a:cubicBezTo>
                  <a:cubicBezTo>
                    <a:pt x="3123" y="11651"/>
                    <a:pt x="3132" y="11649"/>
                    <a:pt x="3141" y="11643"/>
                  </a:cubicBezTo>
                  <a:lnTo>
                    <a:pt x="3695" y="11323"/>
                  </a:lnTo>
                  <a:cubicBezTo>
                    <a:pt x="3721" y="11309"/>
                    <a:pt x="3729" y="11276"/>
                    <a:pt x="3714" y="11250"/>
                  </a:cubicBezTo>
                  <a:cubicBezTo>
                    <a:pt x="3704" y="11234"/>
                    <a:pt x="3686" y="11224"/>
                    <a:pt x="3668" y="11224"/>
                  </a:cubicBezTo>
                  <a:close/>
                  <a:moveTo>
                    <a:pt x="2559" y="11864"/>
                  </a:moveTo>
                  <a:cubicBezTo>
                    <a:pt x="2550" y="11864"/>
                    <a:pt x="2541" y="11866"/>
                    <a:pt x="2533" y="11871"/>
                  </a:cubicBezTo>
                  <a:lnTo>
                    <a:pt x="1979" y="12192"/>
                  </a:lnTo>
                  <a:cubicBezTo>
                    <a:pt x="1953" y="12206"/>
                    <a:pt x="1944" y="12239"/>
                    <a:pt x="1959" y="12264"/>
                  </a:cubicBezTo>
                  <a:cubicBezTo>
                    <a:pt x="1969" y="12282"/>
                    <a:pt x="1987" y="12291"/>
                    <a:pt x="2005" y="12291"/>
                  </a:cubicBezTo>
                  <a:cubicBezTo>
                    <a:pt x="2014" y="12291"/>
                    <a:pt x="2023" y="12288"/>
                    <a:pt x="2032" y="12284"/>
                  </a:cubicBezTo>
                  <a:lnTo>
                    <a:pt x="2586" y="11964"/>
                  </a:lnTo>
                  <a:cubicBezTo>
                    <a:pt x="2612" y="11948"/>
                    <a:pt x="2621" y="11916"/>
                    <a:pt x="2606" y="11891"/>
                  </a:cubicBezTo>
                  <a:cubicBezTo>
                    <a:pt x="2595" y="11873"/>
                    <a:pt x="2577" y="11864"/>
                    <a:pt x="2559" y="11864"/>
                  </a:cubicBezTo>
                  <a:close/>
                  <a:moveTo>
                    <a:pt x="1451" y="12504"/>
                  </a:moveTo>
                  <a:cubicBezTo>
                    <a:pt x="1442" y="12504"/>
                    <a:pt x="1432" y="12506"/>
                    <a:pt x="1424" y="12511"/>
                  </a:cubicBezTo>
                  <a:lnTo>
                    <a:pt x="870" y="12831"/>
                  </a:lnTo>
                  <a:cubicBezTo>
                    <a:pt x="844" y="12846"/>
                    <a:pt x="835" y="12878"/>
                    <a:pt x="849" y="12904"/>
                  </a:cubicBezTo>
                  <a:cubicBezTo>
                    <a:pt x="860" y="12921"/>
                    <a:pt x="878" y="12931"/>
                    <a:pt x="897" y="12931"/>
                  </a:cubicBezTo>
                  <a:cubicBezTo>
                    <a:pt x="906" y="12931"/>
                    <a:pt x="915" y="12929"/>
                    <a:pt x="923" y="12923"/>
                  </a:cubicBezTo>
                  <a:lnTo>
                    <a:pt x="1478" y="12604"/>
                  </a:lnTo>
                  <a:cubicBezTo>
                    <a:pt x="1503" y="12589"/>
                    <a:pt x="1512" y="12556"/>
                    <a:pt x="1497" y="12531"/>
                  </a:cubicBezTo>
                  <a:cubicBezTo>
                    <a:pt x="1487" y="12513"/>
                    <a:pt x="1470" y="12504"/>
                    <a:pt x="1451" y="12504"/>
                  </a:cubicBezTo>
                  <a:close/>
                  <a:moveTo>
                    <a:pt x="341" y="13144"/>
                  </a:moveTo>
                  <a:cubicBezTo>
                    <a:pt x="332" y="13144"/>
                    <a:pt x="323" y="13146"/>
                    <a:pt x="315" y="13151"/>
                  </a:cubicBezTo>
                  <a:lnTo>
                    <a:pt x="0" y="13333"/>
                  </a:lnTo>
                  <a:lnTo>
                    <a:pt x="400" y="13564"/>
                  </a:lnTo>
                  <a:cubicBezTo>
                    <a:pt x="409" y="13569"/>
                    <a:pt x="418" y="13571"/>
                    <a:pt x="427" y="13571"/>
                  </a:cubicBezTo>
                  <a:cubicBezTo>
                    <a:pt x="445" y="13571"/>
                    <a:pt x="463" y="13561"/>
                    <a:pt x="473" y="13544"/>
                  </a:cubicBezTo>
                  <a:cubicBezTo>
                    <a:pt x="488" y="13518"/>
                    <a:pt x="479" y="13485"/>
                    <a:pt x="454" y="13471"/>
                  </a:cubicBezTo>
                  <a:lnTo>
                    <a:pt x="214" y="13332"/>
                  </a:lnTo>
                  <a:lnTo>
                    <a:pt x="369" y="13243"/>
                  </a:lnTo>
                  <a:cubicBezTo>
                    <a:pt x="395" y="13229"/>
                    <a:pt x="402" y="13196"/>
                    <a:pt x="388" y="13171"/>
                  </a:cubicBezTo>
                  <a:cubicBezTo>
                    <a:pt x="378" y="13154"/>
                    <a:pt x="360" y="13144"/>
                    <a:pt x="341" y="13144"/>
                  </a:cubicBezTo>
                  <a:close/>
                  <a:moveTo>
                    <a:pt x="981" y="13784"/>
                  </a:moveTo>
                  <a:cubicBezTo>
                    <a:pt x="963" y="13784"/>
                    <a:pt x="945" y="13794"/>
                    <a:pt x="935" y="13811"/>
                  </a:cubicBezTo>
                  <a:cubicBezTo>
                    <a:pt x="920" y="13837"/>
                    <a:pt x="929" y="13869"/>
                    <a:pt x="955" y="13884"/>
                  </a:cubicBezTo>
                  <a:lnTo>
                    <a:pt x="1509" y="14204"/>
                  </a:lnTo>
                  <a:cubicBezTo>
                    <a:pt x="1517" y="14208"/>
                    <a:pt x="1527" y="14211"/>
                    <a:pt x="1536" y="14211"/>
                  </a:cubicBezTo>
                  <a:cubicBezTo>
                    <a:pt x="1554" y="14211"/>
                    <a:pt x="1572" y="14202"/>
                    <a:pt x="1583" y="14185"/>
                  </a:cubicBezTo>
                  <a:cubicBezTo>
                    <a:pt x="1597" y="14159"/>
                    <a:pt x="1588" y="14126"/>
                    <a:pt x="1562" y="14111"/>
                  </a:cubicBezTo>
                  <a:lnTo>
                    <a:pt x="1008" y="13792"/>
                  </a:lnTo>
                  <a:cubicBezTo>
                    <a:pt x="1000" y="13787"/>
                    <a:pt x="991" y="13784"/>
                    <a:pt x="981" y="13784"/>
                  </a:cubicBezTo>
                  <a:close/>
                  <a:moveTo>
                    <a:pt x="2091" y="14424"/>
                  </a:moveTo>
                  <a:cubicBezTo>
                    <a:pt x="2072" y="14424"/>
                    <a:pt x="2054" y="14434"/>
                    <a:pt x="2044" y="14452"/>
                  </a:cubicBezTo>
                  <a:cubicBezTo>
                    <a:pt x="2030" y="14476"/>
                    <a:pt x="2037" y="14509"/>
                    <a:pt x="2063" y="14524"/>
                  </a:cubicBezTo>
                  <a:lnTo>
                    <a:pt x="2617" y="14845"/>
                  </a:lnTo>
                  <a:cubicBezTo>
                    <a:pt x="2626" y="14849"/>
                    <a:pt x="2635" y="14851"/>
                    <a:pt x="2644" y="14851"/>
                  </a:cubicBezTo>
                  <a:cubicBezTo>
                    <a:pt x="2664" y="14851"/>
                    <a:pt x="2680" y="14841"/>
                    <a:pt x="2691" y="14824"/>
                  </a:cubicBezTo>
                  <a:cubicBezTo>
                    <a:pt x="2705" y="14800"/>
                    <a:pt x="2697" y="14767"/>
                    <a:pt x="2671" y="14751"/>
                  </a:cubicBezTo>
                  <a:lnTo>
                    <a:pt x="2117" y="14431"/>
                  </a:lnTo>
                  <a:cubicBezTo>
                    <a:pt x="2109" y="14427"/>
                    <a:pt x="2100" y="14424"/>
                    <a:pt x="2091" y="14424"/>
                  </a:cubicBezTo>
                  <a:close/>
                  <a:moveTo>
                    <a:pt x="3199" y="15064"/>
                  </a:moveTo>
                  <a:cubicBezTo>
                    <a:pt x="3181" y="15064"/>
                    <a:pt x="3162" y="15074"/>
                    <a:pt x="3152" y="15091"/>
                  </a:cubicBezTo>
                  <a:cubicBezTo>
                    <a:pt x="3138" y="15117"/>
                    <a:pt x="3147" y="15150"/>
                    <a:pt x="3173" y="15164"/>
                  </a:cubicBezTo>
                  <a:lnTo>
                    <a:pt x="3727" y="15484"/>
                  </a:lnTo>
                  <a:cubicBezTo>
                    <a:pt x="3734" y="15489"/>
                    <a:pt x="3745" y="15491"/>
                    <a:pt x="3754" y="15491"/>
                  </a:cubicBezTo>
                  <a:cubicBezTo>
                    <a:pt x="3772" y="15491"/>
                    <a:pt x="3790" y="15482"/>
                    <a:pt x="3800" y="15465"/>
                  </a:cubicBezTo>
                  <a:cubicBezTo>
                    <a:pt x="3814" y="15439"/>
                    <a:pt x="3805" y="15406"/>
                    <a:pt x="3779" y="15392"/>
                  </a:cubicBezTo>
                  <a:lnTo>
                    <a:pt x="3225" y="15071"/>
                  </a:lnTo>
                  <a:cubicBezTo>
                    <a:pt x="3217" y="15067"/>
                    <a:pt x="3208" y="15064"/>
                    <a:pt x="3199" y="15064"/>
                  </a:cubicBezTo>
                  <a:close/>
                  <a:moveTo>
                    <a:pt x="4308" y="15705"/>
                  </a:moveTo>
                  <a:cubicBezTo>
                    <a:pt x="4289" y="15705"/>
                    <a:pt x="4271" y="15714"/>
                    <a:pt x="4261" y="15731"/>
                  </a:cubicBezTo>
                  <a:cubicBezTo>
                    <a:pt x="4247" y="15757"/>
                    <a:pt x="4256" y="15789"/>
                    <a:pt x="4281" y="15804"/>
                  </a:cubicBezTo>
                  <a:lnTo>
                    <a:pt x="4836" y="16124"/>
                  </a:lnTo>
                  <a:cubicBezTo>
                    <a:pt x="4844" y="16129"/>
                    <a:pt x="4853" y="16132"/>
                    <a:pt x="4862" y="16132"/>
                  </a:cubicBezTo>
                  <a:cubicBezTo>
                    <a:pt x="4881" y="16132"/>
                    <a:pt x="4899" y="16121"/>
                    <a:pt x="4908" y="16105"/>
                  </a:cubicBezTo>
                  <a:cubicBezTo>
                    <a:pt x="4922" y="16079"/>
                    <a:pt x="4915" y="16046"/>
                    <a:pt x="4889" y="16031"/>
                  </a:cubicBezTo>
                  <a:lnTo>
                    <a:pt x="4335" y="15712"/>
                  </a:lnTo>
                  <a:cubicBezTo>
                    <a:pt x="4326" y="15707"/>
                    <a:pt x="4317" y="15705"/>
                    <a:pt x="4308" y="15705"/>
                  </a:cubicBezTo>
                  <a:close/>
                  <a:moveTo>
                    <a:pt x="5416" y="16345"/>
                  </a:moveTo>
                  <a:cubicBezTo>
                    <a:pt x="5398" y="16345"/>
                    <a:pt x="5380" y="16354"/>
                    <a:pt x="5369" y="16371"/>
                  </a:cubicBezTo>
                  <a:cubicBezTo>
                    <a:pt x="5355" y="16397"/>
                    <a:pt x="5364" y="16430"/>
                    <a:pt x="5390" y="16445"/>
                  </a:cubicBezTo>
                  <a:lnTo>
                    <a:pt x="5944" y="16764"/>
                  </a:lnTo>
                  <a:cubicBezTo>
                    <a:pt x="5953" y="16769"/>
                    <a:pt x="5962" y="16771"/>
                    <a:pt x="5971" y="16771"/>
                  </a:cubicBezTo>
                  <a:cubicBezTo>
                    <a:pt x="5989" y="16771"/>
                    <a:pt x="6007" y="16762"/>
                    <a:pt x="6017" y="16745"/>
                  </a:cubicBezTo>
                  <a:cubicBezTo>
                    <a:pt x="6032" y="16719"/>
                    <a:pt x="6023" y="16687"/>
                    <a:pt x="5998" y="16672"/>
                  </a:cubicBezTo>
                  <a:lnTo>
                    <a:pt x="5443" y="16352"/>
                  </a:lnTo>
                  <a:cubicBezTo>
                    <a:pt x="5434" y="16347"/>
                    <a:pt x="5425" y="16345"/>
                    <a:pt x="5416" y="16345"/>
                  </a:cubicBezTo>
                  <a:close/>
                  <a:moveTo>
                    <a:pt x="6525" y="16985"/>
                  </a:moveTo>
                  <a:cubicBezTo>
                    <a:pt x="6506" y="16985"/>
                    <a:pt x="6488" y="16994"/>
                    <a:pt x="6479" y="17011"/>
                  </a:cubicBezTo>
                  <a:cubicBezTo>
                    <a:pt x="6464" y="17037"/>
                    <a:pt x="6473" y="17070"/>
                    <a:pt x="6498" y="17084"/>
                  </a:cubicBezTo>
                  <a:lnTo>
                    <a:pt x="7053" y="17404"/>
                  </a:lnTo>
                  <a:cubicBezTo>
                    <a:pt x="7061" y="17410"/>
                    <a:pt x="7070" y="17412"/>
                    <a:pt x="7079" y="17412"/>
                  </a:cubicBezTo>
                  <a:cubicBezTo>
                    <a:pt x="7098" y="17412"/>
                    <a:pt x="7116" y="17402"/>
                    <a:pt x="7125" y="17385"/>
                  </a:cubicBezTo>
                  <a:cubicBezTo>
                    <a:pt x="7140" y="17359"/>
                    <a:pt x="7132" y="17326"/>
                    <a:pt x="7106" y="17312"/>
                  </a:cubicBezTo>
                  <a:lnTo>
                    <a:pt x="6552" y="16992"/>
                  </a:lnTo>
                  <a:cubicBezTo>
                    <a:pt x="6543" y="16987"/>
                    <a:pt x="6534" y="16985"/>
                    <a:pt x="6525" y="16985"/>
                  </a:cubicBezTo>
                  <a:close/>
                  <a:moveTo>
                    <a:pt x="7633" y="17625"/>
                  </a:moveTo>
                  <a:cubicBezTo>
                    <a:pt x="7615" y="17625"/>
                    <a:pt x="7597" y="17634"/>
                    <a:pt x="7588" y="17652"/>
                  </a:cubicBezTo>
                  <a:cubicBezTo>
                    <a:pt x="7572" y="17677"/>
                    <a:pt x="7581" y="17709"/>
                    <a:pt x="7607" y="17725"/>
                  </a:cubicBezTo>
                  <a:lnTo>
                    <a:pt x="8161" y="18045"/>
                  </a:lnTo>
                  <a:cubicBezTo>
                    <a:pt x="8170" y="18049"/>
                    <a:pt x="8179" y="18052"/>
                    <a:pt x="8188" y="18052"/>
                  </a:cubicBezTo>
                  <a:cubicBezTo>
                    <a:pt x="8206" y="18052"/>
                    <a:pt x="8224" y="18041"/>
                    <a:pt x="8234" y="18025"/>
                  </a:cubicBezTo>
                  <a:cubicBezTo>
                    <a:pt x="8249" y="18000"/>
                    <a:pt x="8240" y="17967"/>
                    <a:pt x="8215" y="17951"/>
                  </a:cubicBezTo>
                  <a:lnTo>
                    <a:pt x="7660" y="17632"/>
                  </a:lnTo>
                  <a:cubicBezTo>
                    <a:pt x="7651" y="17627"/>
                    <a:pt x="7642" y="17625"/>
                    <a:pt x="7633" y="17625"/>
                  </a:cubicBezTo>
                  <a:close/>
                  <a:moveTo>
                    <a:pt x="8742" y="18265"/>
                  </a:moveTo>
                  <a:cubicBezTo>
                    <a:pt x="8724" y="18265"/>
                    <a:pt x="8706" y="18275"/>
                    <a:pt x="8696" y="18291"/>
                  </a:cubicBezTo>
                  <a:cubicBezTo>
                    <a:pt x="8681" y="18317"/>
                    <a:pt x="8690" y="18350"/>
                    <a:pt x="8715" y="18365"/>
                  </a:cubicBezTo>
                  <a:lnTo>
                    <a:pt x="9270" y="18684"/>
                  </a:lnTo>
                  <a:cubicBezTo>
                    <a:pt x="9278" y="18690"/>
                    <a:pt x="9287" y="18692"/>
                    <a:pt x="9296" y="18692"/>
                  </a:cubicBezTo>
                  <a:cubicBezTo>
                    <a:pt x="9315" y="18692"/>
                    <a:pt x="9333" y="18682"/>
                    <a:pt x="9343" y="18665"/>
                  </a:cubicBezTo>
                  <a:cubicBezTo>
                    <a:pt x="9358" y="18639"/>
                    <a:pt x="9349" y="18607"/>
                    <a:pt x="9323" y="18592"/>
                  </a:cubicBezTo>
                  <a:lnTo>
                    <a:pt x="8769" y="18272"/>
                  </a:lnTo>
                  <a:cubicBezTo>
                    <a:pt x="8761" y="18267"/>
                    <a:pt x="8751" y="18265"/>
                    <a:pt x="8742" y="18265"/>
                  </a:cubicBezTo>
                  <a:close/>
                  <a:moveTo>
                    <a:pt x="9851" y="18905"/>
                  </a:moveTo>
                  <a:cubicBezTo>
                    <a:pt x="9833" y="18905"/>
                    <a:pt x="9815" y="18915"/>
                    <a:pt x="9805" y="18932"/>
                  </a:cubicBezTo>
                  <a:cubicBezTo>
                    <a:pt x="9790" y="18957"/>
                    <a:pt x="9798" y="18990"/>
                    <a:pt x="9824" y="19004"/>
                  </a:cubicBezTo>
                  <a:lnTo>
                    <a:pt x="10378" y="19325"/>
                  </a:lnTo>
                  <a:cubicBezTo>
                    <a:pt x="10387" y="19330"/>
                    <a:pt x="10396" y="19332"/>
                    <a:pt x="10405" y="19332"/>
                  </a:cubicBezTo>
                  <a:cubicBezTo>
                    <a:pt x="10423" y="19332"/>
                    <a:pt x="10441" y="19322"/>
                    <a:pt x="10451" y="19305"/>
                  </a:cubicBezTo>
                  <a:cubicBezTo>
                    <a:pt x="10466" y="19280"/>
                    <a:pt x="10457" y="19247"/>
                    <a:pt x="10432" y="19232"/>
                  </a:cubicBezTo>
                  <a:lnTo>
                    <a:pt x="9877" y="18912"/>
                  </a:lnTo>
                  <a:cubicBezTo>
                    <a:pt x="9869" y="18907"/>
                    <a:pt x="9860" y="18905"/>
                    <a:pt x="9851" y="18905"/>
                  </a:cubicBezTo>
                  <a:close/>
                  <a:moveTo>
                    <a:pt x="10959" y="19545"/>
                  </a:moveTo>
                  <a:cubicBezTo>
                    <a:pt x="10941" y="19545"/>
                    <a:pt x="10923" y="19555"/>
                    <a:pt x="10913" y="19572"/>
                  </a:cubicBezTo>
                  <a:cubicBezTo>
                    <a:pt x="10898" y="19598"/>
                    <a:pt x="10907" y="19630"/>
                    <a:pt x="10933" y="19645"/>
                  </a:cubicBezTo>
                  <a:lnTo>
                    <a:pt x="11487" y="19965"/>
                  </a:lnTo>
                  <a:cubicBezTo>
                    <a:pt x="11495" y="19969"/>
                    <a:pt x="11505" y="19971"/>
                    <a:pt x="11514" y="19971"/>
                  </a:cubicBezTo>
                  <a:cubicBezTo>
                    <a:pt x="11532" y="19971"/>
                    <a:pt x="11550" y="19962"/>
                    <a:pt x="11561" y="19946"/>
                  </a:cubicBezTo>
                  <a:cubicBezTo>
                    <a:pt x="11575" y="19920"/>
                    <a:pt x="11566" y="19887"/>
                    <a:pt x="11540" y="19872"/>
                  </a:cubicBezTo>
                  <a:lnTo>
                    <a:pt x="10986" y="19553"/>
                  </a:lnTo>
                  <a:cubicBezTo>
                    <a:pt x="10978" y="19548"/>
                    <a:pt x="10969" y="19545"/>
                    <a:pt x="10959" y="19545"/>
                  </a:cubicBezTo>
                  <a:close/>
                  <a:moveTo>
                    <a:pt x="12069" y="20185"/>
                  </a:moveTo>
                  <a:cubicBezTo>
                    <a:pt x="12050" y="20185"/>
                    <a:pt x="12032" y="20195"/>
                    <a:pt x="12022" y="20211"/>
                  </a:cubicBezTo>
                  <a:cubicBezTo>
                    <a:pt x="12008" y="20237"/>
                    <a:pt x="12015" y="20270"/>
                    <a:pt x="12041" y="20285"/>
                  </a:cubicBezTo>
                  <a:lnTo>
                    <a:pt x="12595" y="20604"/>
                  </a:lnTo>
                  <a:cubicBezTo>
                    <a:pt x="12604" y="20610"/>
                    <a:pt x="12613" y="20612"/>
                    <a:pt x="12622" y="20612"/>
                  </a:cubicBezTo>
                  <a:cubicBezTo>
                    <a:pt x="12640" y="20612"/>
                    <a:pt x="12658" y="20602"/>
                    <a:pt x="12669" y="20585"/>
                  </a:cubicBezTo>
                  <a:cubicBezTo>
                    <a:pt x="12683" y="20559"/>
                    <a:pt x="12675" y="20527"/>
                    <a:pt x="12649" y="20512"/>
                  </a:cubicBezTo>
                  <a:lnTo>
                    <a:pt x="12095" y="20192"/>
                  </a:lnTo>
                  <a:cubicBezTo>
                    <a:pt x="12087" y="20187"/>
                    <a:pt x="12078" y="20185"/>
                    <a:pt x="12069" y="20185"/>
                  </a:cubicBezTo>
                  <a:close/>
                  <a:moveTo>
                    <a:pt x="13177" y="20825"/>
                  </a:moveTo>
                  <a:cubicBezTo>
                    <a:pt x="13158" y="20825"/>
                    <a:pt x="13140" y="20835"/>
                    <a:pt x="13130" y="20852"/>
                  </a:cubicBezTo>
                  <a:cubicBezTo>
                    <a:pt x="13116" y="20877"/>
                    <a:pt x="13125" y="20911"/>
                    <a:pt x="13150" y="20925"/>
                  </a:cubicBezTo>
                  <a:lnTo>
                    <a:pt x="13705" y="21245"/>
                  </a:lnTo>
                  <a:cubicBezTo>
                    <a:pt x="13712" y="21250"/>
                    <a:pt x="13723" y="21252"/>
                    <a:pt x="13732" y="21252"/>
                  </a:cubicBezTo>
                  <a:cubicBezTo>
                    <a:pt x="13750" y="21252"/>
                    <a:pt x="13768" y="21243"/>
                    <a:pt x="13778" y="21225"/>
                  </a:cubicBezTo>
                  <a:cubicBezTo>
                    <a:pt x="13792" y="21200"/>
                    <a:pt x="13783" y="21167"/>
                    <a:pt x="13757" y="21153"/>
                  </a:cubicBezTo>
                  <a:lnTo>
                    <a:pt x="13203" y="20832"/>
                  </a:lnTo>
                  <a:cubicBezTo>
                    <a:pt x="13195" y="20827"/>
                    <a:pt x="13186" y="20825"/>
                    <a:pt x="13177" y="20825"/>
                  </a:cubicBezTo>
                  <a:close/>
                  <a:moveTo>
                    <a:pt x="14286" y="21465"/>
                  </a:moveTo>
                  <a:cubicBezTo>
                    <a:pt x="14267" y="21465"/>
                    <a:pt x="14249" y="21475"/>
                    <a:pt x="14239" y="21492"/>
                  </a:cubicBezTo>
                  <a:cubicBezTo>
                    <a:pt x="14225" y="21518"/>
                    <a:pt x="14233" y="21550"/>
                    <a:pt x="14259" y="21565"/>
                  </a:cubicBezTo>
                  <a:lnTo>
                    <a:pt x="14813" y="21885"/>
                  </a:lnTo>
                  <a:cubicBezTo>
                    <a:pt x="14822" y="21890"/>
                    <a:pt x="14831" y="21893"/>
                    <a:pt x="14840" y="21893"/>
                  </a:cubicBezTo>
                  <a:cubicBezTo>
                    <a:pt x="14858" y="21893"/>
                    <a:pt x="14877" y="21882"/>
                    <a:pt x="14886" y="21866"/>
                  </a:cubicBezTo>
                  <a:cubicBezTo>
                    <a:pt x="14900" y="21840"/>
                    <a:pt x="14892" y="21807"/>
                    <a:pt x="14867" y="21792"/>
                  </a:cubicBezTo>
                  <a:lnTo>
                    <a:pt x="14313" y="21473"/>
                  </a:lnTo>
                  <a:cubicBezTo>
                    <a:pt x="14304" y="21468"/>
                    <a:pt x="14295" y="21465"/>
                    <a:pt x="14286" y="21465"/>
                  </a:cubicBezTo>
                  <a:close/>
                  <a:moveTo>
                    <a:pt x="15395" y="22105"/>
                  </a:moveTo>
                  <a:cubicBezTo>
                    <a:pt x="15376" y="22105"/>
                    <a:pt x="15357" y="22115"/>
                    <a:pt x="15347" y="22132"/>
                  </a:cubicBezTo>
                  <a:cubicBezTo>
                    <a:pt x="15333" y="22157"/>
                    <a:pt x="15342" y="22190"/>
                    <a:pt x="15368" y="22206"/>
                  </a:cubicBezTo>
                  <a:lnTo>
                    <a:pt x="15922" y="22525"/>
                  </a:lnTo>
                  <a:cubicBezTo>
                    <a:pt x="15930" y="22530"/>
                    <a:pt x="15940" y="22532"/>
                    <a:pt x="15949" y="22532"/>
                  </a:cubicBezTo>
                  <a:cubicBezTo>
                    <a:pt x="15967" y="22532"/>
                    <a:pt x="15985" y="22523"/>
                    <a:pt x="15995" y="22505"/>
                  </a:cubicBezTo>
                  <a:cubicBezTo>
                    <a:pt x="16010" y="22480"/>
                    <a:pt x="16001" y="22448"/>
                    <a:pt x="15975" y="22433"/>
                  </a:cubicBezTo>
                  <a:lnTo>
                    <a:pt x="15421" y="22112"/>
                  </a:lnTo>
                  <a:cubicBezTo>
                    <a:pt x="15413" y="22107"/>
                    <a:pt x="15404" y="22105"/>
                    <a:pt x="15395" y="2210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p:cNvSpPr/>
            <p:nvPr/>
          </p:nvSpPr>
          <p:spPr>
            <a:xfrm>
              <a:off x="258544" y="3789516"/>
              <a:ext cx="890806" cy="755689"/>
            </a:xfrm>
            <a:custGeom>
              <a:avLst/>
              <a:gdLst/>
              <a:ahLst/>
              <a:cxnLst/>
              <a:rect l="l" t="t" r="r" b="b"/>
              <a:pathLst>
                <a:path w="19416" h="16471" extrusionOk="0">
                  <a:moveTo>
                    <a:pt x="19354" y="0"/>
                  </a:moveTo>
                  <a:cubicBezTo>
                    <a:pt x="19345" y="0"/>
                    <a:pt x="19336" y="3"/>
                    <a:pt x="19327" y="8"/>
                  </a:cubicBezTo>
                  <a:lnTo>
                    <a:pt x="18772" y="328"/>
                  </a:lnTo>
                  <a:cubicBezTo>
                    <a:pt x="18747" y="343"/>
                    <a:pt x="18738" y="375"/>
                    <a:pt x="18753" y="401"/>
                  </a:cubicBezTo>
                  <a:cubicBezTo>
                    <a:pt x="18763" y="418"/>
                    <a:pt x="18781" y="427"/>
                    <a:pt x="18799" y="427"/>
                  </a:cubicBezTo>
                  <a:cubicBezTo>
                    <a:pt x="18808" y="427"/>
                    <a:pt x="18817" y="425"/>
                    <a:pt x="18826" y="420"/>
                  </a:cubicBezTo>
                  <a:lnTo>
                    <a:pt x="19380" y="101"/>
                  </a:lnTo>
                  <a:cubicBezTo>
                    <a:pt x="19406" y="86"/>
                    <a:pt x="19415" y="53"/>
                    <a:pt x="19401" y="27"/>
                  </a:cubicBezTo>
                  <a:cubicBezTo>
                    <a:pt x="19390" y="10"/>
                    <a:pt x="19372" y="0"/>
                    <a:pt x="19354" y="0"/>
                  </a:cubicBezTo>
                  <a:close/>
                  <a:moveTo>
                    <a:pt x="18245" y="641"/>
                  </a:moveTo>
                  <a:cubicBezTo>
                    <a:pt x="18236" y="641"/>
                    <a:pt x="18227" y="643"/>
                    <a:pt x="18218" y="648"/>
                  </a:cubicBezTo>
                  <a:lnTo>
                    <a:pt x="17664" y="968"/>
                  </a:lnTo>
                  <a:cubicBezTo>
                    <a:pt x="17638" y="982"/>
                    <a:pt x="17629" y="1015"/>
                    <a:pt x="17645" y="1041"/>
                  </a:cubicBezTo>
                  <a:cubicBezTo>
                    <a:pt x="17654" y="1058"/>
                    <a:pt x="17672" y="1068"/>
                    <a:pt x="17691" y="1068"/>
                  </a:cubicBezTo>
                  <a:cubicBezTo>
                    <a:pt x="17700" y="1068"/>
                    <a:pt x="17709" y="1066"/>
                    <a:pt x="17717" y="1060"/>
                  </a:cubicBezTo>
                  <a:lnTo>
                    <a:pt x="18272" y="740"/>
                  </a:lnTo>
                  <a:cubicBezTo>
                    <a:pt x="18297" y="726"/>
                    <a:pt x="18306" y="693"/>
                    <a:pt x="18291" y="667"/>
                  </a:cubicBezTo>
                  <a:cubicBezTo>
                    <a:pt x="18282" y="650"/>
                    <a:pt x="18264" y="641"/>
                    <a:pt x="18245" y="641"/>
                  </a:cubicBezTo>
                  <a:close/>
                  <a:moveTo>
                    <a:pt x="17136" y="1280"/>
                  </a:moveTo>
                  <a:cubicBezTo>
                    <a:pt x="17127" y="1280"/>
                    <a:pt x="17118" y="1283"/>
                    <a:pt x="17110" y="1287"/>
                  </a:cubicBezTo>
                  <a:lnTo>
                    <a:pt x="16555" y="1608"/>
                  </a:lnTo>
                  <a:cubicBezTo>
                    <a:pt x="16530" y="1623"/>
                    <a:pt x="16521" y="1656"/>
                    <a:pt x="16536" y="1682"/>
                  </a:cubicBezTo>
                  <a:cubicBezTo>
                    <a:pt x="16546" y="1698"/>
                    <a:pt x="16564" y="1707"/>
                    <a:pt x="16582" y="1707"/>
                  </a:cubicBezTo>
                  <a:cubicBezTo>
                    <a:pt x="16591" y="1707"/>
                    <a:pt x="16600" y="1705"/>
                    <a:pt x="16609" y="1701"/>
                  </a:cubicBezTo>
                  <a:lnTo>
                    <a:pt x="17163" y="1381"/>
                  </a:lnTo>
                  <a:cubicBezTo>
                    <a:pt x="17189" y="1365"/>
                    <a:pt x="17197" y="1332"/>
                    <a:pt x="17182" y="1308"/>
                  </a:cubicBezTo>
                  <a:cubicBezTo>
                    <a:pt x="17172" y="1290"/>
                    <a:pt x="17154" y="1280"/>
                    <a:pt x="17136" y="1280"/>
                  </a:cubicBezTo>
                  <a:close/>
                  <a:moveTo>
                    <a:pt x="16029" y="1921"/>
                  </a:moveTo>
                  <a:cubicBezTo>
                    <a:pt x="16019" y="1921"/>
                    <a:pt x="16010" y="1923"/>
                    <a:pt x="16001" y="1928"/>
                  </a:cubicBezTo>
                  <a:lnTo>
                    <a:pt x="15447" y="2248"/>
                  </a:lnTo>
                  <a:cubicBezTo>
                    <a:pt x="15421" y="2263"/>
                    <a:pt x="15412" y="2295"/>
                    <a:pt x="15427" y="2321"/>
                  </a:cubicBezTo>
                  <a:cubicBezTo>
                    <a:pt x="15437" y="2338"/>
                    <a:pt x="15455" y="2348"/>
                    <a:pt x="15474" y="2348"/>
                  </a:cubicBezTo>
                  <a:cubicBezTo>
                    <a:pt x="15483" y="2348"/>
                    <a:pt x="15492" y="2346"/>
                    <a:pt x="15500" y="2340"/>
                  </a:cubicBezTo>
                  <a:lnTo>
                    <a:pt x="16055" y="2020"/>
                  </a:lnTo>
                  <a:cubicBezTo>
                    <a:pt x="16080" y="2006"/>
                    <a:pt x="16089" y="1973"/>
                    <a:pt x="16074" y="1947"/>
                  </a:cubicBezTo>
                  <a:cubicBezTo>
                    <a:pt x="16065" y="1930"/>
                    <a:pt x="16047" y="1921"/>
                    <a:pt x="16029" y="1921"/>
                  </a:cubicBezTo>
                  <a:close/>
                  <a:moveTo>
                    <a:pt x="14919" y="2561"/>
                  </a:moveTo>
                  <a:cubicBezTo>
                    <a:pt x="14910" y="2561"/>
                    <a:pt x="14901" y="2563"/>
                    <a:pt x="14893" y="2568"/>
                  </a:cubicBezTo>
                  <a:lnTo>
                    <a:pt x="14338" y="2888"/>
                  </a:lnTo>
                  <a:cubicBezTo>
                    <a:pt x="14313" y="2903"/>
                    <a:pt x="14304" y="2936"/>
                    <a:pt x="14319" y="2961"/>
                  </a:cubicBezTo>
                  <a:cubicBezTo>
                    <a:pt x="14329" y="2979"/>
                    <a:pt x="14347" y="2988"/>
                    <a:pt x="14365" y="2988"/>
                  </a:cubicBezTo>
                  <a:cubicBezTo>
                    <a:pt x="14374" y="2988"/>
                    <a:pt x="14383" y="2986"/>
                    <a:pt x="14392" y="2981"/>
                  </a:cubicBezTo>
                  <a:lnTo>
                    <a:pt x="14946" y="2660"/>
                  </a:lnTo>
                  <a:cubicBezTo>
                    <a:pt x="14972" y="2645"/>
                    <a:pt x="14981" y="2613"/>
                    <a:pt x="14965" y="2588"/>
                  </a:cubicBezTo>
                  <a:cubicBezTo>
                    <a:pt x="14955" y="2571"/>
                    <a:pt x="14937" y="2561"/>
                    <a:pt x="14919" y="2561"/>
                  </a:cubicBezTo>
                  <a:close/>
                  <a:moveTo>
                    <a:pt x="13810" y="3201"/>
                  </a:moveTo>
                  <a:cubicBezTo>
                    <a:pt x="13801" y="3201"/>
                    <a:pt x="13792" y="3204"/>
                    <a:pt x="13784" y="3208"/>
                  </a:cubicBezTo>
                  <a:lnTo>
                    <a:pt x="13230" y="3528"/>
                  </a:lnTo>
                  <a:cubicBezTo>
                    <a:pt x="13204" y="3543"/>
                    <a:pt x="13195" y="3576"/>
                    <a:pt x="13210" y="3601"/>
                  </a:cubicBezTo>
                  <a:cubicBezTo>
                    <a:pt x="13220" y="3618"/>
                    <a:pt x="13238" y="3628"/>
                    <a:pt x="13256" y="3628"/>
                  </a:cubicBezTo>
                  <a:cubicBezTo>
                    <a:pt x="13266" y="3628"/>
                    <a:pt x="13275" y="3626"/>
                    <a:pt x="13283" y="3621"/>
                  </a:cubicBezTo>
                  <a:lnTo>
                    <a:pt x="13837" y="3301"/>
                  </a:lnTo>
                  <a:cubicBezTo>
                    <a:pt x="13863" y="3286"/>
                    <a:pt x="13872" y="3254"/>
                    <a:pt x="13857" y="3228"/>
                  </a:cubicBezTo>
                  <a:cubicBezTo>
                    <a:pt x="13847" y="3211"/>
                    <a:pt x="13829" y="3201"/>
                    <a:pt x="13810" y="3201"/>
                  </a:cubicBezTo>
                  <a:close/>
                  <a:moveTo>
                    <a:pt x="12701" y="3841"/>
                  </a:moveTo>
                  <a:cubicBezTo>
                    <a:pt x="12692" y="3841"/>
                    <a:pt x="12683" y="3843"/>
                    <a:pt x="12675" y="3848"/>
                  </a:cubicBezTo>
                  <a:lnTo>
                    <a:pt x="12121" y="4168"/>
                  </a:lnTo>
                  <a:cubicBezTo>
                    <a:pt x="12095" y="4184"/>
                    <a:pt x="12087" y="4216"/>
                    <a:pt x="12102" y="4241"/>
                  </a:cubicBezTo>
                  <a:cubicBezTo>
                    <a:pt x="12112" y="4259"/>
                    <a:pt x="12130" y="4268"/>
                    <a:pt x="12148" y="4268"/>
                  </a:cubicBezTo>
                  <a:cubicBezTo>
                    <a:pt x="12157" y="4268"/>
                    <a:pt x="12166" y="4266"/>
                    <a:pt x="12175" y="4261"/>
                  </a:cubicBezTo>
                  <a:lnTo>
                    <a:pt x="12729" y="3940"/>
                  </a:lnTo>
                  <a:cubicBezTo>
                    <a:pt x="12755" y="3926"/>
                    <a:pt x="12763" y="3893"/>
                    <a:pt x="12748" y="3868"/>
                  </a:cubicBezTo>
                  <a:cubicBezTo>
                    <a:pt x="12738" y="3851"/>
                    <a:pt x="12720" y="3841"/>
                    <a:pt x="12701" y="3841"/>
                  </a:cubicBezTo>
                  <a:close/>
                  <a:moveTo>
                    <a:pt x="11594" y="4481"/>
                  </a:moveTo>
                  <a:cubicBezTo>
                    <a:pt x="11585" y="4481"/>
                    <a:pt x="11575" y="4484"/>
                    <a:pt x="11567" y="4489"/>
                  </a:cubicBezTo>
                  <a:lnTo>
                    <a:pt x="11013" y="4809"/>
                  </a:lnTo>
                  <a:cubicBezTo>
                    <a:pt x="10987" y="4823"/>
                    <a:pt x="10978" y="4856"/>
                    <a:pt x="10992" y="4882"/>
                  </a:cubicBezTo>
                  <a:cubicBezTo>
                    <a:pt x="11002" y="4899"/>
                    <a:pt x="11020" y="4908"/>
                    <a:pt x="11039" y="4908"/>
                  </a:cubicBezTo>
                  <a:cubicBezTo>
                    <a:pt x="11048" y="4908"/>
                    <a:pt x="11058" y="4905"/>
                    <a:pt x="11066" y="4901"/>
                  </a:cubicBezTo>
                  <a:lnTo>
                    <a:pt x="11620" y="4581"/>
                  </a:lnTo>
                  <a:cubicBezTo>
                    <a:pt x="11645" y="4566"/>
                    <a:pt x="11654" y="4534"/>
                    <a:pt x="11640" y="4508"/>
                  </a:cubicBezTo>
                  <a:cubicBezTo>
                    <a:pt x="11630" y="4491"/>
                    <a:pt x="11612" y="4481"/>
                    <a:pt x="11594" y="4481"/>
                  </a:cubicBezTo>
                  <a:close/>
                  <a:moveTo>
                    <a:pt x="10484" y="5121"/>
                  </a:moveTo>
                  <a:cubicBezTo>
                    <a:pt x="10475" y="5121"/>
                    <a:pt x="10466" y="5124"/>
                    <a:pt x="10457" y="5128"/>
                  </a:cubicBezTo>
                  <a:lnTo>
                    <a:pt x="9903" y="5448"/>
                  </a:lnTo>
                  <a:cubicBezTo>
                    <a:pt x="9878" y="5464"/>
                    <a:pt x="9870" y="5497"/>
                    <a:pt x="9884" y="5521"/>
                  </a:cubicBezTo>
                  <a:cubicBezTo>
                    <a:pt x="9894" y="5539"/>
                    <a:pt x="9912" y="5548"/>
                    <a:pt x="9930" y="5548"/>
                  </a:cubicBezTo>
                  <a:cubicBezTo>
                    <a:pt x="9939" y="5548"/>
                    <a:pt x="9948" y="5546"/>
                    <a:pt x="9958" y="5542"/>
                  </a:cubicBezTo>
                  <a:lnTo>
                    <a:pt x="10512" y="5222"/>
                  </a:lnTo>
                  <a:cubicBezTo>
                    <a:pt x="10537" y="5206"/>
                    <a:pt x="10545" y="5173"/>
                    <a:pt x="10531" y="5149"/>
                  </a:cubicBezTo>
                  <a:cubicBezTo>
                    <a:pt x="10521" y="5131"/>
                    <a:pt x="10503" y="5121"/>
                    <a:pt x="10484" y="5121"/>
                  </a:cubicBezTo>
                  <a:close/>
                  <a:moveTo>
                    <a:pt x="9376" y="5762"/>
                  </a:moveTo>
                  <a:cubicBezTo>
                    <a:pt x="9367" y="5762"/>
                    <a:pt x="9358" y="5764"/>
                    <a:pt x="9349" y="5769"/>
                  </a:cubicBezTo>
                  <a:lnTo>
                    <a:pt x="8795" y="6089"/>
                  </a:lnTo>
                  <a:cubicBezTo>
                    <a:pt x="8770" y="6104"/>
                    <a:pt x="8761" y="6136"/>
                    <a:pt x="8775" y="6162"/>
                  </a:cubicBezTo>
                  <a:cubicBezTo>
                    <a:pt x="8785" y="6179"/>
                    <a:pt x="8803" y="6188"/>
                    <a:pt x="8821" y="6188"/>
                  </a:cubicBezTo>
                  <a:cubicBezTo>
                    <a:pt x="8830" y="6188"/>
                    <a:pt x="8840" y="6186"/>
                    <a:pt x="8848" y="6181"/>
                  </a:cubicBezTo>
                  <a:lnTo>
                    <a:pt x="9402" y="5861"/>
                  </a:lnTo>
                  <a:cubicBezTo>
                    <a:pt x="9428" y="5847"/>
                    <a:pt x="9437" y="5813"/>
                    <a:pt x="9423" y="5788"/>
                  </a:cubicBezTo>
                  <a:cubicBezTo>
                    <a:pt x="9413" y="5771"/>
                    <a:pt x="9395" y="5762"/>
                    <a:pt x="9376" y="5762"/>
                  </a:cubicBezTo>
                  <a:close/>
                  <a:moveTo>
                    <a:pt x="8267" y="6402"/>
                  </a:moveTo>
                  <a:cubicBezTo>
                    <a:pt x="8258" y="6402"/>
                    <a:pt x="8249" y="6404"/>
                    <a:pt x="8240" y="6409"/>
                  </a:cubicBezTo>
                  <a:lnTo>
                    <a:pt x="7686" y="6729"/>
                  </a:lnTo>
                  <a:cubicBezTo>
                    <a:pt x="7660" y="6743"/>
                    <a:pt x="7652" y="6776"/>
                    <a:pt x="7667" y="6802"/>
                  </a:cubicBezTo>
                  <a:cubicBezTo>
                    <a:pt x="7677" y="6819"/>
                    <a:pt x="7694" y="6829"/>
                    <a:pt x="7713" y="6829"/>
                  </a:cubicBezTo>
                  <a:cubicBezTo>
                    <a:pt x="7722" y="6829"/>
                    <a:pt x="7731" y="6826"/>
                    <a:pt x="7739" y="6821"/>
                  </a:cubicBezTo>
                  <a:lnTo>
                    <a:pt x="8294" y="6501"/>
                  </a:lnTo>
                  <a:cubicBezTo>
                    <a:pt x="8320" y="6486"/>
                    <a:pt x="8328" y="6454"/>
                    <a:pt x="8313" y="6428"/>
                  </a:cubicBezTo>
                  <a:cubicBezTo>
                    <a:pt x="8304" y="6411"/>
                    <a:pt x="8286" y="6402"/>
                    <a:pt x="8267" y="6402"/>
                  </a:cubicBezTo>
                  <a:close/>
                  <a:moveTo>
                    <a:pt x="7158" y="7041"/>
                  </a:moveTo>
                  <a:cubicBezTo>
                    <a:pt x="7149" y="7041"/>
                    <a:pt x="7140" y="7044"/>
                    <a:pt x="7132" y="7048"/>
                  </a:cubicBezTo>
                  <a:lnTo>
                    <a:pt x="6578" y="7369"/>
                  </a:lnTo>
                  <a:cubicBezTo>
                    <a:pt x="6552" y="7384"/>
                    <a:pt x="6543" y="7417"/>
                    <a:pt x="6558" y="7441"/>
                  </a:cubicBezTo>
                  <a:cubicBezTo>
                    <a:pt x="6568" y="7459"/>
                    <a:pt x="6586" y="7468"/>
                    <a:pt x="6604" y="7468"/>
                  </a:cubicBezTo>
                  <a:cubicBezTo>
                    <a:pt x="6613" y="7468"/>
                    <a:pt x="6623" y="7466"/>
                    <a:pt x="6631" y="7462"/>
                  </a:cubicBezTo>
                  <a:lnTo>
                    <a:pt x="7185" y="7142"/>
                  </a:lnTo>
                  <a:cubicBezTo>
                    <a:pt x="7211" y="7126"/>
                    <a:pt x="7220" y="7093"/>
                    <a:pt x="7205" y="7069"/>
                  </a:cubicBezTo>
                  <a:cubicBezTo>
                    <a:pt x="7196" y="7051"/>
                    <a:pt x="7177" y="7041"/>
                    <a:pt x="7158" y="7041"/>
                  </a:cubicBezTo>
                  <a:close/>
                  <a:moveTo>
                    <a:pt x="6051" y="7682"/>
                  </a:moveTo>
                  <a:cubicBezTo>
                    <a:pt x="6041" y="7682"/>
                    <a:pt x="6032" y="7684"/>
                    <a:pt x="6023" y="7689"/>
                  </a:cubicBezTo>
                  <a:lnTo>
                    <a:pt x="5469" y="8009"/>
                  </a:lnTo>
                  <a:cubicBezTo>
                    <a:pt x="5443" y="8023"/>
                    <a:pt x="5435" y="8056"/>
                    <a:pt x="5450" y="8082"/>
                  </a:cubicBezTo>
                  <a:cubicBezTo>
                    <a:pt x="5460" y="8099"/>
                    <a:pt x="5478" y="8109"/>
                    <a:pt x="5496" y="8109"/>
                  </a:cubicBezTo>
                  <a:cubicBezTo>
                    <a:pt x="5505" y="8109"/>
                    <a:pt x="5514" y="8107"/>
                    <a:pt x="5523" y="8101"/>
                  </a:cubicBezTo>
                  <a:lnTo>
                    <a:pt x="6077" y="7781"/>
                  </a:lnTo>
                  <a:cubicBezTo>
                    <a:pt x="6103" y="7767"/>
                    <a:pt x="6111" y="7734"/>
                    <a:pt x="6096" y="7708"/>
                  </a:cubicBezTo>
                  <a:cubicBezTo>
                    <a:pt x="6087" y="7691"/>
                    <a:pt x="6069" y="7682"/>
                    <a:pt x="6051" y="7682"/>
                  </a:cubicBezTo>
                  <a:close/>
                  <a:moveTo>
                    <a:pt x="4941" y="8322"/>
                  </a:moveTo>
                  <a:cubicBezTo>
                    <a:pt x="4932" y="8322"/>
                    <a:pt x="4923" y="8324"/>
                    <a:pt x="4915" y="8329"/>
                  </a:cubicBezTo>
                  <a:lnTo>
                    <a:pt x="4361" y="8650"/>
                  </a:lnTo>
                  <a:cubicBezTo>
                    <a:pt x="4335" y="8664"/>
                    <a:pt x="4326" y="8697"/>
                    <a:pt x="4341" y="8722"/>
                  </a:cubicBezTo>
                  <a:cubicBezTo>
                    <a:pt x="4351" y="8740"/>
                    <a:pt x="4369" y="8749"/>
                    <a:pt x="4387" y="8749"/>
                  </a:cubicBezTo>
                  <a:cubicBezTo>
                    <a:pt x="4396" y="8749"/>
                    <a:pt x="4406" y="8746"/>
                    <a:pt x="4414" y="8742"/>
                  </a:cubicBezTo>
                  <a:lnTo>
                    <a:pt x="4968" y="8422"/>
                  </a:lnTo>
                  <a:cubicBezTo>
                    <a:pt x="4994" y="8406"/>
                    <a:pt x="5003" y="8374"/>
                    <a:pt x="4988" y="8349"/>
                  </a:cubicBezTo>
                  <a:cubicBezTo>
                    <a:pt x="4978" y="8331"/>
                    <a:pt x="4960" y="8322"/>
                    <a:pt x="4941" y="8322"/>
                  </a:cubicBezTo>
                  <a:close/>
                  <a:moveTo>
                    <a:pt x="3833" y="8962"/>
                  </a:moveTo>
                  <a:cubicBezTo>
                    <a:pt x="3824" y="8962"/>
                    <a:pt x="3815" y="8964"/>
                    <a:pt x="3806" y="8969"/>
                  </a:cubicBezTo>
                  <a:lnTo>
                    <a:pt x="3252" y="9289"/>
                  </a:lnTo>
                  <a:cubicBezTo>
                    <a:pt x="3226" y="9304"/>
                    <a:pt x="3217" y="9336"/>
                    <a:pt x="3232" y="9362"/>
                  </a:cubicBezTo>
                  <a:cubicBezTo>
                    <a:pt x="3242" y="9379"/>
                    <a:pt x="3260" y="9388"/>
                    <a:pt x="3279" y="9388"/>
                  </a:cubicBezTo>
                  <a:cubicBezTo>
                    <a:pt x="3288" y="9388"/>
                    <a:pt x="3297" y="9386"/>
                    <a:pt x="3305" y="9382"/>
                  </a:cubicBezTo>
                  <a:lnTo>
                    <a:pt x="3860" y="9062"/>
                  </a:lnTo>
                  <a:cubicBezTo>
                    <a:pt x="3885" y="9047"/>
                    <a:pt x="3894" y="9014"/>
                    <a:pt x="3879" y="8989"/>
                  </a:cubicBezTo>
                  <a:cubicBezTo>
                    <a:pt x="3869" y="8971"/>
                    <a:pt x="3852" y="8962"/>
                    <a:pt x="3833" y="8962"/>
                  </a:cubicBezTo>
                  <a:close/>
                  <a:moveTo>
                    <a:pt x="2724" y="9602"/>
                  </a:moveTo>
                  <a:cubicBezTo>
                    <a:pt x="2715" y="9602"/>
                    <a:pt x="2706" y="9604"/>
                    <a:pt x="2698" y="9609"/>
                  </a:cubicBezTo>
                  <a:lnTo>
                    <a:pt x="2143" y="9929"/>
                  </a:lnTo>
                  <a:cubicBezTo>
                    <a:pt x="2118" y="9943"/>
                    <a:pt x="2109" y="9977"/>
                    <a:pt x="2124" y="10002"/>
                  </a:cubicBezTo>
                  <a:cubicBezTo>
                    <a:pt x="2134" y="10019"/>
                    <a:pt x="2152" y="10029"/>
                    <a:pt x="2170" y="10029"/>
                  </a:cubicBezTo>
                  <a:cubicBezTo>
                    <a:pt x="2179" y="10029"/>
                    <a:pt x="2188" y="10027"/>
                    <a:pt x="2197" y="10022"/>
                  </a:cubicBezTo>
                  <a:lnTo>
                    <a:pt x="2751" y="9701"/>
                  </a:lnTo>
                  <a:cubicBezTo>
                    <a:pt x="2777" y="9687"/>
                    <a:pt x="2786" y="9654"/>
                    <a:pt x="2770" y="9628"/>
                  </a:cubicBezTo>
                  <a:cubicBezTo>
                    <a:pt x="2760" y="9611"/>
                    <a:pt x="2742" y="9602"/>
                    <a:pt x="2724" y="9602"/>
                  </a:cubicBezTo>
                  <a:close/>
                  <a:moveTo>
                    <a:pt x="1616" y="10242"/>
                  </a:moveTo>
                  <a:cubicBezTo>
                    <a:pt x="1607" y="10242"/>
                    <a:pt x="1597" y="10245"/>
                    <a:pt x="1589" y="10250"/>
                  </a:cubicBezTo>
                  <a:lnTo>
                    <a:pt x="1035" y="10570"/>
                  </a:lnTo>
                  <a:cubicBezTo>
                    <a:pt x="1009" y="10584"/>
                    <a:pt x="1000" y="10617"/>
                    <a:pt x="1014" y="10643"/>
                  </a:cubicBezTo>
                  <a:cubicBezTo>
                    <a:pt x="1025" y="10660"/>
                    <a:pt x="1043" y="10670"/>
                    <a:pt x="1062" y="10670"/>
                  </a:cubicBezTo>
                  <a:cubicBezTo>
                    <a:pt x="1071" y="10670"/>
                    <a:pt x="1080" y="10667"/>
                    <a:pt x="1088" y="10662"/>
                  </a:cubicBezTo>
                  <a:lnTo>
                    <a:pt x="1642" y="10342"/>
                  </a:lnTo>
                  <a:cubicBezTo>
                    <a:pt x="1667" y="10327"/>
                    <a:pt x="1677" y="10295"/>
                    <a:pt x="1662" y="10269"/>
                  </a:cubicBezTo>
                  <a:cubicBezTo>
                    <a:pt x="1652" y="10252"/>
                    <a:pt x="1634" y="10242"/>
                    <a:pt x="1616" y="10242"/>
                  </a:cubicBezTo>
                  <a:close/>
                  <a:moveTo>
                    <a:pt x="506" y="10882"/>
                  </a:moveTo>
                  <a:cubicBezTo>
                    <a:pt x="498" y="10882"/>
                    <a:pt x="489" y="10885"/>
                    <a:pt x="481" y="10889"/>
                  </a:cubicBezTo>
                  <a:lnTo>
                    <a:pt x="1" y="11166"/>
                  </a:lnTo>
                  <a:lnTo>
                    <a:pt x="235" y="11303"/>
                  </a:lnTo>
                  <a:cubicBezTo>
                    <a:pt x="244" y="11307"/>
                    <a:pt x="253" y="11309"/>
                    <a:pt x="262" y="11309"/>
                  </a:cubicBezTo>
                  <a:cubicBezTo>
                    <a:pt x="281" y="11309"/>
                    <a:pt x="299" y="11299"/>
                    <a:pt x="308" y="11282"/>
                  </a:cubicBezTo>
                  <a:cubicBezTo>
                    <a:pt x="323" y="11256"/>
                    <a:pt x="314" y="11224"/>
                    <a:pt x="289" y="11209"/>
                  </a:cubicBezTo>
                  <a:lnTo>
                    <a:pt x="214" y="11166"/>
                  </a:lnTo>
                  <a:lnTo>
                    <a:pt x="534" y="10982"/>
                  </a:lnTo>
                  <a:cubicBezTo>
                    <a:pt x="559" y="10967"/>
                    <a:pt x="568" y="10934"/>
                    <a:pt x="553" y="10910"/>
                  </a:cubicBezTo>
                  <a:cubicBezTo>
                    <a:pt x="543" y="10892"/>
                    <a:pt x="525" y="10882"/>
                    <a:pt x="506" y="10882"/>
                  </a:cubicBezTo>
                  <a:close/>
                  <a:moveTo>
                    <a:pt x="815" y="11522"/>
                  </a:moveTo>
                  <a:cubicBezTo>
                    <a:pt x="797" y="11522"/>
                    <a:pt x="780" y="11532"/>
                    <a:pt x="770" y="11549"/>
                  </a:cubicBezTo>
                  <a:cubicBezTo>
                    <a:pt x="754" y="11575"/>
                    <a:pt x="763" y="11608"/>
                    <a:pt x="789" y="11622"/>
                  </a:cubicBezTo>
                  <a:lnTo>
                    <a:pt x="1342" y="11943"/>
                  </a:lnTo>
                  <a:cubicBezTo>
                    <a:pt x="1351" y="11948"/>
                    <a:pt x="1360" y="11950"/>
                    <a:pt x="1369" y="11950"/>
                  </a:cubicBezTo>
                  <a:cubicBezTo>
                    <a:pt x="1387" y="11950"/>
                    <a:pt x="1405" y="11941"/>
                    <a:pt x="1415" y="11924"/>
                  </a:cubicBezTo>
                  <a:cubicBezTo>
                    <a:pt x="1430" y="11898"/>
                    <a:pt x="1421" y="11866"/>
                    <a:pt x="1396" y="11851"/>
                  </a:cubicBezTo>
                  <a:lnTo>
                    <a:pt x="842" y="11530"/>
                  </a:lnTo>
                  <a:cubicBezTo>
                    <a:pt x="834" y="11525"/>
                    <a:pt x="825" y="11522"/>
                    <a:pt x="815" y="11522"/>
                  </a:cubicBezTo>
                  <a:close/>
                  <a:moveTo>
                    <a:pt x="1922" y="12165"/>
                  </a:moveTo>
                  <a:cubicBezTo>
                    <a:pt x="1903" y="12165"/>
                    <a:pt x="1886" y="12174"/>
                    <a:pt x="1876" y="12191"/>
                  </a:cubicBezTo>
                  <a:cubicBezTo>
                    <a:pt x="1861" y="12217"/>
                    <a:pt x="1869" y="12250"/>
                    <a:pt x="1895" y="12264"/>
                  </a:cubicBezTo>
                  <a:lnTo>
                    <a:pt x="2448" y="12586"/>
                  </a:lnTo>
                  <a:cubicBezTo>
                    <a:pt x="2456" y="12592"/>
                    <a:pt x="2465" y="12594"/>
                    <a:pt x="2475" y="12594"/>
                  </a:cubicBezTo>
                  <a:cubicBezTo>
                    <a:pt x="2493" y="12594"/>
                    <a:pt x="2511" y="12584"/>
                    <a:pt x="2521" y="12567"/>
                  </a:cubicBezTo>
                  <a:cubicBezTo>
                    <a:pt x="2536" y="12542"/>
                    <a:pt x="2527" y="12509"/>
                    <a:pt x="2502" y="12494"/>
                  </a:cubicBezTo>
                  <a:lnTo>
                    <a:pt x="1949" y="12172"/>
                  </a:lnTo>
                  <a:cubicBezTo>
                    <a:pt x="1940" y="12167"/>
                    <a:pt x="1931" y="12165"/>
                    <a:pt x="1922" y="12165"/>
                  </a:cubicBezTo>
                  <a:close/>
                  <a:moveTo>
                    <a:pt x="3026" y="12810"/>
                  </a:moveTo>
                  <a:cubicBezTo>
                    <a:pt x="3008" y="12810"/>
                    <a:pt x="2990" y="12819"/>
                    <a:pt x="2980" y="12836"/>
                  </a:cubicBezTo>
                  <a:cubicBezTo>
                    <a:pt x="2965" y="12862"/>
                    <a:pt x="2974" y="12895"/>
                    <a:pt x="3000" y="12909"/>
                  </a:cubicBezTo>
                  <a:lnTo>
                    <a:pt x="3551" y="13233"/>
                  </a:lnTo>
                  <a:cubicBezTo>
                    <a:pt x="3559" y="13238"/>
                    <a:pt x="3568" y="13241"/>
                    <a:pt x="3578" y="13241"/>
                  </a:cubicBezTo>
                  <a:cubicBezTo>
                    <a:pt x="3596" y="13241"/>
                    <a:pt x="3614" y="13230"/>
                    <a:pt x="3625" y="13213"/>
                  </a:cubicBezTo>
                  <a:cubicBezTo>
                    <a:pt x="3639" y="13189"/>
                    <a:pt x="3630" y="13156"/>
                    <a:pt x="3605" y="13140"/>
                  </a:cubicBezTo>
                  <a:lnTo>
                    <a:pt x="3054" y="12817"/>
                  </a:lnTo>
                  <a:cubicBezTo>
                    <a:pt x="3045" y="12812"/>
                    <a:pt x="3035" y="12810"/>
                    <a:pt x="3026" y="12810"/>
                  </a:cubicBezTo>
                  <a:close/>
                  <a:moveTo>
                    <a:pt x="4129" y="13457"/>
                  </a:moveTo>
                  <a:cubicBezTo>
                    <a:pt x="4111" y="13457"/>
                    <a:pt x="4093" y="13467"/>
                    <a:pt x="4083" y="13484"/>
                  </a:cubicBezTo>
                  <a:cubicBezTo>
                    <a:pt x="4068" y="13509"/>
                    <a:pt x="4077" y="13542"/>
                    <a:pt x="4102" y="13557"/>
                  </a:cubicBezTo>
                  <a:lnTo>
                    <a:pt x="4654" y="13881"/>
                  </a:lnTo>
                  <a:cubicBezTo>
                    <a:pt x="4662" y="13886"/>
                    <a:pt x="4672" y="13888"/>
                    <a:pt x="4681" y="13888"/>
                  </a:cubicBezTo>
                  <a:cubicBezTo>
                    <a:pt x="4699" y="13888"/>
                    <a:pt x="4717" y="13879"/>
                    <a:pt x="4727" y="13862"/>
                  </a:cubicBezTo>
                  <a:cubicBezTo>
                    <a:pt x="4742" y="13836"/>
                    <a:pt x="4734" y="13804"/>
                    <a:pt x="4708" y="13789"/>
                  </a:cubicBezTo>
                  <a:lnTo>
                    <a:pt x="4156" y="13465"/>
                  </a:lnTo>
                  <a:cubicBezTo>
                    <a:pt x="4148" y="13460"/>
                    <a:pt x="4139" y="13457"/>
                    <a:pt x="4129" y="13457"/>
                  </a:cubicBezTo>
                  <a:close/>
                  <a:moveTo>
                    <a:pt x="5232" y="14105"/>
                  </a:moveTo>
                  <a:cubicBezTo>
                    <a:pt x="5214" y="14105"/>
                    <a:pt x="5196" y="14114"/>
                    <a:pt x="5186" y="14131"/>
                  </a:cubicBezTo>
                  <a:cubicBezTo>
                    <a:pt x="5171" y="14157"/>
                    <a:pt x="5180" y="14190"/>
                    <a:pt x="5204" y="14204"/>
                  </a:cubicBezTo>
                  <a:lnTo>
                    <a:pt x="5756" y="14529"/>
                  </a:lnTo>
                  <a:cubicBezTo>
                    <a:pt x="5765" y="14534"/>
                    <a:pt x="5774" y="14537"/>
                    <a:pt x="5783" y="14537"/>
                  </a:cubicBezTo>
                  <a:cubicBezTo>
                    <a:pt x="5801" y="14537"/>
                    <a:pt x="5819" y="14528"/>
                    <a:pt x="5829" y="14510"/>
                  </a:cubicBezTo>
                  <a:cubicBezTo>
                    <a:pt x="5844" y="14485"/>
                    <a:pt x="5836" y="14452"/>
                    <a:pt x="5810" y="14436"/>
                  </a:cubicBezTo>
                  <a:lnTo>
                    <a:pt x="5260" y="14112"/>
                  </a:lnTo>
                  <a:cubicBezTo>
                    <a:pt x="5251" y="14107"/>
                    <a:pt x="5241" y="14105"/>
                    <a:pt x="5232" y="14105"/>
                  </a:cubicBezTo>
                  <a:close/>
                  <a:moveTo>
                    <a:pt x="6334" y="14753"/>
                  </a:moveTo>
                  <a:cubicBezTo>
                    <a:pt x="6316" y="14753"/>
                    <a:pt x="6298" y="14762"/>
                    <a:pt x="6289" y="14779"/>
                  </a:cubicBezTo>
                  <a:cubicBezTo>
                    <a:pt x="6274" y="14805"/>
                    <a:pt x="6282" y="14837"/>
                    <a:pt x="6308" y="14853"/>
                  </a:cubicBezTo>
                  <a:lnTo>
                    <a:pt x="6860" y="15176"/>
                  </a:lnTo>
                  <a:cubicBezTo>
                    <a:pt x="6869" y="15181"/>
                    <a:pt x="6878" y="15183"/>
                    <a:pt x="6887" y="15183"/>
                  </a:cubicBezTo>
                  <a:cubicBezTo>
                    <a:pt x="6905" y="15183"/>
                    <a:pt x="6923" y="15174"/>
                    <a:pt x="6933" y="15157"/>
                  </a:cubicBezTo>
                  <a:cubicBezTo>
                    <a:pt x="6948" y="15131"/>
                    <a:pt x="6940" y="15098"/>
                    <a:pt x="6914" y="15084"/>
                  </a:cubicBezTo>
                  <a:lnTo>
                    <a:pt x="6362" y="14761"/>
                  </a:lnTo>
                  <a:cubicBezTo>
                    <a:pt x="6353" y="14755"/>
                    <a:pt x="6344" y="14753"/>
                    <a:pt x="6334" y="14753"/>
                  </a:cubicBezTo>
                  <a:close/>
                  <a:moveTo>
                    <a:pt x="7439" y="15399"/>
                  </a:moveTo>
                  <a:cubicBezTo>
                    <a:pt x="7421" y="15399"/>
                    <a:pt x="7403" y="15408"/>
                    <a:pt x="7392" y="15425"/>
                  </a:cubicBezTo>
                  <a:cubicBezTo>
                    <a:pt x="7378" y="15451"/>
                    <a:pt x="7387" y="15484"/>
                    <a:pt x="7411" y="15498"/>
                  </a:cubicBezTo>
                  <a:lnTo>
                    <a:pt x="7964" y="15820"/>
                  </a:lnTo>
                  <a:cubicBezTo>
                    <a:pt x="7973" y="15826"/>
                    <a:pt x="7982" y="15828"/>
                    <a:pt x="7991" y="15828"/>
                  </a:cubicBezTo>
                  <a:cubicBezTo>
                    <a:pt x="8009" y="15828"/>
                    <a:pt x="8027" y="15818"/>
                    <a:pt x="8038" y="15801"/>
                  </a:cubicBezTo>
                  <a:cubicBezTo>
                    <a:pt x="8052" y="15775"/>
                    <a:pt x="8044" y="15743"/>
                    <a:pt x="8018" y="15728"/>
                  </a:cubicBezTo>
                  <a:lnTo>
                    <a:pt x="7466" y="15406"/>
                  </a:lnTo>
                  <a:cubicBezTo>
                    <a:pt x="7457" y="15401"/>
                    <a:pt x="7448" y="15399"/>
                    <a:pt x="7439" y="15399"/>
                  </a:cubicBezTo>
                  <a:close/>
                  <a:moveTo>
                    <a:pt x="8545" y="16042"/>
                  </a:moveTo>
                  <a:cubicBezTo>
                    <a:pt x="8526" y="16042"/>
                    <a:pt x="8508" y="16052"/>
                    <a:pt x="8498" y="16069"/>
                  </a:cubicBezTo>
                  <a:cubicBezTo>
                    <a:pt x="8483" y="16094"/>
                    <a:pt x="8493" y="16127"/>
                    <a:pt x="8517" y="16141"/>
                  </a:cubicBezTo>
                  <a:lnTo>
                    <a:pt x="9071" y="16462"/>
                  </a:lnTo>
                  <a:cubicBezTo>
                    <a:pt x="9079" y="16468"/>
                    <a:pt x="9088" y="16470"/>
                    <a:pt x="9098" y="16470"/>
                  </a:cubicBezTo>
                  <a:cubicBezTo>
                    <a:pt x="9116" y="16470"/>
                    <a:pt x="9134" y="16460"/>
                    <a:pt x="9144" y="16443"/>
                  </a:cubicBezTo>
                  <a:cubicBezTo>
                    <a:pt x="9159" y="16417"/>
                    <a:pt x="9150" y="16384"/>
                    <a:pt x="9124" y="16370"/>
                  </a:cubicBezTo>
                  <a:lnTo>
                    <a:pt x="8571" y="16049"/>
                  </a:lnTo>
                  <a:cubicBezTo>
                    <a:pt x="8563" y="16044"/>
                    <a:pt x="8554" y="16042"/>
                    <a:pt x="8545" y="1604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p:cNvSpPr/>
            <p:nvPr/>
          </p:nvSpPr>
          <p:spPr>
            <a:xfrm>
              <a:off x="1193591" y="3710831"/>
              <a:ext cx="946596" cy="548220"/>
            </a:xfrm>
            <a:custGeom>
              <a:avLst/>
              <a:gdLst/>
              <a:ahLst/>
              <a:cxnLst/>
              <a:rect l="l" t="t" r="r" b="b"/>
              <a:pathLst>
                <a:path w="20632" h="11949" extrusionOk="0">
                  <a:moveTo>
                    <a:pt x="20570" y="0"/>
                  </a:moveTo>
                  <a:cubicBezTo>
                    <a:pt x="20562" y="0"/>
                    <a:pt x="20552" y="2"/>
                    <a:pt x="20544" y="7"/>
                  </a:cubicBezTo>
                  <a:lnTo>
                    <a:pt x="19990" y="327"/>
                  </a:lnTo>
                  <a:cubicBezTo>
                    <a:pt x="19964" y="343"/>
                    <a:pt x="19956" y="375"/>
                    <a:pt x="19971" y="400"/>
                  </a:cubicBezTo>
                  <a:cubicBezTo>
                    <a:pt x="19981" y="418"/>
                    <a:pt x="19999" y="427"/>
                    <a:pt x="20017" y="427"/>
                  </a:cubicBezTo>
                  <a:cubicBezTo>
                    <a:pt x="20026" y="427"/>
                    <a:pt x="20035" y="425"/>
                    <a:pt x="20044" y="420"/>
                  </a:cubicBezTo>
                  <a:lnTo>
                    <a:pt x="20598" y="99"/>
                  </a:lnTo>
                  <a:cubicBezTo>
                    <a:pt x="20624" y="85"/>
                    <a:pt x="20632" y="52"/>
                    <a:pt x="20617" y="27"/>
                  </a:cubicBezTo>
                  <a:cubicBezTo>
                    <a:pt x="20607" y="10"/>
                    <a:pt x="20589" y="0"/>
                    <a:pt x="20570" y="0"/>
                  </a:cubicBezTo>
                  <a:close/>
                  <a:moveTo>
                    <a:pt x="19463" y="640"/>
                  </a:moveTo>
                  <a:cubicBezTo>
                    <a:pt x="19454" y="640"/>
                    <a:pt x="19444" y="643"/>
                    <a:pt x="19436" y="648"/>
                  </a:cubicBezTo>
                  <a:lnTo>
                    <a:pt x="18882" y="968"/>
                  </a:lnTo>
                  <a:cubicBezTo>
                    <a:pt x="18856" y="982"/>
                    <a:pt x="18847" y="1015"/>
                    <a:pt x="18862" y="1041"/>
                  </a:cubicBezTo>
                  <a:cubicBezTo>
                    <a:pt x="18872" y="1058"/>
                    <a:pt x="18890" y="1067"/>
                    <a:pt x="18908" y="1067"/>
                  </a:cubicBezTo>
                  <a:cubicBezTo>
                    <a:pt x="18917" y="1067"/>
                    <a:pt x="18927" y="1064"/>
                    <a:pt x="18935" y="1060"/>
                  </a:cubicBezTo>
                  <a:lnTo>
                    <a:pt x="19489" y="740"/>
                  </a:lnTo>
                  <a:cubicBezTo>
                    <a:pt x="19515" y="726"/>
                    <a:pt x="19524" y="692"/>
                    <a:pt x="19509" y="667"/>
                  </a:cubicBezTo>
                  <a:cubicBezTo>
                    <a:pt x="19499" y="650"/>
                    <a:pt x="19481" y="640"/>
                    <a:pt x="19463" y="640"/>
                  </a:cubicBezTo>
                  <a:close/>
                  <a:moveTo>
                    <a:pt x="18354" y="1280"/>
                  </a:moveTo>
                  <a:cubicBezTo>
                    <a:pt x="18344" y="1280"/>
                    <a:pt x="18335" y="1283"/>
                    <a:pt x="18327" y="1287"/>
                  </a:cubicBezTo>
                  <a:lnTo>
                    <a:pt x="17773" y="1607"/>
                  </a:lnTo>
                  <a:cubicBezTo>
                    <a:pt x="17747" y="1622"/>
                    <a:pt x="17739" y="1655"/>
                    <a:pt x="17754" y="1680"/>
                  </a:cubicBezTo>
                  <a:cubicBezTo>
                    <a:pt x="17763" y="1697"/>
                    <a:pt x="17781" y="1707"/>
                    <a:pt x="17800" y="1707"/>
                  </a:cubicBezTo>
                  <a:cubicBezTo>
                    <a:pt x="17809" y="1707"/>
                    <a:pt x="17818" y="1705"/>
                    <a:pt x="17827" y="1700"/>
                  </a:cubicBezTo>
                  <a:lnTo>
                    <a:pt x="18381" y="1380"/>
                  </a:lnTo>
                  <a:cubicBezTo>
                    <a:pt x="18407" y="1365"/>
                    <a:pt x="18415" y="1332"/>
                    <a:pt x="18400" y="1307"/>
                  </a:cubicBezTo>
                  <a:cubicBezTo>
                    <a:pt x="18390" y="1290"/>
                    <a:pt x="18372" y="1280"/>
                    <a:pt x="18354" y="1280"/>
                  </a:cubicBezTo>
                  <a:close/>
                  <a:moveTo>
                    <a:pt x="17245" y="1920"/>
                  </a:moveTo>
                  <a:cubicBezTo>
                    <a:pt x="17236" y="1920"/>
                    <a:pt x="17227" y="1922"/>
                    <a:pt x="17219" y="1927"/>
                  </a:cubicBezTo>
                  <a:lnTo>
                    <a:pt x="16665" y="2248"/>
                  </a:lnTo>
                  <a:cubicBezTo>
                    <a:pt x="16639" y="2263"/>
                    <a:pt x="16630" y="2295"/>
                    <a:pt x="16644" y="2321"/>
                  </a:cubicBezTo>
                  <a:cubicBezTo>
                    <a:pt x="16655" y="2338"/>
                    <a:pt x="16673" y="2347"/>
                    <a:pt x="16691" y="2347"/>
                  </a:cubicBezTo>
                  <a:cubicBezTo>
                    <a:pt x="16700" y="2347"/>
                    <a:pt x="16710" y="2345"/>
                    <a:pt x="16718" y="2340"/>
                  </a:cubicBezTo>
                  <a:lnTo>
                    <a:pt x="17272" y="2021"/>
                  </a:lnTo>
                  <a:cubicBezTo>
                    <a:pt x="17298" y="2006"/>
                    <a:pt x="17307" y="1972"/>
                    <a:pt x="17292" y="1947"/>
                  </a:cubicBezTo>
                  <a:cubicBezTo>
                    <a:pt x="17282" y="1930"/>
                    <a:pt x="17264" y="1920"/>
                    <a:pt x="17245" y="1920"/>
                  </a:cubicBezTo>
                  <a:close/>
                  <a:moveTo>
                    <a:pt x="16136" y="2561"/>
                  </a:moveTo>
                  <a:cubicBezTo>
                    <a:pt x="16127" y="2561"/>
                    <a:pt x="16118" y="2563"/>
                    <a:pt x="16110" y="2568"/>
                  </a:cubicBezTo>
                  <a:lnTo>
                    <a:pt x="15556" y="2888"/>
                  </a:lnTo>
                  <a:cubicBezTo>
                    <a:pt x="15530" y="2902"/>
                    <a:pt x="15522" y="2935"/>
                    <a:pt x="15536" y="2961"/>
                  </a:cubicBezTo>
                  <a:cubicBezTo>
                    <a:pt x="15545" y="2978"/>
                    <a:pt x="15563" y="2988"/>
                    <a:pt x="15583" y="2988"/>
                  </a:cubicBezTo>
                  <a:cubicBezTo>
                    <a:pt x="15592" y="2988"/>
                    <a:pt x="15601" y="2986"/>
                    <a:pt x="15610" y="2981"/>
                  </a:cubicBezTo>
                  <a:lnTo>
                    <a:pt x="16164" y="2660"/>
                  </a:lnTo>
                  <a:cubicBezTo>
                    <a:pt x="16190" y="2645"/>
                    <a:pt x="16197" y="2613"/>
                    <a:pt x="16183" y="2587"/>
                  </a:cubicBezTo>
                  <a:cubicBezTo>
                    <a:pt x="16173" y="2570"/>
                    <a:pt x="16155" y="2561"/>
                    <a:pt x="16136" y="2561"/>
                  </a:cubicBezTo>
                  <a:close/>
                  <a:moveTo>
                    <a:pt x="15027" y="3200"/>
                  </a:moveTo>
                  <a:cubicBezTo>
                    <a:pt x="15018" y="3200"/>
                    <a:pt x="15010" y="3203"/>
                    <a:pt x="15002" y="3207"/>
                  </a:cubicBezTo>
                  <a:lnTo>
                    <a:pt x="14448" y="3528"/>
                  </a:lnTo>
                  <a:cubicBezTo>
                    <a:pt x="14422" y="3543"/>
                    <a:pt x="14413" y="3576"/>
                    <a:pt x="14427" y="3600"/>
                  </a:cubicBezTo>
                  <a:cubicBezTo>
                    <a:pt x="14437" y="3618"/>
                    <a:pt x="14455" y="3627"/>
                    <a:pt x="14473" y="3627"/>
                  </a:cubicBezTo>
                  <a:cubicBezTo>
                    <a:pt x="14482" y="3627"/>
                    <a:pt x="14493" y="3625"/>
                    <a:pt x="14500" y="3621"/>
                  </a:cubicBezTo>
                  <a:lnTo>
                    <a:pt x="15054" y="3301"/>
                  </a:lnTo>
                  <a:cubicBezTo>
                    <a:pt x="15080" y="3285"/>
                    <a:pt x="15089" y="3252"/>
                    <a:pt x="15075" y="3228"/>
                  </a:cubicBezTo>
                  <a:cubicBezTo>
                    <a:pt x="15064" y="3210"/>
                    <a:pt x="15046" y="3200"/>
                    <a:pt x="15027" y="3200"/>
                  </a:cubicBezTo>
                  <a:close/>
                  <a:moveTo>
                    <a:pt x="13920" y="3841"/>
                  </a:moveTo>
                  <a:cubicBezTo>
                    <a:pt x="13911" y="3841"/>
                    <a:pt x="13901" y="3843"/>
                    <a:pt x="13892" y="3848"/>
                  </a:cubicBezTo>
                  <a:lnTo>
                    <a:pt x="13338" y="4168"/>
                  </a:lnTo>
                  <a:cubicBezTo>
                    <a:pt x="13312" y="4183"/>
                    <a:pt x="13305" y="4215"/>
                    <a:pt x="13319" y="4241"/>
                  </a:cubicBezTo>
                  <a:cubicBezTo>
                    <a:pt x="13328" y="4258"/>
                    <a:pt x="13346" y="4268"/>
                    <a:pt x="13365" y="4268"/>
                  </a:cubicBezTo>
                  <a:cubicBezTo>
                    <a:pt x="13374" y="4268"/>
                    <a:pt x="13383" y="4266"/>
                    <a:pt x="13392" y="4260"/>
                  </a:cubicBezTo>
                  <a:lnTo>
                    <a:pt x="13946" y="3940"/>
                  </a:lnTo>
                  <a:cubicBezTo>
                    <a:pt x="13972" y="3926"/>
                    <a:pt x="13980" y="3893"/>
                    <a:pt x="13966" y="3867"/>
                  </a:cubicBezTo>
                  <a:cubicBezTo>
                    <a:pt x="13956" y="3850"/>
                    <a:pt x="13938" y="3841"/>
                    <a:pt x="13920" y="3841"/>
                  </a:cubicBezTo>
                  <a:close/>
                  <a:moveTo>
                    <a:pt x="12811" y="4481"/>
                  </a:moveTo>
                  <a:cubicBezTo>
                    <a:pt x="12802" y="4481"/>
                    <a:pt x="12793" y="4483"/>
                    <a:pt x="12784" y="4488"/>
                  </a:cubicBezTo>
                  <a:lnTo>
                    <a:pt x="12229" y="4807"/>
                  </a:lnTo>
                  <a:cubicBezTo>
                    <a:pt x="12204" y="4822"/>
                    <a:pt x="12195" y="4856"/>
                    <a:pt x="12210" y="4881"/>
                  </a:cubicBezTo>
                  <a:cubicBezTo>
                    <a:pt x="12220" y="4898"/>
                    <a:pt x="12238" y="4908"/>
                    <a:pt x="12256" y="4908"/>
                  </a:cubicBezTo>
                  <a:cubicBezTo>
                    <a:pt x="12265" y="4908"/>
                    <a:pt x="12274" y="4905"/>
                    <a:pt x="12283" y="4901"/>
                  </a:cubicBezTo>
                  <a:lnTo>
                    <a:pt x="12837" y="4581"/>
                  </a:lnTo>
                  <a:cubicBezTo>
                    <a:pt x="12863" y="4565"/>
                    <a:pt x="12872" y="4533"/>
                    <a:pt x="12858" y="4508"/>
                  </a:cubicBezTo>
                  <a:cubicBezTo>
                    <a:pt x="12847" y="4490"/>
                    <a:pt x="12829" y="4481"/>
                    <a:pt x="12811" y="4481"/>
                  </a:cubicBezTo>
                  <a:close/>
                  <a:moveTo>
                    <a:pt x="11703" y="5121"/>
                  </a:moveTo>
                  <a:cubicBezTo>
                    <a:pt x="11693" y="5121"/>
                    <a:pt x="11684" y="5123"/>
                    <a:pt x="11675" y="5128"/>
                  </a:cubicBezTo>
                  <a:lnTo>
                    <a:pt x="11121" y="5448"/>
                  </a:lnTo>
                  <a:cubicBezTo>
                    <a:pt x="11095" y="5463"/>
                    <a:pt x="11086" y="5496"/>
                    <a:pt x="11102" y="5521"/>
                  </a:cubicBezTo>
                  <a:cubicBezTo>
                    <a:pt x="11111" y="5538"/>
                    <a:pt x="11129" y="5548"/>
                    <a:pt x="11148" y="5548"/>
                  </a:cubicBezTo>
                  <a:cubicBezTo>
                    <a:pt x="11157" y="5548"/>
                    <a:pt x="11166" y="5546"/>
                    <a:pt x="11174" y="5541"/>
                  </a:cubicBezTo>
                  <a:lnTo>
                    <a:pt x="11729" y="5221"/>
                  </a:lnTo>
                  <a:cubicBezTo>
                    <a:pt x="11754" y="5206"/>
                    <a:pt x="11763" y="5173"/>
                    <a:pt x="11748" y="5148"/>
                  </a:cubicBezTo>
                  <a:cubicBezTo>
                    <a:pt x="11739" y="5130"/>
                    <a:pt x="11721" y="5121"/>
                    <a:pt x="11703" y="5121"/>
                  </a:cubicBezTo>
                  <a:close/>
                  <a:moveTo>
                    <a:pt x="10593" y="5761"/>
                  </a:moveTo>
                  <a:cubicBezTo>
                    <a:pt x="10584" y="5761"/>
                    <a:pt x="10575" y="5763"/>
                    <a:pt x="10567" y="5768"/>
                  </a:cubicBezTo>
                  <a:lnTo>
                    <a:pt x="10012" y="6088"/>
                  </a:lnTo>
                  <a:cubicBezTo>
                    <a:pt x="9987" y="6102"/>
                    <a:pt x="9978" y="6136"/>
                    <a:pt x="9993" y="6161"/>
                  </a:cubicBezTo>
                  <a:cubicBezTo>
                    <a:pt x="10003" y="6178"/>
                    <a:pt x="10021" y="6188"/>
                    <a:pt x="10039" y="6188"/>
                  </a:cubicBezTo>
                  <a:cubicBezTo>
                    <a:pt x="10048" y="6188"/>
                    <a:pt x="10057" y="6186"/>
                    <a:pt x="10066" y="6181"/>
                  </a:cubicBezTo>
                  <a:lnTo>
                    <a:pt x="10620" y="5860"/>
                  </a:lnTo>
                  <a:cubicBezTo>
                    <a:pt x="10646" y="5846"/>
                    <a:pt x="10655" y="5813"/>
                    <a:pt x="10640" y="5787"/>
                  </a:cubicBezTo>
                  <a:cubicBezTo>
                    <a:pt x="10630" y="5770"/>
                    <a:pt x="10611" y="5761"/>
                    <a:pt x="10593" y="5761"/>
                  </a:cubicBezTo>
                  <a:close/>
                  <a:moveTo>
                    <a:pt x="9485" y="6401"/>
                  </a:moveTo>
                  <a:cubicBezTo>
                    <a:pt x="9476" y="6401"/>
                    <a:pt x="9467" y="6403"/>
                    <a:pt x="9458" y="6409"/>
                  </a:cubicBezTo>
                  <a:lnTo>
                    <a:pt x="8904" y="6729"/>
                  </a:lnTo>
                  <a:cubicBezTo>
                    <a:pt x="8878" y="6743"/>
                    <a:pt x="8869" y="6776"/>
                    <a:pt x="8884" y="6802"/>
                  </a:cubicBezTo>
                  <a:cubicBezTo>
                    <a:pt x="8894" y="6819"/>
                    <a:pt x="8912" y="6828"/>
                    <a:pt x="8931" y="6828"/>
                  </a:cubicBezTo>
                  <a:cubicBezTo>
                    <a:pt x="8940" y="6828"/>
                    <a:pt x="8949" y="6825"/>
                    <a:pt x="8957" y="6821"/>
                  </a:cubicBezTo>
                  <a:lnTo>
                    <a:pt x="9512" y="6501"/>
                  </a:lnTo>
                  <a:cubicBezTo>
                    <a:pt x="9537" y="6486"/>
                    <a:pt x="9546" y="6454"/>
                    <a:pt x="9531" y="6428"/>
                  </a:cubicBezTo>
                  <a:cubicBezTo>
                    <a:pt x="9521" y="6411"/>
                    <a:pt x="9504" y="6401"/>
                    <a:pt x="9485" y="6401"/>
                  </a:cubicBezTo>
                  <a:close/>
                  <a:moveTo>
                    <a:pt x="8376" y="7041"/>
                  </a:moveTo>
                  <a:cubicBezTo>
                    <a:pt x="8367" y="7041"/>
                    <a:pt x="8358" y="7044"/>
                    <a:pt x="8350" y="7048"/>
                  </a:cubicBezTo>
                  <a:lnTo>
                    <a:pt x="7795" y="7368"/>
                  </a:lnTo>
                  <a:cubicBezTo>
                    <a:pt x="7769" y="7383"/>
                    <a:pt x="7761" y="7415"/>
                    <a:pt x="7776" y="7441"/>
                  </a:cubicBezTo>
                  <a:cubicBezTo>
                    <a:pt x="7786" y="7458"/>
                    <a:pt x="7804" y="7468"/>
                    <a:pt x="7822" y="7468"/>
                  </a:cubicBezTo>
                  <a:cubicBezTo>
                    <a:pt x="7831" y="7468"/>
                    <a:pt x="7840" y="7466"/>
                    <a:pt x="7849" y="7460"/>
                  </a:cubicBezTo>
                  <a:lnTo>
                    <a:pt x="8403" y="7141"/>
                  </a:lnTo>
                  <a:cubicBezTo>
                    <a:pt x="8429" y="7126"/>
                    <a:pt x="8437" y="7093"/>
                    <a:pt x="8422" y="7067"/>
                  </a:cubicBezTo>
                  <a:cubicBezTo>
                    <a:pt x="8412" y="7051"/>
                    <a:pt x="8394" y="7041"/>
                    <a:pt x="8376" y="7041"/>
                  </a:cubicBezTo>
                  <a:close/>
                  <a:moveTo>
                    <a:pt x="7267" y="7681"/>
                  </a:moveTo>
                  <a:cubicBezTo>
                    <a:pt x="7258" y="7681"/>
                    <a:pt x="7249" y="7683"/>
                    <a:pt x="7241" y="7688"/>
                  </a:cubicBezTo>
                  <a:lnTo>
                    <a:pt x="6687" y="8009"/>
                  </a:lnTo>
                  <a:cubicBezTo>
                    <a:pt x="6661" y="8024"/>
                    <a:pt x="6652" y="8056"/>
                    <a:pt x="6667" y="8082"/>
                  </a:cubicBezTo>
                  <a:cubicBezTo>
                    <a:pt x="6677" y="8099"/>
                    <a:pt x="6695" y="8108"/>
                    <a:pt x="6714" y="8108"/>
                  </a:cubicBezTo>
                  <a:cubicBezTo>
                    <a:pt x="6723" y="8108"/>
                    <a:pt x="6732" y="8106"/>
                    <a:pt x="6740" y="8101"/>
                  </a:cubicBezTo>
                  <a:lnTo>
                    <a:pt x="7295" y="7781"/>
                  </a:lnTo>
                  <a:cubicBezTo>
                    <a:pt x="7320" y="7767"/>
                    <a:pt x="7329" y="7733"/>
                    <a:pt x="7314" y="7708"/>
                  </a:cubicBezTo>
                  <a:cubicBezTo>
                    <a:pt x="7304" y="7691"/>
                    <a:pt x="7286" y="7681"/>
                    <a:pt x="7267" y="7681"/>
                  </a:cubicBezTo>
                  <a:close/>
                  <a:moveTo>
                    <a:pt x="6159" y="8321"/>
                  </a:moveTo>
                  <a:cubicBezTo>
                    <a:pt x="6150" y="8321"/>
                    <a:pt x="6140" y="8324"/>
                    <a:pt x="6132" y="8329"/>
                  </a:cubicBezTo>
                  <a:lnTo>
                    <a:pt x="5578" y="8648"/>
                  </a:lnTo>
                  <a:cubicBezTo>
                    <a:pt x="5553" y="8663"/>
                    <a:pt x="5544" y="8696"/>
                    <a:pt x="5558" y="8722"/>
                  </a:cubicBezTo>
                  <a:cubicBezTo>
                    <a:pt x="5569" y="8739"/>
                    <a:pt x="5587" y="8749"/>
                    <a:pt x="5605" y="8749"/>
                  </a:cubicBezTo>
                  <a:cubicBezTo>
                    <a:pt x="5614" y="8749"/>
                    <a:pt x="5623" y="8746"/>
                    <a:pt x="5632" y="8741"/>
                  </a:cubicBezTo>
                  <a:lnTo>
                    <a:pt x="6186" y="8421"/>
                  </a:lnTo>
                  <a:cubicBezTo>
                    <a:pt x="6212" y="8406"/>
                    <a:pt x="6219" y="8374"/>
                    <a:pt x="6205" y="8348"/>
                  </a:cubicBezTo>
                  <a:cubicBezTo>
                    <a:pt x="6195" y="8331"/>
                    <a:pt x="6177" y="8321"/>
                    <a:pt x="6159" y="8321"/>
                  </a:cubicBezTo>
                  <a:close/>
                  <a:moveTo>
                    <a:pt x="5050" y="8961"/>
                  </a:moveTo>
                  <a:cubicBezTo>
                    <a:pt x="5041" y="8961"/>
                    <a:pt x="5032" y="8964"/>
                    <a:pt x="5024" y="8968"/>
                  </a:cubicBezTo>
                  <a:lnTo>
                    <a:pt x="4470" y="9288"/>
                  </a:lnTo>
                  <a:cubicBezTo>
                    <a:pt x="4444" y="9304"/>
                    <a:pt x="4435" y="9336"/>
                    <a:pt x="4449" y="9361"/>
                  </a:cubicBezTo>
                  <a:cubicBezTo>
                    <a:pt x="4459" y="9379"/>
                    <a:pt x="4477" y="9388"/>
                    <a:pt x="4497" y="9388"/>
                  </a:cubicBezTo>
                  <a:cubicBezTo>
                    <a:pt x="4506" y="9388"/>
                    <a:pt x="4515" y="9386"/>
                    <a:pt x="4522" y="9382"/>
                  </a:cubicBezTo>
                  <a:lnTo>
                    <a:pt x="5078" y="9061"/>
                  </a:lnTo>
                  <a:cubicBezTo>
                    <a:pt x="5102" y="9046"/>
                    <a:pt x="5111" y="9013"/>
                    <a:pt x="5097" y="8989"/>
                  </a:cubicBezTo>
                  <a:cubicBezTo>
                    <a:pt x="5087" y="8971"/>
                    <a:pt x="5069" y="8961"/>
                    <a:pt x="5050" y="8961"/>
                  </a:cubicBezTo>
                  <a:close/>
                  <a:moveTo>
                    <a:pt x="3942" y="9602"/>
                  </a:moveTo>
                  <a:cubicBezTo>
                    <a:pt x="3933" y="9602"/>
                    <a:pt x="3923" y="9604"/>
                    <a:pt x="3914" y="9609"/>
                  </a:cubicBezTo>
                  <a:lnTo>
                    <a:pt x="3360" y="9929"/>
                  </a:lnTo>
                  <a:cubicBezTo>
                    <a:pt x="3335" y="9943"/>
                    <a:pt x="3327" y="9976"/>
                    <a:pt x="3341" y="10002"/>
                  </a:cubicBezTo>
                  <a:cubicBezTo>
                    <a:pt x="3351" y="10019"/>
                    <a:pt x="3369" y="10029"/>
                    <a:pt x="3387" y="10029"/>
                  </a:cubicBezTo>
                  <a:cubicBezTo>
                    <a:pt x="3396" y="10029"/>
                    <a:pt x="3405" y="10026"/>
                    <a:pt x="3414" y="10021"/>
                  </a:cubicBezTo>
                  <a:lnTo>
                    <a:pt x="3968" y="9701"/>
                  </a:lnTo>
                  <a:cubicBezTo>
                    <a:pt x="3994" y="9687"/>
                    <a:pt x="4002" y="9654"/>
                    <a:pt x="3988" y="9628"/>
                  </a:cubicBezTo>
                  <a:cubicBezTo>
                    <a:pt x="3978" y="9611"/>
                    <a:pt x="3960" y="9602"/>
                    <a:pt x="3942" y="9602"/>
                  </a:cubicBezTo>
                  <a:close/>
                  <a:moveTo>
                    <a:pt x="2833" y="10242"/>
                  </a:moveTo>
                  <a:cubicBezTo>
                    <a:pt x="2824" y="10242"/>
                    <a:pt x="2815" y="10244"/>
                    <a:pt x="2806" y="10249"/>
                  </a:cubicBezTo>
                  <a:lnTo>
                    <a:pt x="2252" y="10568"/>
                  </a:lnTo>
                  <a:cubicBezTo>
                    <a:pt x="2226" y="10584"/>
                    <a:pt x="2217" y="10617"/>
                    <a:pt x="2232" y="10642"/>
                  </a:cubicBezTo>
                  <a:cubicBezTo>
                    <a:pt x="2242" y="10660"/>
                    <a:pt x="2260" y="10669"/>
                    <a:pt x="2278" y="10669"/>
                  </a:cubicBezTo>
                  <a:cubicBezTo>
                    <a:pt x="2288" y="10669"/>
                    <a:pt x="2297" y="10666"/>
                    <a:pt x="2305" y="10662"/>
                  </a:cubicBezTo>
                  <a:lnTo>
                    <a:pt x="2859" y="10341"/>
                  </a:lnTo>
                  <a:cubicBezTo>
                    <a:pt x="2885" y="10326"/>
                    <a:pt x="2894" y="10294"/>
                    <a:pt x="2880" y="10269"/>
                  </a:cubicBezTo>
                  <a:cubicBezTo>
                    <a:pt x="2870" y="10251"/>
                    <a:pt x="2852" y="10242"/>
                    <a:pt x="2833" y="10242"/>
                  </a:cubicBezTo>
                  <a:close/>
                  <a:moveTo>
                    <a:pt x="1725" y="10882"/>
                  </a:moveTo>
                  <a:cubicBezTo>
                    <a:pt x="1715" y="10882"/>
                    <a:pt x="1706" y="10884"/>
                    <a:pt x="1697" y="10889"/>
                  </a:cubicBezTo>
                  <a:lnTo>
                    <a:pt x="1143" y="11209"/>
                  </a:lnTo>
                  <a:cubicBezTo>
                    <a:pt x="1117" y="11224"/>
                    <a:pt x="1109" y="11256"/>
                    <a:pt x="1124" y="11282"/>
                  </a:cubicBezTo>
                  <a:cubicBezTo>
                    <a:pt x="1134" y="11299"/>
                    <a:pt x="1152" y="11309"/>
                    <a:pt x="1170" y="11309"/>
                  </a:cubicBezTo>
                  <a:cubicBezTo>
                    <a:pt x="1179" y="11309"/>
                    <a:pt x="1188" y="11306"/>
                    <a:pt x="1197" y="11301"/>
                  </a:cubicBezTo>
                  <a:lnTo>
                    <a:pt x="1751" y="10982"/>
                  </a:lnTo>
                  <a:cubicBezTo>
                    <a:pt x="1777" y="10967"/>
                    <a:pt x="1785" y="10934"/>
                    <a:pt x="1770" y="10908"/>
                  </a:cubicBezTo>
                  <a:cubicBezTo>
                    <a:pt x="1761" y="10891"/>
                    <a:pt x="1743" y="10882"/>
                    <a:pt x="1725" y="10882"/>
                  </a:cubicBezTo>
                  <a:close/>
                  <a:moveTo>
                    <a:pt x="615" y="11522"/>
                  </a:moveTo>
                  <a:cubicBezTo>
                    <a:pt x="606" y="11522"/>
                    <a:pt x="597" y="11524"/>
                    <a:pt x="589" y="11529"/>
                  </a:cubicBezTo>
                  <a:lnTo>
                    <a:pt x="35" y="11849"/>
                  </a:lnTo>
                  <a:cubicBezTo>
                    <a:pt x="9" y="11863"/>
                    <a:pt x="0" y="11897"/>
                    <a:pt x="15" y="11922"/>
                  </a:cubicBezTo>
                  <a:cubicBezTo>
                    <a:pt x="25" y="11939"/>
                    <a:pt x="43" y="11949"/>
                    <a:pt x="61" y="11949"/>
                  </a:cubicBezTo>
                  <a:cubicBezTo>
                    <a:pt x="70" y="11949"/>
                    <a:pt x="80" y="11947"/>
                    <a:pt x="88" y="11942"/>
                  </a:cubicBezTo>
                  <a:lnTo>
                    <a:pt x="642" y="11621"/>
                  </a:lnTo>
                  <a:cubicBezTo>
                    <a:pt x="668" y="11607"/>
                    <a:pt x="677" y="11574"/>
                    <a:pt x="662" y="11548"/>
                  </a:cubicBezTo>
                  <a:cubicBezTo>
                    <a:pt x="652" y="11531"/>
                    <a:pt x="634" y="11522"/>
                    <a:pt x="615" y="1152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p:cNvSpPr/>
            <p:nvPr/>
          </p:nvSpPr>
          <p:spPr>
            <a:xfrm>
              <a:off x="710422" y="4274842"/>
              <a:ext cx="1367224" cy="209580"/>
            </a:xfrm>
            <a:custGeom>
              <a:avLst/>
              <a:gdLst/>
              <a:ahLst/>
              <a:cxnLst/>
              <a:rect l="l" t="t" r="r" b="b"/>
              <a:pathLst>
                <a:path w="29800" h="4568" extrusionOk="0">
                  <a:moveTo>
                    <a:pt x="29799" y="1"/>
                  </a:moveTo>
                  <a:lnTo>
                    <a:pt x="0" y="3861"/>
                  </a:lnTo>
                  <a:lnTo>
                    <a:pt x="0" y="4568"/>
                  </a:lnTo>
                  <a:lnTo>
                    <a:pt x="29799" y="708"/>
                  </a:lnTo>
                  <a:lnTo>
                    <a:pt x="29799"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p:cNvSpPr/>
            <p:nvPr/>
          </p:nvSpPr>
          <p:spPr>
            <a:xfrm>
              <a:off x="709092" y="4001255"/>
              <a:ext cx="1369885" cy="789365"/>
            </a:xfrm>
            <a:custGeom>
              <a:avLst/>
              <a:gdLst/>
              <a:ahLst/>
              <a:cxnLst/>
              <a:rect l="l" t="t" r="r" b="b"/>
              <a:pathLst>
                <a:path w="29858" h="17205" extrusionOk="0">
                  <a:moveTo>
                    <a:pt x="18269" y="0"/>
                  </a:moveTo>
                  <a:cubicBezTo>
                    <a:pt x="18192" y="0"/>
                    <a:pt x="18115" y="17"/>
                    <a:pt x="18056" y="52"/>
                  </a:cubicBezTo>
                  <a:lnTo>
                    <a:pt x="117" y="10409"/>
                  </a:lnTo>
                  <a:cubicBezTo>
                    <a:pt x="0" y="10477"/>
                    <a:pt x="0" y="10586"/>
                    <a:pt x="117" y="10654"/>
                  </a:cubicBezTo>
                  <a:lnTo>
                    <a:pt x="11377" y="17154"/>
                  </a:lnTo>
                  <a:cubicBezTo>
                    <a:pt x="11435" y="17188"/>
                    <a:pt x="11512" y="17205"/>
                    <a:pt x="11589" y="17205"/>
                  </a:cubicBezTo>
                  <a:cubicBezTo>
                    <a:pt x="11666" y="17205"/>
                    <a:pt x="11743" y="17188"/>
                    <a:pt x="11801" y="17154"/>
                  </a:cubicBezTo>
                  <a:lnTo>
                    <a:pt x="29740" y="6797"/>
                  </a:lnTo>
                  <a:cubicBezTo>
                    <a:pt x="29857" y="6729"/>
                    <a:pt x="29857" y="6620"/>
                    <a:pt x="29740" y="6551"/>
                  </a:cubicBezTo>
                  <a:lnTo>
                    <a:pt x="18481" y="52"/>
                  </a:lnTo>
                  <a:cubicBezTo>
                    <a:pt x="18422" y="17"/>
                    <a:pt x="18346" y="0"/>
                    <a:pt x="18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p:cNvSpPr/>
            <p:nvPr/>
          </p:nvSpPr>
          <p:spPr>
            <a:xfrm>
              <a:off x="709092" y="3968818"/>
              <a:ext cx="1369885" cy="789411"/>
            </a:xfrm>
            <a:custGeom>
              <a:avLst/>
              <a:gdLst/>
              <a:ahLst/>
              <a:cxnLst/>
              <a:rect l="l" t="t" r="r" b="b"/>
              <a:pathLst>
                <a:path w="29858" h="17206" extrusionOk="0">
                  <a:moveTo>
                    <a:pt x="18269" y="1"/>
                  </a:moveTo>
                  <a:cubicBezTo>
                    <a:pt x="18192" y="1"/>
                    <a:pt x="18115" y="18"/>
                    <a:pt x="18056" y="52"/>
                  </a:cubicBezTo>
                  <a:lnTo>
                    <a:pt x="117" y="10409"/>
                  </a:lnTo>
                  <a:cubicBezTo>
                    <a:pt x="0" y="10477"/>
                    <a:pt x="0" y="10586"/>
                    <a:pt x="117" y="10653"/>
                  </a:cubicBezTo>
                  <a:lnTo>
                    <a:pt x="11377" y="17154"/>
                  </a:lnTo>
                  <a:cubicBezTo>
                    <a:pt x="11435" y="17188"/>
                    <a:pt x="11512" y="17206"/>
                    <a:pt x="11589" y="17206"/>
                  </a:cubicBezTo>
                  <a:cubicBezTo>
                    <a:pt x="11666" y="17206"/>
                    <a:pt x="11743" y="17188"/>
                    <a:pt x="11801" y="17154"/>
                  </a:cubicBezTo>
                  <a:lnTo>
                    <a:pt x="29740" y="6797"/>
                  </a:lnTo>
                  <a:cubicBezTo>
                    <a:pt x="29857" y="6729"/>
                    <a:pt x="29857" y="6620"/>
                    <a:pt x="29740" y="6552"/>
                  </a:cubicBezTo>
                  <a:lnTo>
                    <a:pt x="18481" y="52"/>
                  </a:lnTo>
                  <a:cubicBezTo>
                    <a:pt x="18422" y="18"/>
                    <a:pt x="18346" y="1"/>
                    <a:pt x="182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p:cNvSpPr/>
            <p:nvPr/>
          </p:nvSpPr>
          <p:spPr>
            <a:xfrm>
              <a:off x="776766" y="4007128"/>
              <a:ext cx="1108736" cy="640210"/>
            </a:xfrm>
            <a:custGeom>
              <a:avLst/>
              <a:gdLst/>
              <a:ahLst/>
              <a:cxnLst/>
              <a:rect l="l" t="t" r="r" b="b"/>
              <a:pathLst>
                <a:path w="24166" h="13954" extrusionOk="0">
                  <a:moveTo>
                    <a:pt x="16581" y="0"/>
                  </a:moveTo>
                  <a:lnTo>
                    <a:pt x="14079" y="1445"/>
                  </a:lnTo>
                  <a:lnTo>
                    <a:pt x="13760" y="1630"/>
                  </a:lnTo>
                  <a:lnTo>
                    <a:pt x="12828" y="2167"/>
                  </a:lnTo>
                  <a:lnTo>
                    <a:pt x="12508" y="2351"/>
                  </a:lnTo>
                  <a:lnTo>
                    <a:pt x="11577" y="2890"/>
                  </a:lnTo>
                  <a:lnTo>
                    <a:pt x="11259" y="3073"/>
                  </a:lnTo>
                  <a:lnTo>
                    <a:pt x="10326" y="3612"/>
                  </a:lnTo>
                  <a:lnTo>
                    <a:pt x="10008" y="3796"/>
                  </a:lnTo>
                  <a:lnTo>
                    <a:pt x="9076" y="4333"/>
                  </a:lnTo>
                  <a:lnTo>
                    <a:pt x="8756" y="4518"/>
                  </a:lnTo>
                  <a:lnTo>
                    <a:pt x="7825" y="5056"/>
                  </a:lnTo>
                  <a:lnTo>
                    <a:pt x="7505" y="5240"/>
                  </a:lnTo>
                  <a:lnTo>
                    <a:pt x="6574" y="5778"/>
                  </a:lnTo>
                  <a:lnTo>
                    <a:pt x="6254" y="5963"/>
                  </a:lnTo>
                  <a:lnTo>
                    <a:pt x="5323" y="6500"/>
                  </a:lnTo>
                  <a:lnTo>
                    <a:pt x="5004" y="6685"/>
                  </a:lnTo>
                  <a:lnTo>
                    <a:pt x="4072" y="7223"/>
                  </a:lnTo>
                  <a:lnTo>
                    <a:pt x="3753" y="7407"/>
                  </a:lnTo>
                  <a:lnTo>
                    <a:pt x="2822" y="7945"/>
                  </a:lnTo>
                  <a:lnTo>
                    <a:pt x="2502" y="8129"/>
                  </a:lnTo>
                  <a:lnTo>
                    <a:pt x="1571" y="8666"/>
                  </a:lnTo>
                  <a:lnTo>
                    <a:pt x="1251" y="8851"/>
                  </a:lnTo>
                  <a:lnTo>
                    <a:pt x="0" y="9574"/>
                  </a:lnTo>
                  <a:lnTo>
                    <a:pt x="1212" y="10272"/>
                  </a:lnTo>
                  <a:lnTo>
                    <a:pt x="1531" y="10457"/>
                  </a:lnTo>
                  <a:lnTo>
                    <a:pt x="2422" y="10971"/>
                  </a:lnTo>
                  <a:lnTo>
                    <a:pt x="2742" y="11156"/>
                  </a:lnTo>
                  <a:lnTo>
                    <a:pt x="3633" y="11671"/>
                  </a:lnTo>
                  <a:lnTo>
                    <a:pt x="3953" y="11855"/>
                  </a:lnTo>
                  <a:lnTo>
                    <a:pt x="4845" y="12370"/>
                  </a:lnTo>
                  <a:lnTo>
                    <a:pt x="5163" y="12555"/>
                  </a:lnTo>
                  <a:lnTo>
                    <a:pt x="6055" y="13069"/>
                  </a:lnTo>
                  <a:lnTo>
                    <a:pt x="6375" y="13254"/>
                  </a:lnTo>
                  <a:lnTo>
                    <a:pt x="7585" y="13953"/>
                  </a:lnTo>
                  <a:lnTo>
                    <a:pt x="8836" y="13230"/>
                  </a:lnTo>
                  <a:lnTo>
                    <a:pt x="9155" y="13047"/>
                  </a:lnTo>
                  <a:lnTo>
                    <a:pt x="11338" y="11787"/>
                  </a:lnTo>
                  <a:lnTo>
                    <a:pt x="11657" y="11602"/>
                  </a:lnTo>
                  <a:lnTo>
                    <a:pt x="18843" y="7453"/>
                  </a:lnTo>
                  <a:lnTo>
                    <a:pt x="19162" y="7269"/>
                  </a:lnTo>
                  <a:lnTo>
                    <a:pt x="20094" y="6731"/>
                  </a:lnTo>
                  <a:lnTo>
                    <a:pt x="20413" y="6546"/>
                  </a:lnTo>
                  <a:lnTo>
                    <a:pt x="21345" y="6009"/>
                  </a:lnTo>
                  <a:lnTo>
                    <a:pt x="21664" y="5824"/>
                  </a:lnTo>
                  <a:lnTo>
                    <a:pt x="22596" y="5286"/>
                  </a:lnTo>
                  <a:lnTo>
                    <a:pt x="22915" y="5102"/>
                  </a:lnTo>
                  <a:lnTo>
                    <a:pt x="24165" y="4380"/>
                  </a:lnTo>
                  <a:lnTo>
                    <a:pt x="22955" y="3680"/>
                  </a:lnTo>
                  <a:lnTo>
                    <a:pt x="22635" y="3497"/>
                  </a:lnTo>
                  <a:lnTo>
                    <a:pt x="21744" y="2982"/>
                  </a:lnTo>
                  <a:lnTo>
                    <a:pt x="21425" y="2797"/>
                  </a:lnTo>
                  <a:lnTo>
                    <a:pt x="19322" y="1584"/>
                  </a:lnTo>
                  <a:lnTo>
                    <a:pt x="19002" y="1399"/>
                  </a:lnTo>
                  <a:lnTo>
                    <a:pt x="18112" y="884"/>
                  </a:lnTo>
                  <a:lnTo>
                    <a:pt x="17792" y="700"/>
                  </a:lnTo>
                  <a:lnTo>
                    <a:pt x="165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p:cNvSpPr/>
            <p:nvPr/>
          </p:nvSpPr>
          <p:spPr>
            <a:xfrm>
              <a:off x="798742" y="4417439"/>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p:cNvSpPr/>
            <p:nvPr/>
          </p:nvSpPr>
          <p:spPr>
            <a:xfrm>
              <a:off x="856185" y="4384313"/>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p:cNvSpPr/>
            <p:nvPr/>
          </p:nvSpPr>
          <p:spPr>
            <a:xfrm>
              <a:off x="913490" y="4351141"/>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p:cNvSpPr/>
            <p:nvPr/>
          </p:nvSpPr>
          <p:spPr>
            <a:xfrm>
              <a:off x="970887" y="4318015"/>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p:cNvSpPr/>
            <p:nvPr/>
          </p:nvSpPr>
          <p:spPr>
            <a:xfrm>
              <a:off x="1028329" y="4284935"/>
              <a:ext cx="98321" cy="56754"/>
            </a:xfrm>
            <a:custGeom>
              <a:avLst/>
              <a:gdLst/>
              <a:ahLst/>
              <a:cxnLst/>
              <a:rect l="l" t="t" r="r" b="b"/>
              <a:pathLst>
                <a:path w="2143" h="1237" extrusionOk="0">
                  <a:moveTo>
                    <a:pt x="1091" y="0"/>
                  </a:moveTo>
                  <a:lnTo>
                    <a:pt x="0" y="630"/>
                  </a:lnTo>
                  <a:lnTo>
                    <a:pt x="1052" y="1236"/>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p:cNvSpPr/>
            <p:nvPr/>
          </p:nvSpPr>
          <p:spPr>
            <a:xfrm>
              <a:off x="1085726" y="4251764"/>
              <a:ext cx="98275" cy="56799"/>
            </a:xfrm>
            <a:custGeom>
              <a:avLst/>
              <a:gdLst/>
              <a:ahLst/>
              <a:cxnLst/>
              <a:rect l="l" t="t" r="r" b="b"/>
              <a:pathLst>
                <a:path w="2142"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p:cNvSpPr/>
            <p:nvPr/>
          </p:nvSpPr>
          <p:spPr>
            <a:xfrm>
              <a:off x="1143123" y="4218638"/>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p:cNvSpPr/>
            <p:nvPr/>
          </p:nvSpPr>
          <p:spPr>
            <a:xfrm>
              <a:off x="1200473" y="4185512"/>
              <a:ext cx="98321" cy="56754"/>
            </a:xfrm>
            <a:custGeom>
              <a:avLst/>
              <a:gdLst/>
              <a:ahLst/>
              <a:cxnLst/>
              <a:rect l="l" t="t" r="r" b="b"/>
              <a:pathLst>
                <a:path w="2143" h="1237"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p:cNvSpPr/>
            <p:nvPr/>
          </p:nvSpPr>
          <p:spPr>
            <a:xfrm>
              <a:off x="1257870" y="4152340"/>
              <a:ext cx="98321" cy="56845"/>
            </a:xfrm>
            <a:custGeom>
              <a:avLst/>
              <a:gdLst/>
              <a:ahLst/>
              <a:cxnLst/>
              <a:rect l="l" t="t" r="r" b="b"/>
              <a:pathLst>
                <a:path w="2143" h="1239" extrusionOk="0">
                  <a:moveTo>
                    <a:pt x="1091" y="1"/>
                  </a:moveTo>
                  <a:lnTo>
                    <a:pt x="0" y="631"/>
                  </a:lnTo>
                  <a:lnTo>
                    <a:pt x="1052" y="1238"/>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p:cNvSpPr/>
            <p:nvPr/>
          </p:nvSpPr>
          <p:spPr>
            <a:xfrm>
              <a:off x="1315267" y="4119214"/>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p:cNvSpPr/>
            <p:nvPr/>
          </p:nvSpPr>
          <p:spPr>
            <a:xfrm>
              <a:off x="1372664" y="4086134"/>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p:cNvSpPr/>
            <p:nvPr/>
          </p:nvSpPr>
          <p:spPr>
            <a:xfrm>
              <a:off x="1430060" y="4019837"/>
              <a:ext cx="155671" cy="89925"/>
            </a:xfrm>
            <a:custGeom>
              <a:avLst/>
              <a:gdLst/>
              <a:ahLst/>
              <a:cxnLst/>
              <a:rect l="l" t="t" r="r" b="b"/>
              <a:pathLst>
                <a:path w="3393" h="1960" extrusionOk="0">
                  <a:moveTo>
                    <a:pt x="2342" y="0"/>
                  </a:moveTo>
                  <a:lnTo>
                    <a:pt x="0" y="1353"/>
                  </a:lnTo>
                  <a:lnTo>
                    <a:pt x="1051" y="1960"/>
                  </a:lnTo>
                  <a:lnTo>
                    <a:pt x="3393" y="607"/>
                  </a:lnTo>
                  <a:lnTo>
                    <a:pt x="2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1"/>
            <p:cNvSpPr/>
            <p:nvPr/>
          </p:nvSpPr>
          <p:spPr>
            <a:xfrm>
              <a:off x="854304" y="4449509"/>
              <a:ext cx="98367" cy="56799"/>
            </a:xfrm>
            <a:custGeom>
              <a:avLst/>
              <a:gdLst/>
              <a:ahLst/>
              <a:cxnLst/>
              <a:rect l="l" t="t" r="r" b="b"/>
              <a:pathLst>
                <a:path w="2144" h="1238" extrusionOk="0">
                  <a:moveTo>
                    <a:pt x="1092" y="1"/>
                  </a:moveTo>
                  <a:lnTo>
                    <a:pt x="0"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1"/>
            <p:cNvSpPr/>
            <p:nvPr/>
          </p:nvSpPr>
          <p:spPr>
            <a:xfrm>
              <a:off x="911701" y="4416383"/>
              <a:ext cx="98321" cy="56799"/>
            </a:xfrm>
            <a:custGeom>
              <a:avLst/>
              <a:gdLst/>
              <a:ahLst/>
              <a:cxnLst/>
              <a:rect l="l" t="t" r="r" b="b"/>
              <a:pathLst>
                <a:path w="2143" h="1238" extrusionOk="0">
                  <a:moveTo>
                    <a:pt x="1092" y="1"/>
                  </a:moveTo>
                  <a:lnTo>
                    <a:pt x="1"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1"/>
            <p:cNvSpPr/>
            <p:nvPr/>
          </p:nvSpPr>
          <p:spPr>
            <a:xfrm>
              <a:off x="969097" y="4383212"/>
              <a:ext cx="98321" cy="56845"/>
            </a:xfrm>
            <a:custGeom>
              <a:avLst/>
              <a:gdLst/>
              <a:ahLst/>
              <a:cxnLst/>
              <a:rect l="l" t="t" r="r" b="b"/>
              <a:pathLst>
                <a:path w="2143" h="1239" extrusionOk="0">
                  <a:moveTo>
                    <a:pt x="1092" y="1"/>
                  </a:moveTo>
                  <a:lnTo>
                    <a:pt x="1" y="632"/>
                  </a:lnTo>
                  <a:lnTo>
                    <a:pt x="1051" y="1239"/>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1"/>
            <p:cNvSpPr/>
            <p:nvPr/>
          </p:nvSpPr>
          <p:spPr>
            <a:xfrm>
              <a:off x="1026448" y="4350132"/>
              <a:ext cx="98367" cy="56754"/>
            </a:xfrm>
            <a:custGeom>
              <a:avLst/>
              <a:gdLst/>
              <a:ahLst/>
              <a:cxnLst/>
              <a:rect l="l" t="t" r="r" b="b"/>
              <a:pathLst>
                <a:path w="2144" h="1237" extrusionOk="0">
                  <a:moveTo>
                    <a:pt x="1093" y="0"/>
                  </a:moveTo>
                  <a:lnTo>
                    <a:pt x="0" y="630"/>
                  </a:lnTo>
                  <a:lnTo>
                    <a:pt x="1052" y="1237"/>
                  </a:lnTo>
                  <a:lnTo>
                    <a:pt x="2143" y="607"/>
                  </a:lnTo>
                  <a:lnTo>
                    <a:pt x="10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1"/>
            <p:cNvSpPr/>
            <p:nvPr/>
          </p:nvSpPr>
          <p:spPr>
            <a:xfrm>
              <a:off x="1083845" y="4317006"/>
              <a:ext cx="98367" cy="56754"/>
            </a:xfrm>
            <a:custGeom>
              <a:avLst/>
              <a:gdLst/>
              <a:ahLst/>
              <a:cxnLst/>
              <a:rect l="l" t="t" r="r" b="b"/>
              <a:pathLst>
                <a:path w="2144" h="1237" extrusionOk="0">
                  <a:moveTo>
                    <a:pt x="1092" y="0"/>
                  </a:moveTo>
                  <a:lnTo>
                    <a:pt x="1" y="630"/>
                  </a:lnTo>
                  <a:lnTo>
                    <a:pt x="1052"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1"/>
            <p:cNvSpPr/>
            <p:nvPr/>
          </p:nvSpPr>
          <p:spPr>
            <a:xfrm>
              <a:off x="1141242" y="4283834"/>
              <a:ext cx="98367" cy="56799"/>
            </a:xfrm>
            <a:custGeom>
              <a:avLst/>
              <a:gdLst/>
              <a:ahLst/>
              <a:cxnLst/>
              <a:rect l="l" t="t" r="r" b="b"/>
              <a:pathLst>
                <a:path w="2144"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1"/>
            <p:cNvSpPr/>
            <p:nvPr/>
          </p:nvSpPr>
          <p:spPr>
            <a:xfrm>
              <a:off x="1198638" y="4250708"/>
              <a:ext cx="98367" cy="56799"/>
            </a:xfrm>
            <a:custGeom>
              <a:avLst/>
              <a:gdLst/>
              <a:ahLst/>
              <a:cxnLst/>
              <a:rect l="l" t="t" r="r" b="b"/>
              <a:pathLst>
                <a:path w="2144" h="1238" extrusionOk="0">
                  <a:moveTo>
                    <a:pt x="1092" y="1"/>
                  </a:moveTo>
                  <a:lnTo>
                    <a:pt x="1" y="630"/>
                  </a:lnTo>
                  <a:lnTo>
                    <a:pt x="1052"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1"/>
            <p:cNvSpPr/>
            <p:nvPr/>
          </p:nvSpPr>
          <p:spPr>
            <a:xfrm>
              <a:off x="1256035" y="4217537"/>
              <a:ext cx="98321" cy="56845"/>
            </a:xfrm>
            <a:custGeom>
              <a:avLst/>
              <a:gdLst/>
              <a:ahLst/>
              <a:cxnLst/>
              <a:rect l="l" t="t" r="r" b="b"/>
              <a:pathLst>
                <a:path w="2143" h="1239" extrusionOk="0">
                  <a:moveTo>
                    <a:pt x="1092" y="1"/>
                  </a:moveTo>
                  <a:lnTo>
                    <a:pt x="1" y="631"/>
                  </a:lnTo>
                  <a:lnTo>
                    <a:pt x="1051" y="1238"/>
                  </a:lnTo>
                  <a:lnTo>
                    <a:pt x="2142" y="609"/>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1"/>
            <p:cNvSpPr/>
            <p:nvPr/>
          </p:nvSpPr>
          <p:spPr>
            <a:xfrm>
              <a:off x="1313432" y="4184411"/>
              <a:ext cx="98321" cy="56845"/>
            </a:xfrm>
            <a:custGeom>
              <a:avLst/>
              <a:gdLst/>
              <a:ahLst/>
              <a:cxnLst/>
              <a:rect l="l" t="t" r="r" b="b"/>
              <a:pathLst>
                <a:path w="2143" h="1239" extrusionOk="0">
                  <a:moveTo>
                    <a:pt x="1092" y="1"/>
                  </a:moveTo>
                  <a:lnTo>
                    <a:pt x="1" y="632"/>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1"/>
            <p:cNvSpPr/>
            <p:nvPr/>
          </p:nvSpPr>
          <p:spPr>
            <a:xfrm>
              <a:off x="1370782" y="4151331"/>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1"/>
            <p:cNvSpPr/>
            <p:nvPr/>
          </p:nvSpPr>
          <p:spPr>
            <a:xfrm>
              <a:off x="1428179" y="4118159"/>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1"/>
            <p:cNvSpPr/>
            <p:nvPr/>
          </p:nvSpPr>
          <p:spPr>
            <a:xfrm>
              <a:off x="1485576" y="4085033"/>
              <a:ext cx="98367" cy="56799"/>
            </a:xfrm>
            <a:custGeom>
              <a:avLst/>
              <a:gdLst/>
              <a:ahLst/>
              <a:cxnLst/>
              <a:rect l="l" t="t" r="r" b="b"/>
              <a:pathLst>
                <a:path w="2144" h="1238" extrusionOk="0">
                  <a:moveTo>
                    <a:pt x="1092" y="0"/>
                  </a:moveTo>
                  <a:lnTo>
                    <a:pt x="1" y="631"/>
                  </a:lnTo>
                  <a:lnTo>
                    <a:pt x="1052" y="1238"/>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1"/>
            <p:cNvSpPr/>
            <p:nvPr/>
          </p:nvSpPr>
          <p:spPr>
            <a:xfrm>
              <a:off x="1542973" y="4051907"/>
              <a:ext cx="98321" cy="56754"/>
            </a:xfrm>
            <a:custGeom>
              <a:avLst/>
              <a:gdLst/>
              <a:ahLst/>
              <a:cxnLst/>
              <a:rect l="l" t="t" r="r" b="b"/>
              <a:pathLst>
                <a:path w="2143" h="1237" extrusionOk="0">
                  <a:moveTo>
                    <a:pt x="1092" y="1"/>
                  </a:moveTo>
                  <a:lnTo>
                    <a:pt x="1" y="630"/>
                  </a:lnTo>
                  <a:lnTo>
                    <a:pt x="1053"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1"/>
            <p:cNvSpPr/>
            <p:nvPr/>
          </p:nvSpPr>
          <p:spPr>
            <a:xfrm>
              <a:off x="909819" y="4481580"/>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1"/>
            <p:cNvSpPr/>
            <p:nvPr/>
          </p:nvSpPr>
          <p:spPr>
            <a:xfrm>
              <a:off x="967262" y="4448454"/>
              <a:ext cx="98321" cy="56799"/>
            </a:xfrm>
            <a:custGeom>
              <a:avLst/>
              <a:gdLst/>
              <a:ahLst/>
              <a:cxnLst/>
              <a:rect l="l" t="t" r="r" b="b"/>
              <a:pathLst>
                <a:path w="2143" h="1238" extrusionOk="0">
                  <a:moveTo>
                    <a:pt x="1091" y="0"/>
                  </a:moveTo>
                  <a:lnTo>
                    <a:pt x="0" y="631"/>
                  </a:lnTo>
                  <a:lnTo>
                    <a:pt x="1052" y="1238"/>
                  </a:lnTo>
                  <a:lnTo>
                    <a:pt x="2143" y="608"/>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1"/>
            <p:cNvSpPr/>
            <p:nvPr/>
          </p:nvSpPr>
          <p:spPr>
            <a:xfrm>
              <a:off x="1024659" y="4415328"/>
              <a:ext cx="98321" cy="56799"/>
            </a:xfrm>
            <a:custGeom>
              <a:avLst/>
              <a:gdLst/>
              <a:ahLst/>
              <a:cxnLst/>
              <a:rect l="l" t="t" r="r" b="b"/>
              <a:pathLst>
                <a:path w="2143"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1"/>
            <p:cNvSpPr/>
            <p:nvPr/>
          </p:nvSpPr>
          <p:spPr>
            <a:xfrm>
              <a:off x="1082055" y="4382202"/>
              <a:ext cx="98275" cy="56754"/>
            </a:xfrm>
            <a:custGeom>
              <a:avLst/>
              <a:gdLst/>
              <a:ahLst/>
              <a:cxnLst/>
              <a:rect l="l" t="t" r="r" b="b"/>
              <a:pathLst>
                <a:path w="2142"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1"/>
            <p:cNvSpPr/>
            <p:nvPr/>
          </p:nvSpPr>
          <p:spPr>
            <a:xfrm>
              <a:off x="1139452" y="4349031"/>
              <a:ext cx="98275" cy="56845"/>
            </a:xfrm>
            <a:custGeom>
              <a:avLst/>
              <a:gdLst/>
              <a:ahLst/>
              <a:cxnLst/>
              <a:rect l="l" t="t" r="r" b="b"/>
              <a:pathLst>
                <a:path w="2142"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1"/>
            <p:cNvSpPr/>
            <p:nvPr/>
          </p:nvSpPr>
          <p:spPr>
            <a:xfrm>
              <a:off x="1196803" y="4315905"/>
              <a:ext cx="98321" cy="56845"/>
            </a:xfrm>
            <a:custGeom>
              <a:avLst/>
              <a:gdLst/>
              <a:ahLst/>
              <a:cxnLst/>
              <a:rect l="l" t="t" r="r" b="b"/>
              <a:pathLst>
                <a:path w="2143" h="1239" extrusionOk="0">
                  <a:moveTo>
                    <a:pt x="1092" y="1"/>
                  </a:moveTo>
                  <a:lnTo>
                    <a:pt x="0" y="631"/>
                  </a:lnTo>
                  <a:lnTo>
                    <a:pt x="1052" y="1238"/>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1"/>
            <p:cNvSpPr/>
            <p:nvPr/>
          </p:nvSpPr>
          <p:spPr>
            <a:xfrm>
              <a:off x="1254200" y="4282779"/>
              <a:ext cx="98321" cy="56799"/>
            </a:xfrm>
            <a:custGeom>
              <a:avLst/>
              <a:gdLst/>
              <a:ahLst/>
              <a:cxnLst/>
              <a:rect l="l" t="t" r="r" b="b"/>
              <a:pathLst>
                <a:path w="2143" h="1238" extrusionOk="0">
                  <a:moveTo>
                    <a:pt x="1091" y="1"/>
                  </a:moveTo>
                  <a:lnTo>
                    <a:pt x="0" y="630"/>
                  </a:lnTo>
                  <a:lnTo>
                    <a:pt x="1052" y="1237"/>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1"/>
            <p:cNvSpPr/>
            <p:nvPr/>
          </p:nvSpPr>
          <p:spPr>
            <a:xfrm>
              <a:off x="1311596" y="4249607"/>
              <a:ext cx="98367" cy="56845"/>
            </a:xfrm>
            <a:custGeom>
              <a:avLst/>
              <a:gdLst/>
              <a:ahLst/>
              <a:cxnLst/>
              <a:rect l="l" t="t" r="r" b="b"/>
              <a:pathLst>
                <a:path w="2144" h="1239" extrusionOk="0">
                  <a:moveTo>
                    <a:pt x="1091" y="1"/>
                  </a:moveTo>
                  <a:lnTo>
                    <a:pt x="0" y="632"/>
                  </a:lnTo>
                  <a:lnTo>
                    <a:pt x="1052" y="1239"/>
                  </a:lnTo>
                  <a:lnTo>
                    <a:pt x="2143"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1"/>
            <p:cNvSpPr/>
            <p:nvPr/>
          </p:nvSpPr>
          <p:spPr>
            <a:xfrm>
              <a:off x="1368993" y="4216527"/>
              <a:ext cx="98367" cy="56754"/>
            </a:xfrm>
            <a:custGeom>
              <a:avLst/>
              <a:gdLst/>
              <a:ahLst/>
              <a:cxnLst/>
              <a:rect l="l" t="t" r="r" b="b"/>
              <a:pathLst>
                <a:path w="2144" h="1237" extrusionOk="0">
                  <a:moveTo>
                    <a:pt x="1091" y="0"/>
                  </a:moveTo>
                  <a:lnTo>
                    <a:pt x="0" y="631"/>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1"/>
            <p:cNvSpPr/>
            <p:nvPr/>
          </p:nvSpPr>
          <p:spPr>
            <a:xfrm>
              <a:off x="1426390" y="4183401"/>
              <a:ext cx="98321" cy="56754"/>
            </a:xfrm>
            <a:custGeom>
              <a:avLst/>
              <a:gdLst/>
              <a:ahLst/>
              <a:cxnLst/>
              <a:rect l="l" t="t" r="r" b="b"/>
              <a:pathLst>
                <a:path w="2143" h="1237" extrusionOk="0">
                  <a:moveTo>
                    <a:pt x="1091" y="0"/>
                  </a:moveTo>
                  <a:lnTo>
                    <a:pt x="0" y="630"/>
                  </a:lnTo>
                  <a:lnTo>
                    <a:pt x="1051" y="1237"/>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1"/>
            <p:cNvSpPr/>
            <p:nvPr/>
          </p:nvSpPr>
          <p:spPr>
            <a:xfrm>
              <a:off x="1483786" y="4150230"/>
              <a:ext cx="98321" cy="56799"/>
            </a:xfrm>
            <a:custGeom>
              <a:avLst/>
              <a:gdLst/>
              <a:ahLst/>
              <a:cxnLst/>
              <a:rect l="l" t="t" r="r" b="b"/>
              <a:pathLst>
                <a:path w="2143" h="1238" extrusionOk="0">
                  <a:moveTo>
                    <a:pt x="1091" y="0"/>
                  </a:moveTo>
                  <a:lnTo>
                    <a:pt x="0" y="631"/>
                  </a:lnTo>
                  <a:lnTo>
                    <a:pt x="1051" y="1238"/>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1"/>
            <p:cNvSpPr/>
            <p:nvPr/>
          </p:nvSpPr>
          <p:spPr>
            <a:xfrm>
              <a:off x="1541137" y="4117104"/>
              <a:ext cx="98367" cy="56799"/>
            </a:xfrm>
            <a:custGeom>
              <a:avLst/>
              <a:gdLst/>
              <a:ahLst/>
              <a:cxnLst/>
              <a:rect l="l" t="t" r="r" b="b"/>
              <a:pathLst>
                <a:path w="2144" h="1238" extrusionOk="0">
                  <a:moveTo>
                    <a:pt x="1093" y="1"/>
                  </a:moveTo>
                  <a:lnTo>
                    <a:pt x="0" y="630"/>
                  </a:lnTo>
                  <a:lnTo>
                    <a:pt x="1052" y="1237"/>
                  </a:lnTo>
                  <a:lnTo>
                    <a:pt x="2143" y="608"/>
                  </a:lnTo>
                  <a:lnTo>
                    <a:pt x="1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1"/>
            <p:cNvSpPr/>
            <p:nvPr/>
          </p:nvSpPr>
          <p:spPr>
            <a:xfrm>
              <a:off x="1596699" y="4083978"/>
              <a:ext cx="155717" cy="121995"/>
            </a:xfrm>
            <a:custGeom>
              <a:avLst/>
              <a:gdLst/>
              <a:ahLst/>
              <a:cxnLst/>
              <a:rect l="l" t="t" r="r" b="b"/>
              <a:pathLst>
                <a:path w="3394" h="2659" extrusionOk="0">
                  <a:moveTo>
                    <a:pt x="1131" y="1"/>
                  </a:moveTo>
                  <a:lnTo>
                    <a:pt x="40" y="630"/>
                  </a:lnTo>
                  <a:lnTo>
                    <a:pt x="1252" y="1330"/>
                  </a:lnTo>
                  <a:lnTo>
                    <a:pt x="1" y="2051"/>
                  </a:lnTo>
                  <a:lnTo>
                    <a:pt x="1051" y="2658"/>
                  </a:lnTo>
                  <a:cubicBezTo>
                    <a:pt x="2193" y="2000"/>
                    <a:pt x="3394" y="1306"/>
                    <a:pt x="3394" y="1306"/>
                  </a:cubicBezTo>
                  <a:cubicBezTo>
                    <a:pt x="3394" y="1306"/>
                    <a:pt x="3277" y="1238"/>
                    <a:pt x="11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1"/>
            <p:cNvSpPr/>
            <p:nvPr/>
          </p:nvSpPr>
          <p:spPr>
            <a:xfrm>
              <a:off x="965427" y="4480525"/>
              <a:ext cx="155717" cy="89925"/>
            </a:xfrm>
            <a:custGeom>
              <a:avLst/>
              <a:gdLst/>
              <a:ahLst/>
              <a:cxnLst/>
              <a:rect l="l" t="t" r="r" b="b"/>
              <a:pathLst>
                <a:path w="3394" h="1960" extrusionOk="0">
                  <a:moveTo>
                    <a:pt x="2343" y="0"/>
                  </a:moveTo>
                  <a:lnTo>
                    <a:pt x="1" y="1353"/>
                  </a:lnTo>
                  <a:lnTo>
                    <a:pt x="1051" y="1960"/>
                  </a:lnTo>
                  <a:lnTo>
                    <a:pt x="3393"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1"/>
            <p:cNvSpPr/>
            <p:nvPr/>
          </p:nvSpPr>
          <p:spPr>
            <a:xfrm>
              <a:off x="1080174" y="4447399"/>
              <a:ext cx="98367" cy="56845"/>
            </a:xfrm>
            <a:custGeom>
              <a:avLst/>
              <a:gdLst/>
              <a:ahLst/>
              <a:cxnLst/>
              <a:rect l="l" t="t" r="r" b="b"/>
              <a:pathLst>
                <a:path w="2144" h="1239" extrusionOk="0">
                  <a:moveTo>
                    <a:pt x="1092" y="1"/>
                  </a:moveTo>
                  <a:lnTo>
                    <a:pt x="1" y="631"/>
                  </a:lnTo>
                  <a:lnTo>
                    <a:pt x="1052" y="1238"/>
                  </a:lnTo>
                  <a:lnTo>
                    <a:pt x="2143" y="607"/>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1"/>
            <p:cNvSpPr/>
            <p:nvPr/>
          </p:nvSpPr>
          <p:spPr>
            <a:xfrm>
              <a:off x="1137571" y="4414273"/>
              <a:ext cx="98367" cy="56799"/>
            </a:xfrm>
            <a:custGeom>
              <a:avLst/>
              <a:gdLst/>
              <a:ahLst/>
              <a:cxnLst/>
              <a:rect l="l" t="t" r="r" b="b"/>
              <a:pathLst>
                <a:path w="2144" h="1238" extrusionOk="0">
                  <a:moveTo>
                    <a:pt x="1092" y="1"/>
                  </a:moveTo>
                  <a:lnTo>
                    <a:pt x="1" y="630"/>
                  </a:lnTo>
                  <a:lnTo>
                    <a:pt x="1052"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1"/>
            <p:cNvSpPr/>
            <p:nvPr/>
          </p:nvSpPr>
          <p:spPr>
            <a:xfrm>
              <a:off x="1194968" y="4381101"/>
              <a:ext cx="98367" cy="56845"/>
            </a:xfrm>
            <a:custGeom>
              <a:avLst/>
              <a:gdLst/>
              <a:ahLst/>
              <a:cxnLst/>
              <a:rect l="l" t="t" r="r" b="b"/>
              <a:pathLst>
                <a:path w="2144" h="1239" extrusionOk="0">
                  <a:moveTo>
                    <a:pt x="1092" y="1"/>
                  </a:moveTo>
                  <a:lnTo>
                    <a:pt x="1" y="631"/>
                  </a:lnTo>
                  <a:lnTo>
                    <a:pt x="1052"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1"/>
            <p:cNvSpPr/>
            <p:nvPr/>
          </p:nvSpPr>
          <p:spPr>
            <a:xfrm>
              <a:off x="1252364" y="4348021"/>
              <a:ext cx="98321" cy="56754"/>
            </a:xfrm>
            <a:custGeom>
              <a:avLst/>
              <a:gdLst/>
              <a:ahLst/>
              <a:cxnLst/>
              <a:rect l="l" t="t" r="r" b="b"/>
              <a:pathLst>
                <a:path w="2143" h="1237" extrusionOk="0">
                  <a:moveTo>
                    <a:pt x="1092" y="0"/>
                  </a:moveTo>
                  <a:lnTo>
                    <a:pt x="1" y="629"/>
                  </a:lnTo>
                  <a:lnTo>
                    <a:pt x="1051" y="1236"/>
                  </a:lnTo>
                  <a:lnTo>
                    <a:pt x="2142"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1"/>
            <p:cNvSpPr/>
            <p:nvPr/>
          </p:nvSpPr>
          <p:spPr>
            <a:xfrm>
              <a:off x="1309761" y="4314895"/>
              <a:ext cx="98321" cy="56754"/>
            </a:xfrm>
            <a:custGeom>
              <a:avLst/>
              <a:gdLst/>
              <a:ahLst/>
              <a:cxnLst/>
              <a:rect l="l" t="t" r="r" b="b"/>
              <a:pathLst>
                <a:path w="2143" h="1237" extrusionOk="0">
                  <a:moveTo>
                    <a:pt x="1092" y="0"/>
                  </a:moveTo>
                  <a:lnTo>
                    <a:pt x="1" y="630"/>
                  </a:lnTo>
                  <a:lnTo>
                    <a:pt x="1051" y="1237"/>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1"/>
            <p:cNvSpPr/>
            <p:nvPr/>
          </p:nvSpPr>
          <p:spPr>
            <a:xfrm>
              <a:off x="1367158" y="4281724"/>
              <a:ext cx="98321" cy="56799"/>
            </a:xfrm>
            <a:custGeom>
              <a:avLst/>
              <a:gdLst/>
              <a:ahLst/>
              <a:cxnLst/>
              <a:rect l="l" t="t" r="r" b="b"/>
              <a:pathLst>
                <a:path w="2143" h="1238" extrusionOk="0">
                  <a:moveTo>
                    <a:pt x="1092" y="0"/>
                  </a:moveTo>
                  <a:lnTo>
                    <a:pt x="1" y="631"/>
                  </a:lnTo>
                  <a:lnTo>
                    <a:pt x="1051"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1"/>
            <p:cNvSpPr/>
            <p:nvPr/>
          </p:nvSpPr>
          <p:spPr>
            <a:xfrm>
              <a:off x="1424509" y="4248598"/>
              <a:ext cx="98367" cy="56754"/>
            </a:xfrm>
            <a:custGeom>
              <a:avLst/>
              <a:gdLst/>
              <a:ahLst/>
              <a:cxnLst/>
              <a:rect l="l" t="t" r="r" b="b"/>
              <a:pathLst>
                <a:path w="2144" h="1237" extrusionOk="0">
                  <a:moveTo>
                    <a:pt x="1092" y="0"/>
                  </a:moveTo>
                  <a:lnTo>
                    <a:pt x="1" y="630"/>
                  </a:lnTo>
                  <a:lnTo>
                    <a:pt x="1052" y="1237"/>
                  </a:lnTo>
                  <a:lnTo>
                    <a:pt x="2144"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1"/>
            <p:cNvSpPr/>
            <p:nvPr/>
          </p:nvSpPr>
          <p:spPr>
            <a:xfrm>
              <a:off x="1481905" y="4215472"/>
              <a:ext cx="98367" cy="56799"/>
            </a:xfrm>
            <a:custGeom>
              <a:avLst/>
              <a:gdLst/>
              <a:ahLst/>
              <a:cxnLst/>
              <a:rect l="l" t="t" r="r" b="b"/>
              <a:pathLst>
                <a:path w="2144" h="1238" extrusionOk="0">
                  <a:moveTo>
                    <a:pt x="1092" y="1"/>
                  </a:moveTo>
                  <a:lnTo>
                    <a:pt x="1" y="630"/>
                  </a:lnTo>
                  <a:lnTo>
                    <a:pt x="1053" y="1237"/>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1"/>
            <p:cNvSpPr/>
            <p:nvPr/>
          </p:nvSpPr>
          <p:spPr>
            <a:xfrm>
              <a:off x="1539302" y="418230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1"/>
            <p:cNvSpPr/>
            <p:nvPr/>
          </p:nvSpPr>
          <p:spPr>
            <a:xfrm>
              <a:off x="1020988" y="4512595"/>
              <a:ext cx="155671" cy="89925"/>
            </a:xfrm>
            <a:custGeom>
              <a:avLst/>
              <a:gdLst/>
              <a:ahLst/>
              <a:cxnLst/>
              <a:rect l="l" t="t" r="r" b="b"/>
              <a:pathLst>
                <a:path w="3393" h="1960" extrusionOk="0">
                  <a:moveTo>
                    <a:pt x="2342" y="1"/>
                  </a:moveTo>
                  <a:lnTo>
                    <a:pt x="0" y="1353"/>
                  </a:lnTo>
                  <a:lnTo>
                    <a:pt x="1052" y="1960"/>
                  </a:lnTo>
                  <a:lnTo>
                    <a:pt x="2303" y="1238"/>
                  </a:lnTo>
                  <a:lnTo>
                    <a:pt x="2729" y="992"/>
                  </a:lnTo>
                  <a:lnTo>
                    <a:pt x="3393" y="608"/>
                  </a:lnTo>
                  <a:lnTo>
                    <a:pt x="23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1"/>
            <p:cNvSpPr/>
            <p:nvPr/>
          </p:nvSpPr>
          <p:spPr>
            <a:xfrm>
              <a:off x="1135782" y="4479469"/>
              <a:ext cx="98275" cy="56799"/>
            </a:xfrm>
            <a:custGeom>
              <a:avLst/>
              <a:gdLst/>
              <a:ahLst/>
              <a:cxnLst/>
              <a:rect l="l" t="t" r="r" b="b"/>
              <a:pathLst>
                <a:path w="2142" h="1238" extrusionOk="0">
                  <a:moveTo>
                    <a:pt x="1091" y="1"/>
                  </a:moveTo>
                  <a:lnTo>
                    <a:pt x="0" y="630"/>
                  </a:lnTo>
                  <a:lnTo>
                    <a:pt x="1051" y="1237"/>
                  </a:lnTo>
                  <a:lnTo>
                    <a:pt x="2142" y="608"/>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1"/>
            <p:cNvSpPr/>
            <p:nvPr/>
          </p:nvSpPr>
          <p:spPr>
            <a:xfrm>
              <a:off x="1193178" y="4446389"/>
              <a:ext cx="98275" cy="56754"/>
            </a:xfrm>
            <a:custGeom>
              <a:avLst/>
              <a:gdLst/>
              <a:ahLst/>
              <a:cxnLst/>
              <a:rect l="l" t="t" r="r" b="b"/>
              <a:pathLst>
                <a:path w="2142" h="1237" extrusionOk="0">
                  <a:moveTo>
                    <a:pt x="1091" y="0"/>
                  </a:moveTo>
                  <a:lnTo>
                    <a:pt x="0" y="629"/>
                  </a:lnTo>
                  <a:lnTo>
                    <a:pt x="1051" y="1236"/>
                  </a:lnTo>
                  <a:lnTo>
                    <a:pt x="2142"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1"/>
            <p:cNvSpPr/>
            <p:nvPr/>
          </p:nvSpPr>
          <p:spPr>
            <a:xfrm>
              <a:off x="1250575" y="4413218"/>
              <a:ext cx="98321" cy="56799"/>
            </a:xfrm>
            <a:custGeom>
              <a:avLst/>
              <a:gdLst/>
              <a:ahLst/>
              <a:cxnLst/>
              <a:rect l="l" t="t" r="r" b="b"/>
              <a:pathLst>
                <a:path w="2143" h="1238" extrusionOk="0">
                  <a:moveTo>
                    <a:pt x="1090" y="0"/>
                  </a:moveTo>
                  <a:lnTo>
                    <a:pt x="0" y="631"/>
                  </a:lnTo>
                  <a:lnTo>
                    <a:pt x="1051" y="1238"/>
                  </a:lnTo>
                  <a:lnTo>
                    <a:pt x="2142" y="607"/>
                  </a:lnTo>
                  <a:lnTo>
                    <a:pt x="10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1"/>
            <p:cNvSpPr/>
            <p:nvPr/>
          </p:nvSpPr>
          <p:spPr>
            <a:xfrm>
              <a:off x="1307926" y="4380092"/>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1"/>
            <p:cNvSpPr/>
            <p:nvPr/>
          </p:nvSpPr>
          <p:spPr>
            <a:xfrm>
              <a:off x="1365323" y="4346966"/>
              <a:ext cx="98367" cy="56754"/>
            </a:xfrm>
            <a:custGeom>
              <a:avLst/>
              <a:gdLst/>
              <a:ahLst/>
              <a:cxnLst/>
              <a:rect l="l" t="t" r="r" b="b"/>
              <a:pathLst>
                <a:path w="2144" h="1237" extrusionOk="0">
                  <a:moveTo>
                    <a:pt x="1091" y="0"/>
                  </a:moveTo>
                  <a:lnTo>
                    <a:pt x="0" y="630"/>
                  </a:lnTo>
                  <a:lnTo>
                    <a:pt x="1052" y="1237"/>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1"/>
            <p:cNvSpPr/>
            <p:nvPr/>
          </p:nvSpPr>
          <p:spPr>
            <a:xfrm>
              <a:off x="1422719" y="4313794"/>
              <a:ext cx="98321" cy="56845"/>
            </a:xfrm>
            <a:custGeom>
              <a:avLst/>
              <a:gdLst/>
              <a:ahLst/>
              <a:cxnLst/>
              <a:rect l="l" t="t" r="r" b="b"/>
              <a:pathLst>
                <a:path w="2143" h="1239" extrusionOk="0">
                  <a:moveTo>
                    <a:pt x="1091" y="1"/>
                  </a:moveTo>
                  <a:lnTo>
                    <a:pt x="0" y="631"/>
                  </a:lnTo>
                  <a:lnTo>
                    <a:pt x="1051" y="1238"/>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1"/>
            <p:cNvSpPr/>
            <p:nvPr/>
          </p:nvSpPr>
          <p:spPr>
            <a:xfrm>
              <a:off x="1480116" y="4280668"/>
              <a:ext cx="98321" cy="56799"/>
            </a:xfrm>
            <a:custGeom>
              <a:avLst/>
              <a:gdLst/>
              <a:ahLst/>
              <a:cxnLst/>
              <a:rect l="l" t="t" r="r" b="b"/>
              <a:pathLst>
                <a:path w="2143" h="1238" extrusionOk="0">
                  <a:moveTo>
                    <a:pt x="1092" y="1"/>
                  </a:moveTo>
                  <a:lnTo>
                    <a:pt x="0" y="630"/>
                  </a:lnTo>
                  <a:lnTo>
                    <a:pt x="1051" y="1237"/>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1"/>
            <p:cNvSpPr/>
            <p:nvPr/>
          </p:nvSpPr>
          <p:spPr>
            <a:xfrm>
              <a:off x="1537513" y="4247497"/>
              <a:ext cx="98321" cy="56845"/>
            </a:xfrm>
            <a:custGeom>
              <a:avLst/>
              <a:gdLst/>
              <a:ahLst/>
              <a:cxnLst/>
              <a:rect l="l" t="t" r="r" b="b"/>
              <a:pathLst>
                <a:path w="2143" h="1239" extrusionOk="0">
                  <a:moveTo>
                    <a:pt x="1092" y="1"/>
                  </a:moveTo>
                  <a:lnTo>
                    <a:pt x="0" y="631"/>
                  </a:lnTo>
                  <a:lnTo>
                    <a:pt x="1051" y="1238"/>
                  </a:lnTo>
                  <a:lnTo>
                    <a:pt x="2142"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1"/>
            <p:cNvSpPr/>
            <p:nvPr/>
          </p:nvSpPr>
          <p:spPr>
            <a:xfrm>
              <a:off x="1594864" y="4214417"/>
              <a:ext cx="98367" cy="56799"/>
            </a:xfrm>
            <a:custGeom>
              <a:avLst/>
              <a:gdLst/>
              <a:ahLst/>
              <a:cxnLst/>
              <a:rect l="l" t="t" r="r" b="b"/>
              <a:pathLst>
                <a:path w="2144" h="1238" extrusionOk="0">
                  <a:moveTo>
                    <a:pt x="1091" y="0"/>
                  </a:moveTo>
                  <a:lnTo>
                    <a:pt x="0" y="631"/>
                  </a:lnTo>
                  <a:lnTo>
                    <a:pt x="1052" y="1238"/>
                  </a:lnTo>
                  <a:lnTo>
                    <a:pt x="2143" y="607"/>
                  </a:lnTo>
                  <a:lnTo>
                    <a:pt x="1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1"/>
            <p:cNvSpPr/>
            <p:nvPr/>
          </p:nvSpPr>
          <p:spPr>
            <a:xfrm>
              <a:off x="1652260" y="4148119"/>
              <a:ext cx="155763" cy="89925"/>
            </a:xfrm>
            <a:custGeom>
              <a:avLst/>
              <a:gdLst/>
              <a:ahLst/>
              <a:cxnLst/>
              <a:rect l="l" t="t" r="r" b="b"/>
              <a:pathLst>
                <a:path w="3395" h="1960" extrusionOk="0">
                  <a:moveTo>
                    <a:pt x="2343" y="0"/>
                  </a:moveTo>
                  <a:lnTo>
                    <a:pt x="0" y="1353"/>
                  </a:lnTo>
                  <a:lnTo>
                    <a:pt x="1052" y="1960"/>
                  </a:lnTo>
                  <a:lnTo>
                    <a:pt x="3394"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1"/>
            <p:cNvSpPr/>
            <p:nvPr/>
          </p:nvSpPr>
          <p:spPr>
            <a:xfrm>
              <a:off x="1076550" y="4577837"/>
              <a:ext cx="98321" cy="56799"/>
            </a:xfrm>
            <a:custGeom>
              <a:avLst/>
              <a:gdLst/>
              <a:ahLst/>
              <a:cxnLst/>
              <a:rect l="l" t="t" r="r" b="b"/>
              <a:pathLst>
                <a:path w="2143" h="1238" extrusionOk="0">
                  <a:moveTo>
                    <a:pt x="1092" y="1"/>
                  </a:moveTo>
                  <a:lnTo>
                    <a:pt x="1" y="630"/>
                  </a:lnTo>
                  <a:lnTo>
                    <a:pt x="1051" y="1237"/>
                  </a:lnTo>
                  <a:lnTo>
                    <a:pt x="2143"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1"/>
            <p:cNvSpPr/>
            <p:nvPr/>
          </p:nvSpPr>
          <p:spPr>
            <a:xfrm>
              <a:off x="1133901" y="4511586"/>
              <a:ext cx="155763" cy="89925"/>
            </a:xfrm>
            <a:custGeom>
              <a:avLst/>
              <a:gdLst/>
              <a:ahLst/>
              <a:cxnLst/>
              <a:rect l="l" t="t" r="r" b="b"/>
              <a:pathLst>
                <a:path w="3395" h="1960" extrusionOk="0">
                  <a:moveTo>
                    <a:pt x="2343" y="0"/>
                  </a:moveTo>
                  <a:lnTo>
                    <a:pt x="1651" y="400"/>
                  </a:lnTo>
                  <a:lnTo>
                    <a:pt x="1252" y="630"/>
                  </a:lnTo>
                  <a:lnTo>
                    <a:pt x="1" y="1352"/>
                  </a:lnTo>
                  <a:lnTo>
                    <a:pt x="1052" y="1959"/>
                  </a:lnTo>
                  <a:lnTo>
                    <a:pt x="2303" y="1237"/>
                  </a:lnTo>
                  <a:lnTo>
                    <a:pt x="2702" y="1007"/>
                  </a:lnTo>
                  <a:lnTo>
                    <a:pt x="3395" y="607"/>
                  </a:lnTo>
                  <a:lnTo>
                    <a:pt x="23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1"/>
            <p:cNvSpPr/>
            <p:nvPr/>
          </p:nvSpPr>
          <p:spPr>
            <a:xfrm>
              <a:off x="1248694" y="4312785"/>
              <a:ext cx="385300" cy="222426"/>
            </a:xfrm>
            <a:custGeom>
              <a:avLst/>
              <a:gdLst/>
              <a:ahLst/>
              <a:cxnLst/>
              <a:rect l="l" t="t" r="r" b="b"/>
              <a:pathLst>
                <a:path w="8398" h="4848" extrusionOk="0">
                  <a:moveTo>
                    <a:pt x="7346" y="0"/>
                  </a:moveTo>
                  <a:cubicBezTo>
                    <a:pt x="3883" y="1999"/>
                    <a:pt x="1549" y="3347"/>
                    <a:pt x="1" y="4241"/>
                  </a:cubicBezTo>
                  <a:lnTo>
                    <a:pt x="1052" y="4848"/>
                  </a:lnTo>
                  <a:cubicBezTo>
                    <a:pt x="2600" y="3954"/>
                    <a:pt x="4964" y="2589"/>
                    <a:pt x="8398" y="607"/>
                  </a:cubicBezTo>
                  <a:lnTo>
                    <a:pt x="73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1"/>
            <p:cNvSpPr/>
            <p:nvPr/>
          </p:nvSpPr>
          <p:spPr>
            <a:xfrm>
              <a:off x="1593028" y="4279613"/>
              <a:ext cx="98321" cy="56799"/>
            </a:xfrm>
            <a:custGeom>
              <a:avLst/>
              <a:gdLst/>
              <a:ahLst/>
              <a:cxnLst/>
              <a:rect l="l" t="t" r="r" b="b"/>
              <a:pathLst>
                <a:path w="2143" h="1238" extrusionOk="0">
                  <a:moveTo>
                    <a:pt x="1092" y="0"/>
                  </a:moveTo>
                  <a:lnTo>
                    <a:pt x="1" y="631"/>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1"/>
            <p:cNvSpPr/>
            <p:nvPr/>
          </p:nvSpPr>
          <p:spPr>
            <a:xfrm>
              <a:off x="1650425" y="4246487"/>
              <a:ext cx="98321" cy="56799"/>
            </a:xfrm>
            <a:custGeom>
              <a:avLst/>
              <a:gdLst/>
              <a:ahLst/>
              <a:cxnLst/>
              <a:rect l="l" t="t" r="r" b="b"/>
              <a:pathLst>
                <a:path w="2143" h="1238" extrusionOk="0">
                  <a:moveTo>
                    <a:pt x="1092" y="0"/>
                  </a:moveTo>
                  <a:lnTo>
                    <a:pt x="1" y="630"/>
                  </a:lnTo>
                  <a:lnTo>
                    <a:pt x="1052" y="1238"/>
                  </a:lnTo>
                  <a:lnTo>
                    <a:pt x="2143" y="607"/>
                  </a:lnTo>
                  <a:lnTo>
                    <a:pt x="109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1"/>
            <p:cNvSpPr/>
            <p:nvPr/>
          </p:nvSpPr>
          <p:spPr>
            <a:xfrm>
              <a:off x="1707868" y="4213361"/>
              <a:ext cx="98275" cy="56754"/>
            </a:xfrm>
            <a:custGeom>
              <a:avLst/>
              <a:gdLst/>
              <a:ahLst/>
              <a:cxnLst/>
              <a:rect l="l" t="t" r="r" b="b"/>
              <a:pathLst>
                <a:path w="2142" h="1237" extrusionOk="0">
                  <a:moveTo>
                    <a:pt x="1091" y="1"/>
                  </a:moveTo>
                  <a:lnTo>
                    <a:pt x="0" y="630"/>
                  </a:lnTo>
                  <a:lnTo>
                    <a:pt x="1051" y="1237"/>
                  </a:lnTo>
                  <a:lnTo>
                    <a:pt x="2142" y="607"/>
                  </a:lnTo>
                  <a:lnTo>
                    <a:pt x="10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1"/>
            <p:cNvSpPr/>
            <p:nvPr/>
          </p:nvSpPr>
          <p:spPr>
            <a:xfrm>
              <a:off x="1765173" y="4180190"/>
              <a:ext cx="98367" cy="56845"/>
            </a:xfrm>
            <a:custGeom>
              <a:avLst/>
              <a:gdLst/>
              <a:ahLst/>
              <a:cxnLst/>
              <a:rect l="l" t="t" r="r" b="b"/>
              <a:pathLst>
                <a:path w="2144" h="1239" extrusionOk="0">
                  <a:moveTo>
                    <a:pt x="1092" y="1"/>
                  </a:moveTo>
                  <a:lnTo>
                    <a:pt x="1" y="631"/>
                  </a:lnTo>
                  <a:lnTo>
                    <a:pt x="1053" y="1238"/>
                  </a:lnTo>
                  <a:lnTo>
                    <a:pt x="2144" y="608"/>
                  </a:lnTo>
                  <a:lnTo>
                    <a:pt x="10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1"/>
            <p:cNvSpPr/>
            <p:nvPr/>
          </p:nvSpPr>
          <p:spPr>
            <a:xfrm>
              <a:off x="1436071" y="4388626"/>
              <a:ext cx="242935" cy="139475"/>
            </a:xfrm>
            <a:custGeom>
              <a:avLst/>
              <a:gdLst/>
              <a:ahLst/>
              <a:cxnLst/>
              <a:rect l="l" t="t" r="r" b="b"/>
              <a:pathLst>
                <a:path w="5295" h="3040" extrusionOk="0">
                  <a:moveTo>
                    <a:pt x="3819" y="0"/>
                  </a:moveTo>
                  <a:cubicBezTo>
                    <a:pt x="3742" y="0"/>
                    <a:pt x="3665" y="17"/>
                    <a:pt x="3607" y="51"/>
                  </a:cubicBezTo>
                  <a:lnTo>
                    <a:pt x="118" y="2064"/>
                  </a:lnTo>
                  <a:cubicBezTo>
                    <a:pt x="1" y="2132"/>
                    <a:pt x="1" y="2242"/>
                    <a:pt x="118" y="2310"/>
                  </a:cubicBezTo>
                  <a:lnTo>
                    <a:pt x="1382" y="3039"/>
                  </a:lnTo>
                  <a:lnTo>
                    <a:pt x="5295" y="780"/>
                  </a:lnTo>
                  <a:lnTo>
                    <a:pt x="4031" y="51"/>
                  </a:lnTo>
                  <a:cubicBezTo>
                    <a:pt x="3973" y="17"/>
                    <a:pt x="3896" y="0"/>
                    <a:pt x="38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1"/>
            <p:cNvSpPr/>
            <p:nvPr/>
          </p:nvSpPr>
          <p:spPr>
            <a:xfrm>
              <a:off x="1504341" y="4480616"/>
              <a:ext cx="119334" cy="65608"/>
            </a:xfrm>
            <a:custGeom>
              <a:avLst/>
              <a:gdLst/>
              <a:ahLst/>
              <a:cxnLst/>
              <a:rect l="l" t="t" r="r" b="b"/>
              <a:pathLst>
                <a:path w="2601" h="1430" extrusionOk="0">
                  <a:moveTo>
                    <a:pt x="1897" y="1"/>
                  </a:moveTo>
                  <a:lnTo>
                    <a:pt x="0" y="1095"/>
                  </a:lnTo>
                  <a:lnTo>
                    <a:pt x="493" y="1379"/>
                  </a:lnTo>
                  <a:cubicBezTo>
                    <a:pt x="551" y="1413"/>
                    <a:pt x="628" y="1430"/>
                    <a:pt x="704" y="1430"/>
                  </a:cubicBezTo>
                  <a:cubicBezTo>
                    <a:pt x="781" y="1430"/>
                    <a:pt x="858" y="1413"/>
                    <a:pt x="917" y="1379"/>
                  </a:cubicBezTo>
                  <a:lnTo>
                    <a:pt x="2601" y="407"/>
                  </a:lnTo>
                  <a:lnTo>
                    <a:pt x="18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1"/>
            <p:cNvSpPr/>
            <p:nvPr/>
          </p:nvSpPr>
          <p:spPr>
            <a:xfrm>
              <a:off x="1596836" y="4427211"/>
              <a:ext cx="114975" cy="68912"/>
            </a:xfrm>
            <a:custGeom>
              <a:avLst/>
              <a:gdLst/>
              <a:ahLst/>
              <a:cxnLst/>
              <a:rect l="l" t="t" r="r" b="b"/>
              <a:pathLst>
                <a:path w="2506" h="1502" extrusionOk="0">
                  <a:moveTo>
                    <a:pt x="1896" y="0"/>
                  </a:moveTo>
                  <a:lnTo>
                    <a:pt x="0" y="1095"/>
                  </a:lnTo>
                  <a:lnTo>
                    <a:pt x="704" y="1501"/>
                  </a:lnTo>
                  <a:lnTo>
                    <a:pt x="2388" y="529"/>
                  </a:lnTo>
                  <a:cubicBezTo>
                    <a:pt x="2506" y="462"/>
                    <a:pt x="2506" y="352"/>
                    <a:pt x="2388" y="284"/>
                  </a:cubicBezTo>
                  <a:lnTo>
                    <a:pt x="18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1"/>
            <p:cNvSpPr/>
            <p:nvPr/>
          </p:nvSpPr>
          <p:spPr>
            <a:xfrm>
              <a:off x="506804" y="3281112"/>
              <a:ext cx="1037439" cy="1167508"/>
            </a:xfrm>
            <a:custGeom>
              <a:avLst/>
              <a:gdLst/>
              <a:ahLst/>
              <a:cxnLst/>
              <a:rect l="l" t="t" r="r" b="b"/>
              <a:pathLst>
                <a:path w="22612" h="25447" extrusionOk="0">
                  <a:moveTo>
                    <a:pt x="18402" y="1"/>
                  </a:moveTo>
                  <a:cubicBezTo>
                    <a:pt x="18356" y="1"/>
                    <a:pt x="18316" y="13"/>
                    <a:pt x="18283" y="35"/>
                  </a:cubicBezTo>
                  <a:cubicBezTo>
                    <a:pt x="18283" y="35"/>
                    <a:pt x="146" y="10516"/>
                    <a:pt x="146" y="10516"/>
                  </a:cubicBezTo>
                  <a:cubicBezTo>
                    <a:pt x="41" y="10580"/>
                    <a:pt x="1" y="10742"/>
                    <a:pt x="54" y="10947"/>
                  </a:cubicBezTo>
                  <a:lnTo>
                    <a:pt x="3691" y="24901"/>
                  </a:lnTo>
                  <a:cubicBezTo>
                    <a:pt x="3765" y="25187"/>
                    <a:pt x="4109" y="25447"/>
                    <a:pt x="4382" y="25447"/>
                  </a:cubicBezTo>
                  <a:cubicBezTo>
                    <a:pt x="4427" y="25447"/>
                    <a:pt x="4470" y="25440"/>
                    <a:pt x="4509" y="25425"/>
                  </a:cubicBezTo>
                  <a:lnTo>
                    <a:pt x="4621" y="25361"/>
                  </a:lnTo>
                  <a:lnTo>
                    <a:pt x="1833" y="13553"/>
                  </a:lnTo>
                  <a:lnTo>
                    <a:pt x="19093" y="3573"/>
                  </a:lnTo>
                  <a:lnTo>
                    <a:pt x="18874" y="2361"/>
                  </a:lnTo>
                  <a:lnTo>
                    <a:pt x="21994" y="14324"/>
                  </a:lnTo>
                  <a:cubicBezTo>
                    <a:pt x="22068" y="14612"/>
                    <a:pt x="22299" y="14872"/>
                    <a:pt x="22509" y="14907"/>
                  </a:cubicBezTo>
                  <a:lnTo>
                    <a:pt x="22612" y="14724"/>
                  </a:lnTo>
                  <a:lnTo>
                    <a:pt x="18686" y="89"/>
                  </a:lnTo>
                  <a:lnTo>
                    <a:pt x="18444" y="4"/>
                  </a:lnTo>
                  <a:cubicBezTo>
                    <a:pt x="18430" y="2"/>
                    <a:pt x="18415" y="1"/>
                    <a:pt x="18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1"/>
            <p:cNvSpPr/>
            <p:nvPr/>
          </p:nvSpPr>
          <p:spPr>
            <a:xfrm>
              <a:off x="528827" y="3284508"/>
              <a:ext cx="1016930" cy="1163930"/>
            </a:xfrm>
            <a:custGeom>
              <a:avLst/>
              <a:gdLst/>
              <a:ahLst/>
              <a:cxnLst/>
              <a:rect l="l" t="t" r="r" b="b"/>
              <a:pathLst>
                <a:path w="22165" h="25369" extrusionOk="0">
                  <a:moveTo>
                    <a:pt x="18114" y="1"/>
                  </a:moveTo>
                  <a:cubicBezTo>
                    <a:pt x="18071" y="1"/>
                    <a:pt x="18027" y="12"/>
                    <a:pt x="17987" y="35"/>
                  </a:cubicBezTo>
                  <a:lnTo>
                    <a:pt x="180" y="10325"/>
                  </a:lnTo>
                  <a:cubicBezTo>
                    <a:pt x="60" y="10395"/>
                    <a:pt x="0" y="10537"/>
                    <a:pt x="35" y="10672"/>
                  </a:cubicBezTo>
                  <a:lnTo>
                    <a:pt x="3842" y="25273"/>
                  </a:lnTo>
                  <a:cubicBezTo>
                    <a:pt x="3857" y="25332"/>
                    <a:pt x="3910" y="25369"/>
                    <a:pt x="3965" y="25369"/>
                  </a:cubicBezTo>
                  <a:cubicBezTo>
                    <a:pt x="3986" y="25369"/>
                    <a:pt x="4008" y="25363"/>
                    <a:pt x="4028" y="25351"/>
                  </a:cubicBezTo>
                  <a:lnTo>
                    <a:pt x="22000" y="14967"/>
                  </a:lnTo>
                  <a:cubicBezTo>
                    <a:pt x="22110" y="14902"/>
                    <a:pt x="22164" y="14773"/>
                    <a:pt x="22132" y="14650"/>
                  </a:cubicBezTo>
                  <a:lnTo>
                    <a:pt x="18364" y="193"/>
                  </a:lnTo>
                  <a:cubicBezTo>
                    <a:pt x="18333" y="75"/>
                    <a:pt x="18226" y="1"/>
                    <a:pt x="1811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1"/>
            <p:cNvSpPr/>
            <p:nvPr/>
          </p:nvSpPr>
          <p:spPr>
            <a:xfrm>
              <a:off x="566999" y="3329746"/>
              <a:ext cx="940540" cy="1070426"/>
            </a:xfrm>
            <a:custGeom>
              <a:avLst/>
              <a:gdLst/>
              <a:ahLst/>
              <a:cxnLst/>
              <a:rect l="l" t="t" r="r" b="b"/>
              <a:pathLst>
                <a:path w="20500" h="23331" extrusionOk="0">
                  <a:moveTo>
                    <a:pt x="16976" y="1"/>
                  </a:moveTo>
                  <a:lnTo>
                    <a:pt x="16828" y="86"/>
                  </a:lnTo>
                  <a:lnTo>
                    <a:pt x="0" y="9816"/>
                  </a:lnTo>
                  <a:lnTo>
                    <a:pt x="3475" y="23151"/>
                  </a:lnTo>
                  <a:lnTo>
                    <a:pt x="3523" y="23330"/>
                  </a:lnTo>
                  <a:lnTo>
                    <a:pt x="20499" y="13513"/>
                  </a:lnTo>
                  <a:lnTo>
                    <a:pt x="169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1"/>
            <p:cNvSpPr/>
            <p:nvPr/>
          </p:nvSpPr>
          <p:spPr>
            <a:xfrm>
              <a:off x="566999" y="3333692"/>
              <a:ext cx="931593" cy="1058268"/>
            </a:xfrm>
            <a:custGeom>
              <a:avLst/>
              <a:gdLst/>
              <a:ahLst/>
              <a:cxnLst/>
              <a:rect l="l" t="t" r="r" b="b"/>
              <a:pathLst>
                <a:path w="20305" h="23066" extrusionOk="0">
                  <a:moveTo>
                    <a:pt x="16828" y="0"/>
                  </a:moveTo>
                  <a:lnTo>
                    <a:pt x="0" y="9730"/>
                  </a:lnTo>
                  <a:lnTo>
                    <a:pt x="3475" y="23065"/>
                  </a:lnTo>
                  <a:lnTo>
                    <a:pt x="20304" y="13334"/>
                  </a:lnTo>
                  <a:lnTo>
                    <a:pt x="16828" y="0"/>
                  </a:lnTo>
                  <a:close/>
                </a:path>
              </a:pathLst>
            </a:custGeom>
            <a:solidFill>
              <a:srgbClr val="878787">
                <a:alpha val="21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1"/>
            <p:cNvSpPr/>
            <p:nvPr/>
          </p:nvSpPr>
          <p:spPr>
            <a:xfrm>
              <a:off x="347093" y="4129262"/>
              <a:ext cx="479308" cy="1014223"/>
            </a:xfrm>
            <a:custGeom>
              <a:avLst/>
              <a:gdLst/>
              <a:ahLst/>
              <a:cxnLst/>
              <a:rect l="l" t="t" r="r" b="b"/>
              <a:pathLst>
                <a:path w="10447" h="22106" extrusionOk="0">
                  <a:moveTo>
                    <a:pt x="7272" y="1"/>
                  </a:moveTo>
                  <a:cubicBezTo>
                    <a:pt x="6574" y="1"/>
                    <a:pt x="5971" y="227"/>
                    <a:pt x="5731" y="775"/>
                  </a:cubicBezTo>
                  <a:lnTo>
                    <a:pt x="1" y="22106"/>
                  </a:lnTo>
                  <a:lnTo>
                    <a:pt x="8672" y="22106"/>
                  </a:lnTo>
                  <a:lnTo>
                    <a:pt x="10446" y="1873"/>
                  </a:lnTo>
                  <a:cubicBezTo>
                    <a:pt x="10355" y="861"/>
                    <a:pt x="8633" y="1"/>
                    <a:pt x="727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1"/>
            <p:cNvSpPr/>
            <p:nvPr/>
          </p:nvSpPr>
          <p:spPr>
            <a:xfrm>
              <a:off x="818104" y="4669140"/>
              <a:ext cx="228528" cy="131630"/>
            </a:xfrm>
            <a:custGeom>
              <a:avLst/>
              <a:gdLst/>
              <a:ahLst/>
              <a:cxnLst/>
              <a:rect l="l" t="t" r="r" b="b"/>
              <a:pathLst>
                <a:path w="4981" h="2869" extrusionOk="0">
                  <a:moveTo>
                    <a:pt x="1591" y="416"/>
                  </a:moveTo>
                  <a:cubicBezTo>
                    <a:pt x="1570" y="416"/>
                    <a:pt x="1550" y="416"/>
                    <a:pt x="1529" y="416"/>
                  </a:cubicBezTo>
                  <a:lnTo>
                    <a:pt x="1775" y="558"/>
                  </a:lnTo>
                  <a:cubicBezTo>
                    <a:pt x="2381" y="584"/>
                    <a:pt x="3019" y="725"/>
                    <a:pt x="3735" y="987"/>
                  </a:cubicBezTo>
                  <a:cubicBezTo>
                    <a:pt x="3735" y="995"/>
                    <a:pt x="3734" y="1002"/>
                    <a:pt x="3734" y="1010"/>
                  </a:cubicBezTo>
                  <a:cubicBezTo>
                    <a:pt x="3734" y="1059"/>
                    <a:pt x="3740" y="1113"/>
                    <a:pt x="3752" y="1169"/>
                  </a:cubicBezTo>
                  <a:cubicBezTo>
                    <a:pt x="3763" y="1213"/>
                    <a:pt x="3777" y="1253"/>
                    <a:pt x="3794" y="1293"/>
                  </a:cubicBezTo>
                  <a:cubicBezTo>
                    <a:pt x="3815" y="1338"/>
                    <a:pt x="3840" y="1381"/>
                    <a:pt x="3869" y="1422"/>
                  </a:cubicBezTo>
                  <a:cubicBezTo>
                    <a:pt x="3858" y="1431"/>
                    <a:pt x="3847" y="1440"/>
                    <a:pt x="3835" y="1449"/>
                  </a:cubicBezTo>
                  <a:cubicBezTo>
                    <a:pt x="3769" y="1503"/>
                    <a:pt x="3695" y="1559"/>
                    <a:pt x="3612" y="1619"/>
                  </a:cubicBezTo>
                  <a:lnTo>
                    <a:pt x="3770" y="1710"/>
                  </a:lnTo>
                  <a:cubicBezTo>
                    <a:pt x="3861" y="1645"/>
                    <a:pt x="3941" y="1584"/>
                    <a:pt x="4014" y="1525"/>
                  </a:cubicBezTo>
                  <a:cubicBezTo>
                    <a:pt x="4039" y="1504"/>
                    <a:pt x="4065" y="1484"/>
                    <a:pt x="4091" y="1461"/>
                  </a:cubicBezTo>
                  <a:lnTo>
                    <a:pt x="4132" y="1426"/>
                  </a:lnTo>
                  <a:lnTo>
                    <a:pt x="4103" y="1391"/>
                  </a:lnTo>
                  <a:cubicBezTo>
                    <a:pt x="4067" y="1346"/>
                    <a:pt x="4038" y="1298"/>
                    <a:pt x="4014" y="1247"/>
                  </a:cubicBezTo>
                  <a:cubicBezTo>
                    <a:pt x="3999" y="1213"/>
                    <a:pt x="3986" y="1177"/>
                    <a:pt x="3977" y="1139"/>
                  </a:cubicBezTo>
                  <a:cubicBezTo>
                    <a:pt x="3966" y="1091"/>
                    <a:pt x="3962" y="1043"/>
                    <a:pt x="3962" y="999"/>
                  </a:cubicBezTo>
                  <a:cubicBezTo>
                    <a:pt x="3963" y="981"/>
                    <a:pt x="3964" y="963"/>
                    <a:pt x="3965" y="946"/>
                  </a:cubicBezTo>
                  <a:lnTo>
                    <a:pt x="3969" y="907"/>
                  </a:lnTo>
                  <a:lnTo>
                    <a:pt x="3918" y="888"/>
                  </a:lnTo>
                  <a:cubicBezTo>
                    <a:pt x="3066" y="569"/>
                    <a:pt x="2312" y="416"/>
                    <a:pt x="1591" y="416"/>
                  </a:cubicBezTo>
                  <a:close/>
                  <a:moveTo>
                    <a:pt x="1611" y="279"/>
                  </a:moveTo>
                  <a:cubicBezTo>
                    <a:pt x="2420" y="279"/>
                    <a:pt x="3264" y="461"/>
                    <a:pt x="4217" y="834"/>
                  </a:cubicBezTo>
                  <a:cubicBezTo>
                    <a:pt x="4199" y="887"/>
                    <a:pt x="4190" y="939"/>
                    <a:pt x="4190" y="990"/>
                  </a:cubicBezTo>
                  <a:cubicBezTo>
                    <a:pt x="4189" y="1031"/>
                    <a:pt x="4195" y="1071"/>
                    <a:pt x="4203" y="1111"/>
                  </a:cubicBezTo>
                  <a:cubicBezTo>
                    <a:pt x="4210" y="1142"/>
                    <a:pt x="4222" y="1173"/>
                    <a:pt x="4234" y="1203"/>
                  </a:cubicBezTo>
                  <a:cubicBezTo>
                    <a:pt x="4271" y="1280"/>
                    <a:pt x="4325" y="1353"/>
                    <a:pt x="4402" y="1419"/>
                  </a:cubicBezTo>
                  <a:cubicBezTo>
                    <a:pt x="4337" y="1480"/>
                    <a:pt x="4269" y="1540"/>
                    <a:pt x="4192" y="1601"/>
                  </a:cubicBezTo>
                  <a:cubicBezTo>
                    <a:pt x="4038" y="1726"/>
                    <a:pt x="3856" y="1857"/>
                    <a:pt x="3621" y="2014"/>
                  </a:cubicBezTo>
                  <a:cubicBezTo>
                    <a:pt x="3251" y="2235"/>
                    <a:pt x="2967" y="2384"/>
                    <a:pt x="2671" y="2512"/>
                  </a:cubicBezTo>
                  <a:cubicBezTo>
                    <a:pt x="2478" y="2442"/>
                    <a:pt x="2253" y="2405"/>
                    <a:pt x="2022" y="2405"/>
                  </a:cubicBezTo>
                  <a:cubicBezTo>
                    <a:pt x="1911" y="2405"/>
                    <a:pt x="1799" y="2413"/>
                    <a:pt x="1688" y="2431"/>
                  </a:cubicBezTo>
                  <a:cubicBezTo>
                    <a:pt x="1359" y="2160"/>
                    <a:pt x="1109" y="1902"/>
                    <a:pt x="934" y="1654"/>
                  </a:cubicBezTo>
                  <a:cubicBezTo>
                    <a:pt x="845" y="1527"/>
                    <a:pt x="775" y="1404"/>
                    <a:pt x="726" y="1281"/>
                  </a:cubicBezTo>
                  <a:cubicBezTo>
                    <a:pt x="715" y="1253"/>
                    <a:pt x="704" y="1226"/>
                    <a:pt x="695" y="1198"/>
                  </a:cubicBezTo>
                  <a:cubicBezTo>
                    <a:pt x="681" y="1159"/>
                    <a:pt x="671" y="1122"/>
                    <a:pt x="662" y="1084"/>
                  </a:cubicBezTo>
                  <a:cubicBezTo>
                    <a:pt x="601" y="838"/>
                    <a:pt x="618" y="597"/>
                    <a:pt x="711" y="355"/>
                  </a:cubicBezTo>
                  <a:cubicBezTo>
                    <a:pt x="1009" y="305"/>
                    <a:pt x="1307" y="279"/>
                    <a:pt x="1611" y="279"/>
                  </a:cubicBezTo>
                  <a:close/>
                  <a:moveTo>
                    <a:pt x="1632" y="1"/>
                  </a:moveTo>
                  <a:cubicBezTo>
                    <a:pt x="1209" y="1"/>
                    <a:pt x="773" y="44"/>
                    <a:pt x="324" y="140"/>
                  </a:cubicBezTo>
                  <a:cubicBezTo>
                    <a:pt x="0" y="782"/>
                    <a:pt x="166" y="1365"/>
                    <a:pt x="582" y="1902"/>
                  </a:cubicBezTo>
                  <a:cubicBezTo>
                    <a:pt x="655" y="1996"/>
                    <a:pt x="734" y="2087"/>
                    <a:pt x="820" y="2177"/>
                  </a:cubicBezTo>
                  <a:cubicBezTo>
                    <a:pt x="1019" y="2384"/>
                    <a:pt x="1250" y="2584"/>
                    <a:pt x="1501" y="2776"/>
                  </a:cubicBezTo>
                  <a:cubicBezTo>
                    <a:pt x="1596" y="2741"/>
                    <a:pt x="1693" y="2718"/>
                    <a:pt x="1792" y="2704"/>
                  </a:cubicBezTo>
                  <a:cubicBezTo>
                    <a:pt x="1821" y="2700"/>
                    <a:pt x="1849" y="2697"/>
                    <a:pt x="1878" y="2695"/>
                  </a:cubicBezTo>
                  <a:cubicBezTo>
                    <a:pt x="1913" y="2693"/>
                    <a:pt x="1947" y="2691"/>
                    <a:pt x="1982" y="2691"/>
                  </a:cubicBezTo>
                  <a:cubicBezTo>
                    <a:pt x="2054" y="2691"/>
                    <a:pt x="2125" y="2697"/>
                    <a:pt x="2194" y="2708"/>
                  </a:cubicBezTo>
                  <a:cubicBezTo>
                    <a:pt x="2225" y="2713"/>
                    <a:pt x="2256" y="2719"/>
                    <a:pt x="2286" y="2727"/>
                  </a:cubicBezTo>
                  <a:cubicBezTo>
                    <a:pt x="2408" y="2756"/>
                    <a:pt x="2518" y="2803"/>
                    <a:pt x="2604" y="2869"/>
                  </a:cubicBezTo>
                  <a:cubicBezTo>
                    <a:pt x="2694" y="2834"/>
                    <a:pt x="2779" y="2800"/>
                    <a:pt x="2863" y="2764"/>
                  </a:cubicBezTo>
                  <a:cubicBezTo>
                    <a:pt x="2887" y="2754"/>
                    <a:pt x="2912" y="2744"/>
                    <a:pt x="2936" y="2734"/>
                  </a:cubicBezTo>
                  <a:cubicBezTo>
                    <a:pt x="3254" y="2595"/>
                    <a:pt x="3549" y="2438"/>
                    <a:pt x="3908" y="2227"/>
                  </a:cubicBezTo>
                  <a:cubicBezTo>
                    <a:pt x="3920" y="2219"/>
                    <a:pt x="3932" y="2212"/>
                    <a:pt x="3945" y="2204"/>
                  </a:cubicBezTo>
                  <a:cubicBezTo>
                    <a:pt x="3954" y="2199"/>
                    <a:pt x="3960" y="2193"/>
                    <a:pt x="3969" y="2187"/>
                  </a:cubicBezTo>
                  <a:cubicBezTo>
                    <a:pt x="4305" y="1962"/>
                    <a:pt x="4552" y="1777"/>
                    <a:pt x="4767" y="1580"/>
                  </a:cubicBezTo>
                  <a:cubicBezTo>
                    <a:pt x="4782" y="1566"/>
                    <a:pt x="4798" y="1550"/>
                    <a:pt x="4814" y="1535"/>
                  </a:cubicBezTo>
                  <a:cubicBezTo>
                    <a:pt x="4871" y="1480"/>
                    <a:pt x="4927" y="1425"/>
                    <a:pt x="4981" y="1366"/>
                  </a:cubicBezTo>
                  <a:cubicBezTo>
                    <a:pt x="4875" y="1321"/>
                    <a:pt x="4793" y="1263"/>
                    <a:pt x="4737" y="1195"/>
                  </a:cubicBezTo>
                  <a:cubicBezTo>
                    <a:pt x="4723" y="1178"/>
                    <a:pt x="4712" y="1160"/>
                    <a:pt x="4700" y="1142"/>
                  </a:cubicBezTo>
                  <a:cubicBezTo>
                    <a:pt x="4665" y="1082"/>
                    <a:pt x="4650" y="1016"/>
                    <a:pt x="4655" y="950"/>
                  </a:cubicBezTo>
                  <a:cubicBezTo>
                    <a:pt x="4657" y="932"/>
                    <a:pt x="4660" y="914"/>
                    <a:pt x="4664" y="896"/>
                  </a:cubicBezTo>
                  <a:cubicBezTo>
                    <a:pt x="4680" y="837"/>
                    <a:pt x="4714" y="779"/>
                    <a:pt x="4764" y="721"/>
                  </a:cubicBezTo>
                  <a:cubicBezTo>
                    <a:pt x="4767" y="718"/>
                    <a:pt x="4769" y="716"/>
                    <a:pt x="4772" y="712"/>
                  </a:cubicBezTo>
                  <a:cubicBezTo>
                    <a:pt x="4445" y="574"/>
                    <a:pt x="4107" y="448"/>
                    <a:pt x="3760" y="341"/>
                  </a:cubicBezTo>
                  <a:cubicBezTo>
                    <a:pt x="3603" y="292"/>
                    <a:pt x="3445" y="248"/>
                    <a:pt x="3285" y="209"/>
                  </a:cubicBezTo>
                  <a:cubicBezTo>
                    <a:pt x="2756" y="79"/>
                    <a:pt x="2206" y="1"/>
                    <a:pt x="16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1"/>
            <p:cNvSpPr/>
            <p:nvPr/>
          </p:nvSpPr>
          <p:spPr>
            <a:xfrm>
              <a:off x="1539210" y="3769741"/>
              <a:ext cx="293953" cy="169710"/>
            </a:xfrm>
            <a:custGeom>
              <a:avLst/>
              <a:gdLst/>
              <a:ahLst/>
              <a:cxnLst/>
              <a:rect l="l" t="t" r="r" b="b"/>
              <a:pathLst>
                <a:path w="6407" h="3699" extrusionOk="0">
                  <a:moveTo>
                    <a:pt x="4438" y="310"/>
                  </a:moveTo>
                  <a:cubicBezTo>
                    <a:pt x="4439" y="313"/>
                    <a:pt x="4439" y="316"/>
                    <a:pt x="4439" y="321"/>
                  </a:cubicBezTo>
                  <a:cubicBezTo>
                    <a:pt x="4441" y="329"/>
                    <a:pt x="4442" y="336"/>
                    <a:pt x="4443" y="344"/>
                  </a:cubicBezTo>
                  <a:cubicBezTo>
                    <a:pt x="4444" y="359"/>
                    <a:pt x="4445" y="374"/>
                    <a:pt x="4445" y="390"/>
                  </a:cubicBezTo>
                  <a:cubicBezTo>
                    <a:pt x="4444" y="398"/>
                    <a:pt x="4444" y="405"/>
                    <a:pt x="4443" y="414"/>
                  </a:cubicBezTo>
                  <a:cubicBezTo>
                    <a:pt x="4441" y="430"/>
                    <a:pt x="4438" y="446"/>
                    <a:pt x="4434" y="462"/>
                  </a:cubicBezTo>
                  <a:cubicBezTo>
                    <a:pt x="4432" y="468"/>
                    <a:pt x="4430" y="476"/>
                    <a:pt x="4428" y="483"/>
                  </a:cubicBezTo>
                  <a:cubicBezTo>
                    <a:pt x="4420" y="506"/>
                    <a:pt x="4410" y="528"/>
                    <a:pt x="4398" y="551"/>
                  </a:cubicBezTo>
                  <a:lnTo>
                    <a:pt x="3835" y="1524"/>
                  </a:lnTo>
                  <a:lnTo>
                    <a:pt x="5797" y="1256"/>
                  </a:lnTo>
                  <a:cubicBezTo>
                    <a:pt x="5837" y="1250"/>
                    <a:pt x="5877" y="1247"/>
                    <a:pt x="5917" y="1245"/>
                  </a:cubicBezTo>
                  <a:cubicBezTo>
                    <a:pt x="5929" y="1244"/>
                    <a:pt x="5942" y="1244"/>
                    <a:pt x="5954" y="1244"/>
                  </a:cubicBezTo>
                  <a:cubicBezTo>
                    <a:pt x="5968" y="1244"/>
                    <a:pt x="5982" y="1244"/>
                    <a:pt x="5996" y="1244"/>
                  </a:cubicBezTo>
                  <a:cubicBezTo>
                    <a:pt x="6009" y="1244"/>
                    <a:pt x="6023" y="1244"/>
                    <a:pt x="6037" y="1244"/>
                  </a:cubicBezTo>
                  <a:lnTo>
                    <a:pt x="6058" y="1244"/>
                  </a:lnTo>
                  <a:lnTo>
                    <a:pt x="4438" y="310"/>
                  </a:lnTo>
                  <a:close/>
                  <a:moveTo>
                    <a:pt x="3902" y="0"/>
                  </a:moveTo>
                  <a:lnTo>
                    <a:pt x="1" y="2252"/>
                  </a:lnTo>
                  <a:lnTo>
                    <a:pt x="135" y="2330"/>
                  </a:lnTo>
                  <a:cubicBezTo>
                    <a:pt x="277" y="2411"/>
                    <a:pt x="464" y="2455"/>
                    <a:pt x="657" y="2455"/>
                  </a:cubicBezTo>
                  <a:cubicBezTo>
                    <a:pt x="736" y="2455"/>
                    <a:pt x="816" y="2447"/>
                    <a:pt x="895" y="2432"/>
                  </a:cubicBezTo>
                  <a:lnTo>
                    <a:pt x="2881" y="2049"/>
                  </a:lnTo>
                  <a:cubicBezTo>
                    <a:pt x="3192" y="1990"/>
                    <a:pt x="3447" y="1842"/>
                    <a:pt x="3551" y="1663"/>
                  </a:cubicBezTo>
                  <a:lnTo>
                    <a:pt x="4215" y="516"/>
                  </a:lnTo>
                  <a:cubicBezTo>
                    <a:pt x="4304" y="360"/>
                    <a:pt x="4236" y="193"/>
                    <a:pt x="4036" y="77"/>
                  </a:cubicBezTo>
                  <a:lnTo>
                    <a:pt x="3902" y="0"/>
                  </a:lnTo>
                  <a:close/>
                  <a:moveTo>
                    <a:pt x="2641" y="2213"/>
                  </a:moveTo>
                  <a:lnTo>
                    <a:pt x="955" y="2538"/>
                  </a:lnTo>
                  <a:cubicBezTo>
                    <a:pt x="916" y="2546"/>
                    <a:pt x="877" y="2552"/>
                    <a:pt x="837" y="2556"/>
                  </a:cubicBezTo>
                  <a:cubicBezTo>
                    <a:pt x="825" y="2557"/>
                    <a:pt x="812" y="2558"/>
                    <a:pt x="800" y="2560"/>
                  </a:cubicBezTo>
                  <a:cubicBezTo>
                    <a:pt x="773" y="2562"/>
                    <a:pt x="746" y="2564"/>
                    <a:pt x="718" y="2564"/>
                  </a:cubicBezTo>
                  <a:cubicBezTo>
                    <a:pt x="704" y="2565"/>
                    <a:pt x="690" y="2565"/>
                    <a:pt x="675" y="2565"/>
                  </a:cubicBezTo>
                  <a:cubicBezTo>
                    <a:pt x="667" y="2566"/>
                    <a:pt x="660" y="2566"/>
                    <a:pt x="652" y="2566"/>
                  </a:cubicBezTo>
                  <a:cubicBezTo>
                    <a:pt x="634" y="2566"/>
                    <a:pt x="615" y="2565"/>
                    <a:pt x="596" y="2564"/>
                  </a:cubicBezTo>
                  <a:cubicBezTo>
                    <a:pt x="583" y="2564"/>
                    <a:pt x="569" y="2564"/>
                    <a:pt x="557" y="2563"/>
                  </a:cubicBezTo>
                  <a:cubicBezTo>
                    <a:pt x="553" y="2562"/>
                    <a:pt x="550" y="2562"/>
                    <a:pt x="547" y="2562"/>
                  </a:cubicBezTo>
                  <a:cubicBezTo>
                    <a:pt x="544" y="2562"/>
                    <a:pt x="541" y="2562"/>
                    <a:pt x="538" y="2562"/>
                  </a:cubicBezTo>
                  <a:lnTo>
                    <a:pt x="538" y="2562"/>
                  </a:lnTo>
                  <a:lnTo>
                    <a:pt x="2157" y="3496"/>
                  </a:lnTo>
                  <a:cubicBezTo>
                    <a:pt x="2156" y="3493"/>
                    <a:pt x="2157" y="3489"/>
                    <a:pt x="2156" y="3485"/>
                  </a:cubicBezTo>
                  <a:cubicBezTo>
                    <a:pt x="2155" y="3469"/>
                    <a:pt x="2155" y="3454"/>
                    <a:pt x="2156" y="3437"/>
                  </a:cubicBezTo>
                  <a:cubicBezTo>
                    <a:pt x="2157" y="3430"/>
                    <a:pt x="2156" y="3423"/>
                    <a:pt x="2157" y="3415"/>
                  </a:cubicBezTo>
                  <a:cubicBezTo>
                    <a:pt x="2161" y="3393"/>
                    <a:pt x="2166" y="3369"/>
                    <a:pt x="2176" y="3347"/>
                  </a:cubicBezTo>
                  <a:lnTo>
                    <a:pt x="2641" y="2213"/>
                  </a:lnTo>
                  <a:close/>
                  <a:moveTo>
                    <a:pt x="5988" y="1354"/>
                  </a:moveTo>
                  <a:cubicBezTo>
                    <a:pt x="5940" y="1354"/>
                    <a:pt x="5890" y="1357"/>
                    <a:pt x="5841" y="1364"/>
                  </a:cubicBezTo>
                  <a:lnTo>
                    <a:pt x="3763" y="1647"/>
                  </a:lnTo>
                  <a:lnTo>
                    <a:pt x="3735" y="1698"/>
                  </a:lnTo>
                  <a:cubicBezTo>
                    <a:pt x="3673" y="1804"/>
                    <a:pt x="3568" y="1902"/>
                    <a:pt x="3432" y="1981"/>
                  </a:cubicBezTo>
                  <a:cubicBezTo>
                    <a:pt x="3295" y="2060"/>
                    <a:pt x="3125" y="2119"/>
                    <a:pt x="2942" y="2155"/>
                  </a:cubicBezTo>
                  <a:lnTo>
                    <a:pt x="2855" y="2172"/>
                  </a:lnTo>
                  <a:lnTo>
                    <a:pt x="2363" y="3373"/>
                  </a:lnTo>
                  <a:cubicBezTo>
                    <a:pt x="2316" y="3489"/>
                    <a:pt x="2369" y="3610"/>
                    <a:pt x="2507" y="3698"/>
                  </a:cubicBezTo>
                  <a:lnTo>
                    <a:pt x="6407" y="1447"/>
                  </a:lnTo>
                  <a:cubicBezTo>
                    <a:pt x="6291" y="1386"/>
                    <a:pt x="6142" y="1354"/>
                    <a:pt x="5988" y="13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1"/>
            <p:cNvSpPr/>
            <p:nvPr/>
          </p:nvSpPr>
          <p:spPr>
            <a:xfrm>
              <a:off x="226244" y="4066314"/>
              <a:ext cx="202239" cy="116810"/>
            </a:xfrm>
            <a:custGeom>
              <a:avLst/>
              <a:gdLst/>
              <a:ahLst/>
              <a:cxnLst/>
              <a:rect l="l" t="t" r="r" b="b"/>
              <a:pathLst>
                <a:path w="4408" h="2546" extrusionOk="0">
                  <a:moveTo>
                    <a:pt x="2203" y="601"/>
                  </a:moveTo>
                  <a:cubicBezTo>
                    <a:pt x="2318" y="601"/>
                    <a:pt x="2436" y="611"/>
                    <a:pt x="2552" y="632"/>
                  </a:cubicBezTo>
                  <a:cubicBezTo>
                    <a:pt x="3164" y="744"/>
                    <a:pt x="3505" y="1120"/>
                    <a:pt x="3313" y="1475"/>
                  </a:cubicBezTo>
                  <a:cubicBezTo>
                    <a:pt x="3157" y="1761"/>
                    <a:pt x="2699" y="1945"/>
                    <a:pt x="2205" y="1945"/>
                  </a:cubicBezTo>
                  <a:cubicBezTo>
                    <a:pt x="2089" y="1945"/>
                    <a:pt x="1972" y="1935"/>
                    <a:pt x="1856" y="1914"/>
                  </a:cubicBezTo>
                  <a:cubicBezTo>
                    <a:pt x="1243" y="1802"/>
                    <a:pt x="902" y="1426"/>
                    <a:pt x="1095" y="1073"/>
                  </a:cubicBezTo>
                  <a:cubicBezTo>
                    <a:pt x="1250" y="785"/>
                    <a:pt x="1708" y="601"/>
                    <a:pt x="2203" y="601"/>
                  </a:cubicBezTo>
                  <a:close/>
                  <a:moveTo>
                    <a:pt x="2278" y="1"/>
                  </a:moveTo>
                  <a:lnTo>
                    <a:pt x="1742" y="29"/>
                  </a:lnTo>
                  <a:lnTo>
                    <a:pt x="1601" y="343"/>
                  </a:lnTo>
                  <a:lnTo>
                    <a:pt x="1225" y="456"/>
                  </a:lnTo>
                  <a:lnTo>
                    <a:pt x="698" y="343"/>
                  </a:lnTo>
                  <a:lnTo>
                    <a:pt x="352" y="582"/>
                  </a:lnTo>
                  <a:lnTo>
                    <a:pt x="638" y="861"/>
                  </a:lnTo>
                  <a:lnTo>
                    <a:pt x="511" y="1095"/>
                  </a:lnTo>
                  <a:lnTo>
                    <a:pt x="0" y="1230"/>
                  </a:lnTo>
                  <a:lnTo>
                    <a:pt x="47" y="1540"/>
                  </a:lnTo>
                  <a:lnTo>
                    <a:pt x="592" y="1621"/>
                  </a:lnTo>
                  <a:lnTo>
                    <a:pt x="788" y="1838"/>
                  </a:lnTo>
                  <a:lnTo>
                    <a:pt x="592" y="2143"/>
                  </a:lnTo>
                  <a:lnTo>
                    <a:pt x="1006" y="2342"/>
                  </a:lnTo>
                  <a:lnTo>
                    <a:pt x="1490" y="2177"/>
                  </a:lnTo>
                  <a:lnTo>
                    <a:pt x="1895" y="2251"/>
                  </a:lnTo>
                  <a:lnTo>
                    <a:pt x="2129" y="2546"/>
                  </a:lnTo>
                  <a:lnTo>
                    <a:pt x="2665" y="2519"/>
                  </a:lnTo>
                  <a:lnTo>
                    <a:pt x="2806" y="2204"/>
                  </a:lnTo>
                  <a:lnTo>
                    <a:pt x="3182" y="2091"/>
                  </a:lnTo>
                  <a:lnTo>
                    <a:pt x="3709" y="2203"/>
                  </a:lnTo>
                  <a:lnTo>
                    <a:pt x="4055" y="1966"/>
                  </a:lnTo>
                  <a:lnTo>
                    <a:pt x="3769" y="1685"/>
                  </a:lnTo>
                  <a:lnTo>
                    <a:pt x="3896" y="1452"/>
                  </a:lnTo>
                  <a:lnTo>
                    <a:pt x="4407" y="1316"/>
                  </a:lnTo>
                  <a:lnTo>
                    <a:pt x="4360" y="1006"/>
                  </a:lnTo>
                  <a:lnTo>
                    <a:pt x="3815" y="925"/>
                  </a:lnTo>
                  <a:lnTo>
                    <a:pt x="3619" y="709"/>
                  </a:lnTo>
                  <a:lnTo>
                    <a:pt x="3815" y="404"/>
                  </a:lnTo>
                  <a:lnTo>
                    <a:pt x="3402" y="205"/>
                  </a:lnTo>
                  <a:lnTo>
                    <a:pt x="2918" y="369"/>
                  </a:lnTo>
                  <a:lnTo>
                    <a:pt x="2512"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1"/>
            <p:cNvSpPr/>
            <p:nvPr/>
          </p:nvSpPr>
          <p:spPr>
            <a:xfrm>
              <a:off x="1487365" y="4642529"/>
              <a:ext cx="202239" cy="116810"/>
            </a:xfrm>
            <a:custGeom>
              <a:avLst/>
              <a:gdLst/>
              <a:ahLst/>
              <a:cxnLst/>
              <a:rect l="l" t="t" r="r" b="b"/>
              <a:pathLst>
                <a:path w="4408" h="2546" extrusionOk="0">
                  <a:moveTo>
                    <a:pt x="2203" y="601"/>
                  </a:moveTo>
                  <a:cubicBezTo>
                    <a:pt x="2318" y="601"/>
                    <a:pt x="2436" y="611"/>
                    <a:pt x="2552" y="632"/>
                  </a:cubicBezTo>
                  <a:cubicBezTo>
                    <a:pt x="3165" y="744"/>
                    <a:pt x="3505" y="1120"/>
                    <a:pt x="3314" y="1474"/>
                  </a:cubicBezTo>
                  <a:cubicBezTo>
                    <a:pt x="3158" y="1761"/>
                    <a:pt x="2698" y="1945"/>
                    <a:pt x="2204" y="1945"/>
                  </a:cubicBezTo>
                  <a:cubicBezTo>
                    <a:pt x="2088" y="1945"/>
                    <a:pt x="1971" y="1935"/>
                    <a:pt x="1856" y="1914"/>
                  </a:cubicBezTo>
                  <a:cubicBezTo>
                    <a:pt x="1243" y="1802"/>
                    <a:pt x="902" y="1426"/>
                    <a:pt x="1095" y="1072"/>
                  </a:cubicBezTo>
                  <a:cubicBezTo>
                    <a:pt x="1251" y="785"/>
                    <a:pt x="1708" y="601"/>
                    <a:pt x="2203" y="601"/>
                  </a:cubicBezTo>
                  <a:close/>
                  <a:moveTo>
                    <a:pt x="2278" y="1"/>
                  </a:moveTo>
                  <a:lnTo>
                    <a:pt x="1742" y="28"/>
                  </a:lnTo>
                  <a:lnTo>
                    <a:pt x="1601" y="343"/>
                  </a:lnTo>
                  <a:lnTo>
                    <a:pt x="1225" y="456"/>
                  </a:lnTo>
                  <a:lnTo>
                    <a:pt x="698" y="343"/>
                  </a:lnTo>
                  <a:lnTo>
                    <a:pt x="352" y="582"/>
                  </a:lnTo>
                  <a:lnTo>
                    <a:pt x="638" y="861"/>
                  </a:lnTo>
                  <a:lnTo>
                    <a:pt x="511" y="1094"/>
                  </a:lnTo>
                  <a:lnTo>
                    <a:pt x="0" y="1230"/>
                  </a:lnTo>
                  <a:lnTo>
                    <a:pt x="47" y="1540"/>
                  </a:lnTo>
                  <a:lnTo>
                    <a:pt x="592" y="1621"/>
                  </a:lnTo>
                  <a:lnTo>
                    <a:pt x="788" y="1838"/>
                  </a:lnTo>
                  <a:lnTo>
                    <a:pt x="592" y="2142"/>
                  </a:lnTo>
                  <a:lnTo>
                    <a:pt x="1006" y="2342"/>
                  </a:lnTo>
                  <a:lnTo>
                    <a:pt x="1490" y="2177"/>
                  </a:lnTo>
                  <a:lnTo>
                    <a:pt x="1895" y="2251"/>
                  </a:lnTo>
                  <a:lnTo>
                    <a:pt x="2129" y="2546"/>
                  </a:lnTo>
                  <a:lnTo>
                    <a:pt x="2665" y="2519"/>
                  </a:lnTo>
                  <a:lnTo>
                    <a:pt x="2806" y="2203"/>
                  </a:lnTo>
                  <a:lnTo>
                    <a:pt x="3182" y="2091"/>
                  </a:lnTo>
                  <a:lnTo>
                    <a:pt x="3709" y="2203"/>
                  </a:lnTo>
                  <a:lnTo>
                    <a:pt x="4055" y="1964"/>
                  </a:lnTo>
                  <a:lnTo>
                    <a:pt x="3769" y="1685"/>
                  </a:lnTo>
                  <a:lnTo>
                    <a:pt x="3896" y="1452"/>
                  </a:lnTo>
                  <a:lnTo>
                    <a:pt x="4407" y="1316"/>
                  </a:lnTo>
                  <a:lnTo>
                    <a:pt x="4360" y="1006"/>
                  </a:lnTo>
                  <a:lnTo>
                    <a:pt x="3815" y="925"/>
                  </a:lnTo>
                  <a:lnTo>
                    <a:pt x="3619" y="708"/>
                  </a:lnTo>
                  <a:lnTo>
                    <a:pt x="3815" y="404"/>
                  </a:lnTo>
                  <a:lnTo>
                    <a:pt x="3402" y="204"/>
                  </a:lnTo>
                  <a:lnTo>
                    <a:pt x="2918" y="369"/>
                  </a:lnTo>
                  <a:lnTo>
                    <a:pt x="2513" y="296"/>
                  </a:lnTo>
                  <a:lnTo>
                    <a:pt x="22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1"/>
            <p:cNvSpPr/>
            <p:nvPr/>
          </p:nvSpPr>
          <p:spPr>
            <a:xfrm>
              <a:off x="1670016" y="3181047"/>
              <a:ext cx="375253" cy="231143"/>
            </a:xfrm>
            <a:custGeom>
              <a:avLst/>
              <a:gdLst/>
              <a:ahLst/>
              <a:cxnLst/>
              <a:rect l="l" t="t" r="r" b="b"/>
              <a:pathLst>
                <a:path w="8179" h="5038" extrusionOk="0">
                  <a:moveTo>
                    <a:pt x="2704" y="673"/>
                  </a:moveTo>
                  <a:cubicBezTo>
                    <a:pt x="3357" y="673"/>
                    <a:pt x="3962" y="916"/>
                    <a:pt x="4167" y="1295"/>
                  </a:cubicBezTo>
                  <a:cubicBezTo>
                    <a:pt x="4422" y="1762"/>
                    <a:pt x="3971" y="2260"/>
                    <a:pt x="3162" y="2407"/>
                  </a:cubicBezTo>
                  <a:cubicBezTo>
                    <a:pt x="3009" y="2435"/>
                    <a:pt x="2854" y="2448"/>
                    <a:pt x="2702" y="2448"/>
                  </a:cubicBezTo>
                  <a:cubicBezTo>
                    <a:pt x="2048" y="2448"/>
                    <a:pt x="1442" y="2205"/>
                    <a:pt x="1236" y="1826"/>
                  </a:cubicBezTo>
                  <a:cubicBezTo>
                    <a:pt x="983" y="1359"/>
                    <a:pt x="1433" y="861"/>
                    <a:pt x="2242" y="715"/>
                  </a:cubicBezTo>
                  <a:cubicBezTo>
                    <a:pt x="2395" y="687"/>
                    <a:pt x="2551" y="673"/>
                    <a:pt x="2704" y="673"/>
                  </a:cubicBezTo>
                  <a:close/>
                  <a:moveTo>
                    <a:pt x="2206" y="1"/>
                  </a:moveTo>
                  <a:lnTo>
                    <a:pt x="1566" y="117"/>
                  </a:lnTo>
                  <a:lnTo>
                    <a:pt x="1540" y="521"/>
                  </a:lnTo>
                  <a:lnTo>
                    <a:pt x="1135" y="717"/>
                  </a:lnTo>
                  <a:lnTo>
                    <a:pt x="441" y="661"/>
                  </a:lnTo>
                  <a:lnTo>
                    <a:pt x="130" y="1003"/>
                  </a:lnTo>
                  <a:lnTo>
                    <a:pt x="607" y="1300"/>
                  </a:lnTo>
                  <a:lnTo>
                    <a:pt x="560" y="1603"/>
                  </a:lnTo>
                  <a:lnTo>
                    <a:pt x="1" y="1846"/>
                  </a:lnTo>
                  <a:lnTo>
                    <a:pt x="201" y="2216"/>
                  </a:lnTo>
                  <a:lnTo>
                    <a:pt x="902" y="2231"/>
                  </a:lnTo>
                  <a:lnTo>
                    <a:pt x="1241" y="2465"/>
                  </a:lnTo>
                  <a:lnTo>
                    <a:pt x="1143" y="2865"/>
                  </a:lnTo>
                  <a:lnTo>
                    <a:pt x="1737" y="3045"/>
                  </a:lnTo>
                  <a:lnTo>
                    <a:pt x="2251" y="2770"/>
                  </a:lnTo>
                  <a:lnTo>
                    <a:pt x="2776" y="2797"/>
                  </a:lnTo>
                  <a:lnTo>
                    <a:pt x="3199" y="3120"/>
                  </a:lnTo>
                  <a:lnTo>
                    <a:pt x="3837" y="3004"/>
                  </a:lnTo>
                  <a:lnTo>
                    <a:pt x="3864" y="2600"/>
                  </a:lnTo>
                  <a:lnTo>
                    <a:pt x="4268" y="2404"/>
                  </a:lnTo>
                  <a:lnTo>
                    <a:pt x="4963" y="2460"/>
                  </a:lnTo>
                  <a:lnTo>
                    <a:pt x="5273" y="2118"/>
                  </a:lnTo>
                  <a:lnTo>
                    <a:pt x="4797" y="1820"/>
                  </a:lnTo>
                  <a:lnTo>
                    <a:pt x="4844" y="1518"/>
                  </a:lnTo>
                  <a:lnTo>
                    <a:pt x="5404" y="1273"/>
                  </a:lnTo>
                  <a:lnTo>
                    <a:pt x="5202" y="905"/>
                  </a:lnTo>
                  <a:lnTo>
                    <a:pt x="4503" y="889"/>
                  </a:lnTo>
                  <a:lnTo>
                    <a:pt x="4164" y="655"/>
                  </a:lnTo>
                  <a:lnTo>
                    <a:pt x="4261" y="255"/>
                  </a:lnTo>
                  <a:lnTo>
                    <a:pt x="3667" y="76"/>
                  </a:lnTo>
                  <a:lnTo>
                    <a:pt x="3153" y="351"/>
                  </a:lnTo>
                  <a:lnTo>
                    <a:pt x="2627" y="324"/>
                  </a:lnTo>
                  <a:lnTo>
                    <a:pt x="2206" y="1"/>
                  </a:lnTo>
                  <a:close/>
                  <a:moveTo>
                    <a:pt x="5827" y="2963"/>
                  </a:moveTo>
                  <a:cubicBezTo>
                    <a:pt x="6354" y="2963"/>
                    <a:pt x="6843" y="3159"/>
                    <a:pt x="7009" y="3465"/>
                  </a:cubicBezTo>
                  <a:cubicBezTo>
                    <a:pt x="7214" y="3843"/>
                    <a:pt x="6851" y="4245"/>
                    <a:pt x="6197" y="4363"/>
                  </a:cubicBezTo>
                  <a:cubicBezTo>
                    <a:pt x="6074" y="4385"/>
                    <a:pt x="5948" y="4396"/>
                    <a:pt x="5825" y="4396"/>
                  </a:cubicBezTo>
                  <a:cubicBezTo>
                    <a:pt x="5297" y="4396"/>
                    <a:pt x="4807" y="4200"/>
                    <a:pt x="4641" y="3894"/>
                  </a:cubicBezTo>
                  <a:cubicBezTo>
                    <a:pt x="4436" y="3516"/>
                    <a:pt x="4800" y="3114"/>
                    <a:pt x="5454" y="2996"/>
                  </a:cubicBezTo>
                  <a:cubicBezTo>
                    <a:pt x="5578" y="2973"/>
                    <a:pt x="5704" y="2963"/>
                    <a:pt x="5827" y="2963"/>
                  </a:cubicBezTo>
                  <a:close/>
                  <a:moveTo>
                    <a:pt x="5746" y="2320"/>
                  </a:moveTo>
                  <a:lnTo>
                    <a:pt x="5496" y="2636"/>
                  </a:lnTo>
                  <a:lnTo>
                    <a:pt x="5063" y="2715"/>
                  </a:lnTo>
                  <a:lnTo>
                    <a:pt x="4547" y="2539"/>
                  </a:lnTo>
                  <a:lnTo>
                    <a:pt x="4106" y="2752"/>
                  </a:lnTo>
                  <a:lnTo>
                    <a:pt x="4315" y="3076"/>
                  </a:lnTo>
                  <a:lnTo>
                    <a:pt x="4105" y="3308"/>
                  </a:lnTo>
                  <a:lnTo>
                    <a:pt x="3524" y="3395"/>
                  </a:lnTo>
                  <a:lnTo>
                    <a:pt x="3473" y="3725"/>
                  </a:lnTo>
                  <a:lnTo>
                    <a:pt x="4018" y="3870"/>
                  </a:lnTo>
                  <a:lnTo>
                    <a:pt x="4155" y="4119"/>
                  </a:lnTo>
                  <a:lnTo>
                    <a:pt x="3850" y="4417"/>
                  </a:lnTo>
                  <a:lnTo>
                    <a:pt x="4218" y="4672"/>
                  </a:lnTo>
                  <a:lnTo>
                    <a:pt x="4781" y="4551"/>
                  </a:lnTo>
                  <a:lnTo>
                    <a:pt x="5183" y="4673"/>
                  </a:lnTo>
                  <a:lnTo>
                    <a:pt x="5333" y="5008"/>
                  </a:lnTo>
                  <a:lnTo>
                    <a:pt x="5905" y="5038"/>
                  </a:lnTo>
                  <a:lnTo>
                    <a:pt x="6156" y="4722"/>
                  </a:lnTo>
                  <a:lnTo>
                    <a:pt x="6587" y="4645"/>
                  </a:lnTo>
                  <a:lnTo>
                    <a:pt x="7105" y="4820"/>
                  </a:lnTo>
                  <a:lnTo>
                    <a:pt x="7545" y="4607"/>
                  </a:lnTo>
                  <a:lnTo>
                    <a:pt x="7336" y="4282"/>
                  </a:lnTo>
                  <a:lnTo>
                    <a:pt x="7545" y="4051"/>
                  </a:lnTo>
                  <a:lnTo>
                    <a:pt x="8127" y="3963"/>
                  </a:lnTo>
                  <a:lnTo>
                    <a:pt x="8178" y="3633"/>
                  </a:lnTo>
                  <a:lnTo>
                    <a:pt x="7632" y="3489"/>
                  </a:lnTo>
                  <a:lnTo>
                    <a:pt x="7497" y="3239"/>
                  </a:lnTo>
                  <a:lnTo>
                    <a:pt x="7802" y="2941"/>
                  </a:lnTo>
                  <a:lnTo>
                    <a:pt x="7433" y="2686"/>
                  </a:lnTo>
                  <a:lnTo>
                    <a:pt x="6870" y="2807"/>
                  </a:lnTo>
                  <a:lnTo>
                    <a:pt x="6469" y="2686"/>
                  </a:lnTo>
                  <a:lnTo>
                    <a:pt x="6318" y="2351"/>
                  </a:lnTo>
                  <a:lnTo>
                    <a:pt x="5746" y="232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1"/>
            <p:cNvSpPr/>
            <p:nvPr/>
          </p:nvSpPr>
          <p:spPr>
            <a:xfrm>
              <a:off x="751715" y="3099425"/>
              <a:ext cx="362131" cy="191549"/>
            </a:xfrm>
            <a:custGeom>
              <a:avLst/>
              <a:gdLst/>
              <a:ahLst/>
              <a:cxnLst/>
              <a:rect l="l" t="t" r="r" b="b"/>
              <a:pathLst>
                <a:path w="7893" h="4175" extrusionOk="0">
                  <a:moveTo>
                    <a:pt x="4520" y="508"/>
                  </a:moveTo>
                  <a:lnTo>
                    <a:pt x="4520" y="508"/>
                  </a:lnTo>
                  <a:cubicBezTo>
                    <a:pt x="4521" y="540"/>
                    <a:pt x="4514" y="573"/>
                    <a:pt x="4503" y="604"/>
                  </a:cubicBezTo>
                  <a:lnTo>
                    <a:pt x="5396" y="655"/>
                  </a:lnTo>
                  <a:cubicBezTo>
                    <a:pt x="5397" y="622"/>
                    <a:pt x="5403" y="591"/>
                    <a:pt x="5412" y="558"/>
                  </a:cubicBezTo>
                  <a:lnTo>
                    <a:pt x="4520" y="508"/>
                  </a:lnTo>
                  <a:close/>
                  <a:moveTo>
                    <a:pt x="3762" y="160"/>
                  </a:moveTo>
                  <a:cubicBezTo>
                    <a:pt x="3918" y="160"/>
                    <a:pt x="4075" y="194"/>
                    <a:pt x="4195" y="262"/>
                  </a:cubicBezTo>
                  <a:cubicBezTo>
                    <a:pt x="4436" y="399"/>
                    <a:pt x="4438" y="624"/>
                    <a:pt x="4199" y="764"/>
                  </a:cubicBezTo>
                  <a:cubicBezTo>
                    <a:pt x="4079" y="834"/>
                    <a:pt x="3921" y="869"/>
                    <a:pt x="3762" y="869"/>
                  </a:cubicBezTo>
                  <a:cubicBezTo>
                    <a:pt x="3606" y="869"/>
                    <a:pt x="3450" y="835"/>
                    <a:pt x="3330" y="766"/>
                  </a:cubicBezTo>
                  <a:cubicBezTo>
                    <a:pt x="3089" y="629"/>
                    <a:pt x="3088" y="404"/>
                    <a:pt x="3325" y="264"/>
                  </a:cubicBezTo>
                  <a:cubicBezTo>
                    <a:pt x="3445" y="194"/>
                    <a:pt x="3604" y="160"/>
                    <a:pt x="3762" y="160"/>
                  </a:cubicBezTo>
                  <a:close/>
                  <a:moveTo>
                    <a:pt x="3763" y="104"/>
                  </a:moveTo>
                  <a:cubicBezTo>
                    <a:pt x="3579" y="104"/>
                    <a:pt x="3396" y="145"/>
                    <a:pt x="3258" y="226"/>
                  </a:cubicBezTo>
                  <a:cubicBezTo>
                    <a:pt x="2982" y="387"/>
                    <a:pt x="2984" y="647"/>
                    <a:pt x="3262" y="806"/>
                  </a:cubicBezTo>
                  <a:cubicBezTo>
                    <a:pt x="3401" y="885"/>
                    <a:pt x="3582" y="924"/>
                    <a:pt x="3763" y="924"/>
                  </a:cubicBezTo>
                  <a:cubicBezTo>
                    <a:pt x="3946" y="924"/>
                    <a:pt x="4129" y="883"/>
                    <a:pt x="4268" y="802"/>
                  </a:cubicBezTo>
                  <a:cubicBezTo>
                    <a:pt x="4543" y="642"/>
                    <a:pt x="4540" y="382"/>
                    <a:pt x="4262" y="222"/>
                  </a:cubicBezTo>
                  <a:cubicBezTo>
                    <a:pt x="4124" y="144"/>
                    <a:pt x="3943" y="104"/>
                    <a:pt x="3763" y="104"/>
                  </a:cubicBezTo>
                  <a:close/>
                  <a:moveTo>
                    <a:pt x="6609" y="0"/>
                  </a:moveTo>
                  <a:cubicBezTo>
                    <a:pt x="6308" y="0"/>
                    <a:pt x="6007" y="67"/>
                    <a:pt x="5779" y="200"/>
                  </a:cubicBezTo>
                  <a:cubicBezTo>
                    <a:pt x="5325" y="465"/>
                    <a:pt x="5330" y="891"/>
                    <a:pt x="5788" y="1154"/>
                  </a:cubicBezTo>
                  <a:cubicBezTo>
                    <a:pt x="6015" y="1283"/>
                    <a:pt x="6312" y="1348"/>
                    <a:pt x="6608" y="1348"/>
                  </a:cubicBezTo>
                  <a:cubicBezTo>
                    <a:pt x="6909" y="1348"/>
                    <a:pt x="7210" y="1281"/>
                    <a:pt x="7439" y="1148"/>
                  </a:cubicBezTo>
                  <a:cubicBezTo>
                    <a:pt x="7893" y="883"/>
                    <a:pt x="7889" y="457"/>
                    <a:pt x="7431" y="195"/>
                  </a:cubicBezTo>
                  <a:cubicBezTo>
                    <a:pt x="7203" y="65"/>
                    <a:pt x="6906" y="0"/>
                    <a:pt x="6609" y="0"/>
                  </a:cubicBezTo>
                  <a:close/>
                  <a:moveTo>
                    <a:pt x="3951" y="936"/>
                  </a:moveTo>
                  <a:cubicBezTo>
                    <a:pt x="3896" y="944"/>
                    <a:pt x="3841" y="950"/>
                    <a:pt x="3786" y="951"/>
                  </a:cubicBezTo>
                  <a:lnTo>
                    <a:pt x="3962" y="1666"/>
                  </a:lnTo>
                  <a:cubicBezTo>
                    <a:pt x="4017" y="1658"/>
                    <a:pt x="4072" y="1655"/>
                    <a:pt x="4128" y="1653"/>
                  </a:cubicBezTo>
                  <a:lnTo>
                    <a:pt x="3951" y="936"/>
                  </a:lnTo>
                  <a:close/>
                  <a:moveTo>
                    <a:pt x="2379" y="2035"/>
                  </a:moveTo>
                  <a:cubicBezTo>
                    <a:pt x="2376" y="2068"/>
                    <a:pt x="2369" y="2100"/>
                    <a:pt x="2358" y="2131"/>
                  </a:cubicBezTo>
                  <a:lnTo>
                    <a:pt x="3197" y="2195"/>
                  </a:lnTo>
                  <a:cubicBezTo>
                    <a:pt x="3200" y="2164"/>
                    <a:pt x="3206" y="2131"/>
                    <a:pt x="3218" y="2100"/>
                  </a:cubicBezTo>
                  <a:lnTo>
                    <a:pt x="2379" y="2035"/>
                  </a:lnTo>
                  <a:close/>
                  <a:moveTo>
                    <a:pt x="1221" y="1410"/>
                  </a:moveTo>
                  <a:cubicBezTo>
                    <a:pt x="1480" y="1410"/>
                    <a:pt x="1739" y="1466"/>
                    <a:pt x="1937" y="1579"/>
                  </a:cubicBezTo>
                  <a:cubicBezTo>
                    <a:pt x="2336" y="1807"/>
                    <a:pt x="2339" y="2180"/>
                    <a:pt x="1945" y="2409"/>
                  </a:cubicBezTo>
                  <a:cubicBezTo>
                    <a:pt x="1746" y="2525"/>
                    <a:pt x="1484" y="2583"/>
                    <a:pt x="1222" y="2583"/>
                  </a:cubicBezTo>
                  <a:cubicBezTo>
                    <a:pt x="963" y="2583"/>
                    <a:pt x="705" y="2527"/>
                    <a:pt x="507" y="2414"/>
                  </a:cubicBezTo>
                  <a:cubicBezTo>
                    <a:pt x="108" y="2185"/>
                    <a:pt x="105" y="1814"/>
                    <a:pt x="500" y="1583"/>
                  </a:cubicBezTo>
                  <a:cubicBezTo>
                    <a:pt x="698" y="1467"/>
                    <a:pt x="959" y="1410"/>
                    <a:pt x="1221" y="1410"/>
                  </a:cubicBezTo>
                  <a:close/>
                  <a:moveTo>
                    <a:pt x="1222" y="1354"/>
                  </a:moveTo>
                  <a:cubicBezTo>
                    <a:pt x="935" y="1354"/>
                    <a:pt x="648" y="1417"/>
                    <a:pt x="431" y="1544"/>
                  </a:cubicBezTo>
                  <a:cubicBezTo>
                    <a:pt x="0" y="1796"/>
                    <a:pt x="3" y="2203"/>
                    <a:pt x="439" y="2453"/>
                  </a:cubicBezTo>
                  <a:cubicBezTo>
                    <a:pt x="655" y="2577"/>
                    <a:pt x="938" y="2638"/>
                    <a:pt x="1221" y="2638"/>
                  </a:cubicBezTo>
                  <a:cubicBezTo>
                    <a:pt x="1508" y="2638"/>
                    <a:pt x="1795" y="2575"/>
                    <a:pt x="2012" y="2448"/>
                  </a:cubicBezTo>
                  <a:cubicBezTo>
                    <a:pt x="2445" y="2196"/>
                    <a:pt x="2440" y="1789"/>
                    <a:pt x="2004" y="1540"/>
                  </a:cubicBezTo>
                  <a:cubicBezTo>
                    <a:pt x="1788" y="1416"/>
                    <a:pt x="1505" y="1354"/>
                    <a:pt x="1222" y="1354"/>
                  </a:cubicBezTo>
                  <a:close/>
                  <a:moveTo>
                    <a:pt x="4183" y="1677"/>
                  </a:moveTo>
                  <a:cubicBezTo>
                    <a:pt x="3940" y="1677"/>
                    <a:pt x="3698" y="1731"/>
                    <a:pt x="3513" y="1838"/>
                  </a:cubicBezTo>
                  <a:cubicBezTo>
                    <a:pt x="3146" y="2052"/>
                    <a:pt x="3150" y="2398"/>
                    <a:pt x="3520" y="2610"/>
                  </a:cubicBezTo>
                  <a:cubicBezTo>
                    <a:pt x="3704" y="2715"/>
                    <a:pt x="3944" y="2767"/>
                    <a:pt x="4183" y="2767"/>
                  </a:cubicBezTo>
                  <a:cubicBezTo>
                    <a:pt x="4427" y="2767"/>
                    <a:pt x="4670" y="2713"/>
                    <a:pt x="4855" y="2605"/>
                  </a:cubicBezTo>
                  <a:cubicBezTo>
                    <a:pt x="5222" y="2391"/>
                    <a:pt x="5218" y="2047"/>
                    <a:pt x="4848" y="1835"/>
                  </a:cubicBezTo>
                  <a:cubicBezTo>
                    <a:pt x="4664" y="1730"/>
                    <a:pt x="4423" y="1677"/>
                    <a:pt x="4183" y="1677"/>
                  </a:cubicBezTo>
                  <a:close/>
                  <a:moveTo>
                    <a:pt x="1778" y="2584"/>
                  </a:moveTo>
                  <a:cubicBezTo>
                    <a:pt x="1729" y="2600"/>
                    <a:pt x="1678" y="2612"/>
                    <a:pt x="1625" y="2623"/>
                  </a:cubicBezTo>
                  <a:lnTo>
                    <a:pt x="2175" y="3319"/>
                  </a:lnTo>
                  <a:cubicBezTo>
                    <a:pt x="2224" y="3302"/>
                    <a:pt x="2275" y="3290"/>
                    <a:pt x="2328" y="3279"/>
                  </a:cubicBezTo>
                  <a:lnTo>
                    <a:pt x="1778" y="2584"/>
                  </a:lnTo>
                  <a:close/>
                  <a:moveTo>
                    <a:pt x="2589" y="3280"/>
                  </a:moveTo>
                  <a:cubicBezTo>
                    <a:pt x="2389" y="3280"/>
                    <a:pt x="2190" y="3324"/>
                    <a:pt x="2038" y="3413"/>
                  </a:cubicBezTo>
                  <a:cubicBezTo>
                    <a:pt x="1738" y="3588"/>
                    <a:pt x="1740" y="3871"/>
                    <a:pt x="2044" y="4045"/>
                  </a:cubicBezTo>
                  <a:cubicBezTo>
                    <a:pt x="2195" y="4131"/>
                    <a:pt x="2391" y="4174"/>
                    <a:pt x="2588" y="4174"/>
                  </a:cubicBezTo>
                  <a:cubicBezTo>
                    <a:pt x="2788" y="4174"/>
                    <a:pt x="2988" y="4130"/>
                    <a:pt x="3140" y="4042"/>
                  </a:cubicBezTo>
                  <a:cubicBezTo>
                    <a:pt x="3440" y="3866"/>
                    <a:pt x="3437" y="3583"/>
                    <a:pt x="3134" y="3409"/>
                  </a:cubicBezTo>
                  <a:cubicBezTo>
                    <a:pt x="2983" y="3323"/>
                    <a:pt x="2786" y="3280"/>
                    <a:pt x="2589" y="328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1"/>
            <p:cNvSpPr/>
            <p:nvPr/>
          </p:nvSpPr>
          <p:spPr>
            <a:xfrm>
              <a:off x="1726954" y="3835947"/>
              <a:ext cx="396266" cy="221876"/>
            </a:xfrm>
            <a:custGeom>
              <a:avLst/>
              <a:gdLst/>
              <a:ahLst/>
              <a:cxnLst/>
              <a:rect l="l" t="t" r="r" b="b"/>
              <a:pathLst>
                <a:path w="8637" h="4836" extrusionOk="0">
                  <a:moveTo>
                    <a:pt x="6671" y="1"/>
                  </a:moveTo>
                  <a:cubicBezTo>
                    <a:pt x="6328" y="1"/>
                    <a:pt x="5986" y="76"/>
                    <a:pt x="5726" y="226"/>
                  </a:cubicBezTo>
                  <a:lnTo>
                    <a:pt x="4191" y="1112"/>
                  </a:lnTo>
                  <a:cubicBezTo>
                    <a:pt x="3780" y="1350"/>
                    <a:pt x="3683" y="1706"/>
                    <a:pt x="3935" y="2001"/>
                  </a:cubicBezTo>
                  <a:lnTo>
                    <a:pt x="4606" y="1613"/>
                  </a:lnTo>
                  <a:cubicBezTo>
                    <a:pt x="4624" y="1547"/>
                    <a:pt x="4676" y="1486"/>
                    <a:pt x="4756" y="1440"/>
                  </a:cubicBezTo>
                  <a:lnTo>
                    <a:pt x="6291" y="554"/>
                  </a:lnTo>
                  <a:cubicBezTo>
                    <a:pt x="6396" y="493"/>
                    <a:pt x="6534" y="462"/>
                    <a:pt x="6672" y="462"/>
                  </a:cubicBezTo>
                  <a:cubicBezTo>
                    <a:pt x="6810" y="462"/>
                    <a:pt x="6948" y="493"/>
                    <a:pt x="7053" y="554"/>
                  </a:cubicBezTo>
                  <a:lnTo>
                    <a:pt x="7547" y="838"/>
                  </a:lnTo>
                  <a:cubicBezTo>
                    <a:pt x="7758" y="960"/>
                    <a:pt x="7758" y="1158"/>
                    <a:pt x="7547" y="1279"/>
                  </a:cubicBezTo>
                  <a:lnTo>
                    <a:pt x="6013" y="2165"/>
                  </a:lnTo>
                  <a:cubicBezTo>
                    <a:pt x="5933" y="2211"/>
                    <a:pt x="5827" y="2242"/>
                    <a:pt x="5713" y="2252"/>
                  </a:cubicBezTo>
                  <a:lnTo>
                    <a:pt x="5042" y="2639"/>
                  </a:lnTo>
                  <a:cubicBezTo>
                    <a:pt x="5230" y="2693"/>
                    <a:pt x="5433" y="2719"/>
                    <a:pt x="5634" y="2719"/>
                  </a:cubicBezTo>
                  <a:cubicBezTo>
                    <a:pt x="5979" y="2719"/>
                    <a:pt x="6320" y="2642"/>
                    <a:pt x="6579" y="2491"/>
                  </a:cubicBezTo>
                  <a:lnTo>
                    <a:pt x="8114" y="1605"/>
                  </a:lnTo>
                  <a:cubicBezTo>
                    <a:pt x="8636" y="1305"/>
                    <a:pt x="8636" y="814"/>
                    <a:pt x="8114" y="512"/>
                  </a:cubicBezTo>
                  <a:lnTo>
                    <a:pt x="7620" y="227"/>
                  </a:lnTo>
                  <a:cubicBezTo>
                    <a:pt x="7358" y="76"/>
                    <a:pt x="7014" y="1"/>
                    <a:pt x="6671" y="1"/>
                  </a:cubicBezTo>
                  <a:close/>
                  <a:moveTo>
                    <a:pt x="5750" y="1348"/>
                  </a:moveTo>
                  <a:cubicBezTo>
                    <a:pt x="5660" y="1348"/>
                    <a:pt x="5571" y="1368"/>
                    <a:pt x="5504" y="1407"/>
                  </a:cubicBezTo>
                  <a:lnTo>
                    <a:pt x="2567" y="3103"/>
                  </a:lnTo>
                  <a:cubicBezTo>
                    <a:pt x="2431" y="3181"/>
                    <a:pt x="2431" y="3309"/>
                    <a:pt x="2567" y="3387"/>
                  </a:cubicBezTo>
                  <a:lnTo>
                    <a:pt x="2640" y="3430"/>
                  </a:lnTo>
                  <a:cubicBezTo>
                    <a:pt x="2708" y="3469"/>
                    <a:pt x="2797" y="3489"/>
                    <a:pt x="2887" y="3489"/>
                  </a:cubicBezTo>
                  <a:cubicBezTo>
                    <a:pt x="2976" y="3489"/>
                    <a:pt x="3065" y="3469"/>
                    <a:pt x="3132" y="3430"/>
                  </a:cubicBezTo>
                  <a:lnTo>
                    <a:pt x="6070" y="1734"/>
                  </a:lnTo>
                  <a:cubicBezTo>
                    <a:pt x="6205" y="1656"/>
                    <a:pt x="6205" y="1528"/>
                    <a:pt x="6070" y="1450"/>
                  </a:cubicBezTo>
                  <a:lnTo>
                    <a:pt x="5996" y="1407"/>
                  </a:lnTo>
                  <a:cubicBezTo>
                    <a:pt x="5928" y="1368"/>
                    <a:pt x="5839" y="1348"/>
                    <a:pt x="5750" y="1348"/>
                  </a:cubicBezTo>
                  <a:close/>
                  <a:moveTo>
                    <a:pt x="3001" y="2117"/>
                  </a:moveTo>
                  <a:cubicBezTo>
                    <a:pt x="2657" y="2117"/>
                    <a:pt x="2316" y="2195"/>
                    <a:pt x="2057" y="2344"/>
                  </a:cubicBezTo>
                  <a:lnTo>
                    <a:pt x="522" y="3230"/>
                  </a:lnTo>
                  <a:cubicBezTo>
                    <a:pt x="1" y="3532"/>
                    <a:pt x="1" y="4023"/>
                    <a:pt x="522" y="4324"/>
                  </a:cubicBezTo>
                  <a:lnTo>
                    <a:pt x="1016" y="4610"/>
                  </a:lnTo>
                  <a:cubicBezTo>
                    <a:pt x="1278" y="4761"/>
                    <a:pt x="1621" y="4836"/>
                    <a:pt x="1964" y="4836"/>
                  </a:cubicBezTo>
                  <a:cubicBezTo>
                    <a:pt x="2307" y="4836"/>
                    <a:pt x="2650" y="4761"/>
                    <a:pt x="2911" y="4610"/>
                  </a:cubicBezTo>
                  <a:lnTo>
                    <a:pt x="4446" y="3723"/>
                  </a:lnTo>
                  <a:cubicBezTo>
                    <a:pt x="4856" y="3487"/>
                    <a:pt x="4953" y="3131"/>
                    <a:pt x="4701" y="2836"/>
                  </a:cubicBezTo>
                  <a:lnTo>
                    <a:pt x="4701" y="2836"/>
                  </a:lnTo>
                  <a:lnTo>
                    <a:pt x="4030" y="3223"/>
                  </a:lnTo>
                  <a:cubicBezTo>
                    <a:pt x="4013" y="3290"/>
                    <a:pt x="3960" y="3351"/>
                    <a:pt x="3880" y="3397"/>
                  </a:cubicBezTo>
                  <a:lnTo>
                    <a:pt x="2345" y="4283"/>
                  </a:lnTo>
                  <a:cubicBezTo>
                    <a:pt x="2240" y="4344"/>
                    <a:pt x="2102" y="4374"/>
                    <a:pt x="1964" y="4374"/>
                  </a:cubicBezTo>
                  <a:cubicBezTo>
                    <a:pt x="1826" y="4374"/>
                    <a:pt x="1688" y="4344"/>
                    <a:pt x="1583" y="4283"/>
                  </a:cubicBezTo>
                  <a:lnTo>
                    <a:pt x="1088" y="3997"/>
                  </a:lnTo>
                  <a:cubicBezTo>
                    <a:pt x="878" y="3875"/>
                    <a:pt x="878" y="3678"/>
                    <a:pt x="1088" y="3557"/>
                  </a:cubicBezTo>
                  <a:lnTo>
                    <a:pt x="2623" y="2671"/>
                  </a:lnTo>
                  <a:cubicBezTo>
                    <a:pt x="2703" y="2624"/>
                    <a:pt x="2808" y="2594"/>
                    <a:pt x="2923" y="2585"/>
                  </a:cubicBezTo>
                  <a:lnTo>
                    <a:pt x="3594" y="2198"/>
                  </a:lnTo>
                  <a:cubicBezTo>
                    <a:pt x="3405" y="2144"/>
                    <a:pt x="3203" y="2117"/>
                    <a:pt x="3001" y="21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1"/>
            <p:cNvSpPr/>
            <p:nvPr/>
          </p:nvSpPr>
          <p:spPr>
            <a:xfrm>
              <a:off x="179950" y="3849987"/>
              <a:ext cx="346073" cy="193843"/>
            </a:xfrm>
            <a:custGeom>
              <a:avLst/>
              <a:gdLst/>
              <a:ahLst/>
              <a:cxnLst/>
              <a:rect l="l" t="t" r="r" b="b"/>
              <a:pathLst>
                <a:path w="7543" h="4225" extrusionOk="0">
                  <a:moveTo>
                    <a:pt x="1714" y="0"/>
                  </a:moveTo>
                  <a:cubicBezTo>
                    <a:pt x="1415" y="0"/>
                    <a:pt x="1115" y="66"/>
                    <a:pt x="887" y="198"/>
                  </a:cubicBezTo>
                  <a:lnTo>
                    <a:pt x="456" y="448"/>
                  </a:lnTo>
                  <a:cubicBezTo>
                    <a:pt x="0" y="710"/>
                    <a:pt x="0" y="1139"/>
                    <a:pt x="456" y="1403"/>
                  </a:cubicBezTo>
                  <a:lnTo>
                    <a:pt x="1796" y="2176"/>
                  </a:lnTo>
                  <a:cubicBezTo>
                    <a:pt x="2022" y="2307"/>
                    <a:pt x="2320" y="2375"/>
                    <a:pt x="2621" y="2375"/>
                  </a:cubicBezTo>
                  <a:cubicBezTo>
                    <a:pt x="2797" y="2375"/>
                    <a:pt x="2974" y="2352"/>
                    <a:pt x="3138" y="2305"/>
                  </a:cubicBezTo>
                  <a:lnTo>
                    <a:pt x="2553" y="1967"/>
                  </a:lnTo>
                  <a:cubicBezTo>
                    <a:pt x="2453" y="1958"/>
                    <a:pt x="2360" y="1932"/>
                    <a:pt x="2290" y="1892"/>
                  </a:cubicBezTo>
                  <a:lnTo>
                    <a:pt x="949" y="1118"/>
                  </a:lnTo>
                  <a:cubicBezTo>
                    <a:pt x="766" y="1011"/>
                    <a:pt x="766" y="839"/>
                    <a:pt x="950" y="733"/>
                  </a:cubicBezTo>
                  <a:lnTo>
                    <a:pt x="1382" y="484"/>
                  </a:lnTo>
                  <a:cubicBezTo>
                    <a:pt x="1474" y="431"/>
                    <a:pt x="1594" y="405"/>
                    <a:pt x="1714" y="405"/>
                  </a:cubicBezTo>
                  <a:cubicBezTo>
                    <a:pt x="1835" y="405"/>
                    <a:pt x="1955" y="431"/>
                    <a:pt x="2047" y="484"/>
                  </a:cubicBezTo>
                  <a:lnTo>
                    <a:pt x="3388" y="1258"/>
                  </a:lnTo>
                  <a:cubicBezTo>
                    <a:pt x="3458" y="1298"/>
                    <a:pt x="3504" y="1351"/>
                    <a:pt x="3519" y="1409"/>
                  </a:cubicBezTo>
                  <a:lnTo>
                    <a:pt x="4106" y="1747"/>
                  </a:lnTo>
                  <a:cubicBezTo>
                    <a:pt x="4325" y="1490"/>
                    <a:pt x="4241" y="1179"/>
                    <a:pt x="3883" y="973"/>
                  </a:cubicBezTo>
                  <a:lnTo>
                    <a:pt x="2542" y="198"/>
                  </a:lnTo>
                  <a:cubicBezTo>
                    <a:pt x="2314" y="66"/>
                    <a:pt x="2014" y="0"/>
                    <a:pt x="1714" y="0"/>
                  </a:cubicBezTo>
                  <a:close/>
                  <a:moveTo>
                    <a:pt x="2521" y="1178"/>
                  </a:moveTo>
                  <a:cubicBezTo>
                    <a:pt x="2443" y="1178"/>
                    <a:pt x="2365" y="1195"/>
                    <a:pt x="2305" y="1229"/>
                  </a:cubicBezTo>
                  <a:lnTo>
                    <a:pt x="2241" y="1267"/>
                  </a:lnTo>
                  <a:cubicBezTo>
                    <a:pt x="2123" y="1334"/>
                    <a:pt x="2123" y="1446"/>
                    <a:pt x="2241" y="1514"/>
                  </a:cubicBezTo>
                  <a:lnTo>
                    <a:pt x="4806" y="2995"/>
                  </a:lnTo>
                  <a:cubicBezTo>
                    <a:pt x="4866" y="3029"/>
                    <a:pt x="4944" y="3047"/>
                    <a:pt x="5022" y="3047"/>
                  </a:cubicBezTo>
                  <a:cubicBezTo>
                    <a:pt x="5099" y="3047"/>
                    <a:pt x="5177" y="3029"/>
                    <a:pt x="5236" y="2995"/>
                  </a:cubicBezTo>
                  <a:lnTo>
                    <a:pt x="5300" y="2958"/>
                  </a:lnTo>
                  <a:cubicBezTo>
                    <a:pt x="5420" y="2889"/>
                    <a:pt x="5420" y="2778"/>
                    <a:pt x="5300" y="2710"/>
                  </a:cubicBezTo>
                  <a:lnTo>
                    <a:pt x="2735" y="1229"/>
                  </a:lnTo>
                  <a:cubicBezTo>
                    <a:pt x="2676" y="1195"/>
                    <a:pt x="2598" y="1178"/>
                    <a:pt x="2521" y="1178"/>
                  </a:cubicBezTo>
                  <a:close/>
                  <a:moveTo>
                    <a:pt x="4919" y="1850"/>
                  </a:moveTo>
                  <a:cubicBezTo>
                    <a:pt x="4744" y="1850"/>
                    <a:pt x="4567" y="1872"/>
                    <a:pt x="4403" y="1919"/>
                  </a:cubicBezTo>
                  <a:lnTo>
                    <a:pt x="4990" y="2258"/>
                  </a:lnTo>
                  <a:cubicBezTo>
                    <a:pt x="5090" y="2267"/>
                    <a:pt x="5181" y="2292"/>
                    <a:pt x="5251" y="2333"/>
                  </a:cubicBezTo>
                  <a:lnTo>
                    <a:pt x="6592" y="3107"/>
                  </a:lnTo>
                  <a:cubicBezTo>
                    <a:pt x="6776" y="3212"/>
                    <a:pt x="6776" y="3386"/>
                    <a:pt x="6592" y="3492"/>
                  </a:cubicBezTo>
                  <a:lnTo>
                    <a:pt x="6160" y="3741"/>
                  </a:lnTo>
                  <a:cubicBezTo>
                    <a:pt x="6068" y="3794"/>
                    <a:pt x="5947" y="3820"/>
                    <a:pt x="5827" y="3820"/>
                  </a:cubicBezTo>
                  <a:cubicBezTo>
                    <a:pt x="5706" y="3820"/>
                    <a:pt x="5586" y="3794"/>
                    <a:pt x="5494" y="3741"/>
                  </a:cubicBezTo>
                  <a:lnTo>
                    <a:pt x="4154" y="2967"/>
                  </a:lnTo>
                  <a:cubicBezTo>
                    <a:pt x="4083" y="2926"/>
                    <a:pt x="4038" y="2874"/>
                    <a:pt x="4023" y="2816"/>
                  </a:cubicBezTo>
                  <a:lnTo>
                    <a:pt x="3437" y="2477"/>
                  </a:lnTo>
                  <a:lnTo>
                    <a:pt x="3437" y="2477"/>
                  </a:lnTo>
                  <a:cubicBezTo>
                    <a:pt x="3216" y="2735"/>
                    <a:pt x="3302" y="3046"/>
                    <a:pt x="3660" y="3252"/>
                  </a:cubicBezTo>
                  <a:lnTo>
                    <a:pt x="5000" y="4027"/>
                  </a:lnTo>
                  <a:cubicBezTo>
                    <a:pt x="5228" y="4158"/>
                    <a:pt x="5527" y="4224"/>
                    <a:pt x="5827" y="4224"/>
                  </a:cubicBezTo>
                  <a:cubicBezTo>
                    <a:pt x="6126" y="4224"/>
                    <a:pt x="6426" y="4158"/>
                    <a:pt x="6654" y="4027"/>
                  </a:cubicBezTo>
                  <a:lnTo>
                    <a:pt x="7086" y="3777"/>
                  </a:lnTo>
                  <a:cubicBezTo>
                    <a:pt x="7542" y="3513"/>
                    <a:pt x="7542" y="3085"/>
                    <a:pt x="7086" y="2822"/>
                  </a:cubicBezTo>
                  <a:lnTo>
                    <a:pt x="5745" y="2048"/>
                  </a:lnTo>
                  <a:cubicBezTo>
                    <a:pt x="5519" y="1917"/>
                    <a:pt x="5220" y="1850"/>
                    <a:pt x="4919" y="185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1"/>
            <p:cNvSpPr/>
            <p:nvPr/>
          </p:nvSpPr>
          <p:spPr>
            <a:xfrm>
              <a:off x="1808897" y="4495482"/>
              <a:ext cx="109516" cy="63085"/>
            </a:xfrm>
            <a:custGeom>
              <a:avLst/>
              <a:gdLst/>
              <a:ahLst/>
              <a:cxnLst/>
              <a:rect l="l" t="t" r="r" b="b"/>
              <a:pathLst>
                <a:path w="2387" h="1375" extrusionOk="0">
                  <a:moveTo>
                    <a:pt x="954" y="0"/>
                  </a:moveTo>
                  <a:cubicBezTo>
                    <a:pt x="923" y="0"/>
                    <a:pt x="892" y="1"/>
                    <a:pt x="860" y="4"/>
                  </a:cubicBezTo>
                  <a:cubicBezTo>
                    <a:pt x="769" y="13"/>
                    <a:pt x="675" y="32"/>
                    <a:pt x="580" y="63"/>
                  </a:cubicBezTo>
                  <a:cubicBezTo>
                    <a:pt x="485" y="92"/>
                    <a:pt x="392" y="134"/>
                    <a:pt x="303" y="184"/>
                  </a:cubicBezTo>
                  <a:cubicBezTo>
                    <a:pt x="224" y="231"/>
                    <a:pt x="158" y="279"/>
                    <a:pt x="106" y="332"/>
                  </a:cubicBezTo>
                  <a:cubicBezTo>
                    <a:pt x="55" y="384"/>
                    <a:pt x="23" y="437"/>
                    <a:pt x="12" y="493"/>
                  </a:cubicBezTo>
                  <a:cubicBezTo>
                    <a:pt x="1" y="548"/>
                    <a:pt x="14" y="603"/>
                    <a:pt x="51" y="661"/>
                  </a:cubicBezTo>
                  <a:cubicBezTo>
                    <a:pt x="88" y="717"/>
                    <a:pt x="156" y="774"/>
                    <a:pt x="253" y="831"/>
                  </a:cubicBezTo>
                  <a:lnTo>
                    <a:pt x="950" y="1233"/>
                  </a:lnTo>
                  <a:cubicBezTo>
                    <a:pt x="1047" y="1289"/>
                    <a:pt x="1145" y="1327"/>
                    <a:pt x="1243" y="1349"/>
                  </a:cubicBezTo>
                  <a:cubicBezTo>
                    <a:pt x="1321" y="1366"/>
                    <a:pt x="1398" y="1374"/>
                    <a:pt x="1474" y="1374"/>
                  </a:cubicBezTo>
                  <a:cubicBezTo>
                    <a:pt x="1494" y="1374"/>
                    <a:pt x="1513" y="1374"/>
                    <a:pt x="1533" y="1372"/>
                  </a:cubicBezTo>
                  <a:cubicBezTo>
                    <a:pt x="1628" y="1366"/>
                    <a:pt x="1720" y="1348"/>
                    <a:pt x="1811" y="1318"/>
                  </a:cubicBezTo>
                  <a:cubicBezTo>
                    <a:pt x="1901" y="1288"/>
                    <a:pt x="1986" y="1251"/>
                    <a:pt x="2065" y="1205"/>
                  </a:cubicBezTo>
                  <a:cubicBezTo>
                    <a:pt x="2154" y="1153"/>
                    <a:pt x="2225" y="1100"/>
                    <a:pt x="2277" y="1045"/>
                  </a:cubicBezTo>
                  <a:cubicBezTo>
                    <a:pt x="2329" y="990"/>
                    <a:pt x="2362" y="936"/>
                    <a:pt x="2374" y="883"/>
                  </a:cubicBezTo>
                  <a:cubicBezTo>
                    <a:pt x="2387" y="829"/>
                    <a:pt x="2380" y="778"/>
                    <a:pt x="2354" y="729"/>
                  </a:cubicBezTo>
                  <a:cubicBezTo>
                    <a:pt x="2328" y="681"/>
                    <a:pt x="2282" y="637"/>
                    <a:pt x="2217" y="600"/>
                  </a:cubicBezTo>
                  <a:cubicBezTo>
                    <a:pt x="2169" y="572"/>
                    <a:pt x="2124" y="558"/>
                    <a:pt x="2086" y="558"/>
                  </a:cubicBezTo>
                  <a:cubicBezTo>
                    <a:pt x="2083" y="558"/>
                    <a:pt x="2080" y="558"/>
                    <a:pt x="2077" y="558"/>
                  </a:cubicBezTo>
                  <a:cubicBezTo>
                    <a:pt x="2036" y="562"/>
                    <a:pt x="1993" y="577"/>
                    <a:pt x="1943" y="606"/>
                  </a:cubicBezTo>
                  <a:cubicBezTo>
                    <a:pt x="1905" y="628"/>
                    <a:pt x="1879" y="650"/>
                    <a:pt x="1866" y="671"/>
                  </a:cubicBezTo>
                  <a:cubicBezTo>
                    <a:pt x="1854" y="692"/>
                    <a:pt x="1862" y="713"/>
                    <a:pt x="1890" y="733"/>
                  </a:cubicBezTo>
                  <a:cubicBezTo>
                    <a:pt x="1914" y="751"/>
                    <a:pt x="1937" y="771"/>
                    <a:pt x="1963" y="793"/>
                  </a:cubicBezTo>
                  <a:cubicBezTo>
                    <a:pt x="1988" y="814"/>
                    <a:pt x="2004" y="838"/>
                    <a:pt x="2011" y="866"/>
                  </a:cubicBezTo>
                  <a:cubicBezTo>
                    <a:pt x="2018" y="893"/>
                    <a:pt x="2011" y="923"/>
                    <a:pt x="1989" y="956"/>
                  </a:cubicBezTo>
                  <a:cubicBezTo>
                    <a:pt x="1969" y="990"/>
                    <a:pt x="1925" y="1026"/>
                    <a:pt x="1859" y="1064"/>
                  </a:cubicBezTo>
                  <a:cubicBezTo>
                    <a:pt x="1753" y="1125"/>
                    <a:pt x="1648" y="1156"/>
                    <a:pt x="1543" y="1158"/>
                  </a:cubicBezTo>
                  <a:cubicBezTo>
                    <a:pt x="1539" y="1159"/>
                    <a:pt x="1536" y="1159"/>
                    <a:pt x="1532" y="1159"/>
                  </a:cubicBezTo>
                  <a:cubicBezTo>
                    <a:pt x="1431" y="1159"/>
                    <a:pt x="1330" y="1130"/>
                    <a:pt x="1228" y="1072"/>
                  </a:cubicBezTo>
                  <a:lnTo>
                    <a:pt x="532" y="669"/>
                  </a:lnTo>
                  <a:cubicBezTo>
                    <a:pt x="426" y="608"/>
                    <a:pt x="376" y="548"/>
                    <a:pt x="380" y="487"/>
                  </a:cubicBezTo>
                  <a:cubicBezTo>
                    <a:pt x="383" y="427"/>
                    <a:pt x="437" y="367"/>
                    <a:pt x="539" y="308"/>
                  </a:cubicBezTo>
                  <a:cubicBezTo>
                    <a:pt x="606" y="269"/>
                    <a:pt x="671" y="243"/>
                    <a:pt x="729" y="232"/>
                  </a:cubicBezTo>
                  <a:cubicBezTo>
                    <a:pt x="778" y="222"/>
                    <a:pt x="823" y="218"/>
                    <a:pt x="864" y="218"/>
                  </a:cubicBezTo>
                  <a:cubicBezTo>
                    <a:pt x="872" y="218"/>
                    <a:pt x="880" y="218"/>
                    <a:pt x="888" y="218"/>
                  </a:cubicBezTo>
                  <a:cubicBezTo>
                    <a:pt x="935" y="222"/>
                    <a:pt x="977" y="229"/>
                    <a:pt x="1014" y="243"/>
                  </a:cubicBezTo>
                  <a:cubicBezTo>
                    <a:pt x="1050" y="255"/>
                    <a:pt x="1079" y="268"/>
                    <a:pt x="1102" y="279"/>
                  </a:cubicBezTo>
                  <a:cubicBezTo>
                    <a:pt x="1124" y="290"/>
                    <a:pt x="1147" y="296"/>
                    <a:pt x="1172" y="296"/>
                  </a:cubicBezTo>
                  <a:cubicBezTo>
                    <a:pt x="1183" y="296"/>
                    <a:pt x="1194" y="295"/>
                    <a:pt x="1205" y="293"/>
                  </a:cubicBezTo>
                  <a:cubicBezTo>
                    <a:pt x="1244" y="287"/>
                    <a:pt x="1283" y="271"/>
                    <a:pt x="1326" y="246"/>
                  </a:cubicBezTo>
                  <a:cubicBezTo>
                    <a:pt x="1373" y="219"/>
                    <a:pt x="1399" y="195"/>
                    <a:pt x="1406" y="172"/>
                  </a:cubicBezTo>
                  <a:cubicBezTo>
                    <a:pt x="1412" y="148"/>
                    <a:pt x="1388" y="121"/>
                    <a:pt x="1334" y="90"/>
                  </a:cubicBezTo>
                  <a:cubicBezTo>
                    <a:pt x="1270" y="54"/>
                    <a:pt x="1198" y="28"/>
                    <a:pt x="1116" y="13"/>
                  </a:cubicBezTo>
                  <a:cubicBezTo>
                    <a:pt x="1064" y="5"/>
                    <a:pt x="1010" y="0"/>
                    <a:pt x="9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1"/>
            <p:cNvSpPr/>
            <p:nvPr/>
          </p:nvSpPr>
          <p:spPr>
            <a:xfrm>
              <a:off x="1882535" y="4453180"/>
              <a:ext cx="109424" cy="62856"/>
            </a:xfrm>
            <a:custGeom>
              <a:avLst/>
              <a:gdLst/>
              <a:ahLst/>
              <a:cxnLst/>
              <a:rect l="l" t="t" r="r" b="b"/>
              <a:pathLst>
                <a:path w="2385" h="1370" extrusionOk="0">
                  <a:moveTo>
                    <a:pt x="853" y="216"/>
                  </a:moveTo>
                  <a:cubicBezTo>
                    <a:pt x="955" y="216"/>
                    <a:pt x="1056" y="245"/>
                    <a:pt x="1158" y="304"/>
                  </a:cubicBezTo>
                  <a:lnTo>
                    <a:pt x="1854" y="706"/>
                  </a:lnTo>
                  <a:cubicBezTo>
                    <a:pt x="1960" y="766"/>
                    <a:pt x="2009" y="827"/>
                    <a:pt x="2005" y="888"/>
                  </a:cubicBezTo>
                  <a:cubicBezTo>
                    <a:pt x="1999" y="949"/>
                    <a:pt x="1948" y="1007"/>
                    <a:pt x="1849" y="1065"/>
                  </a:cubicBezTo>
                  <a:cubicBezTo>
                    <a:pt x="1750" y="1122"/>
                    <a:pt x="1648" y="1151"/>
                    <a:pt x="1544" y="1154"/>
                  </a:cubicBezTo>
                  <a:cubicBezTo>
                    <a:pt x="1540" y="1154"/>
                    <a:pt x="1537" y="1154"/>
                    <a:pt x="1533" y="1154"/>
                  </a:cubicBezTo>
                  <a:cubicBezTo>
                    <a:pt x="1433" y="1154"/>
                    <a:pt x="1332" y="1123"/>
                    <a:pt x="1231" y="1065"/>
                  </a:cubicBezTo>
                  <a:lnTo>
                    <a:pt x="534" y="663"/>
                  </a:lnTo>
                  <a:cubicBezTo>
                    <a:pt x="428" y="602"/>
                    <a:pt x="377" y="542"/>
                    <a:pt x="381" y="483"/>
                  </a:cubicBezTo>
                  <a:cubicBezTo>
                    <a:pt x="384" y="422"/>
                    <a:pt x="436" y="363"/>
                    <a:pt x="535" y="306"/>
                  </a:cubicBezTo>
                  <a:cubicBezTo>
                    <a:pt x="634" y="250"/>
                    <a:pt x="736" y="219"/>
                    <a:pt x="841" y="216"/>
                  </a:cubicBezTo>
                  <a:cubicBezTo>
                    <a:pt x="845" y="216"/>
                    <a:pt x="849" y="216"/>
                    <a:pt x="853" y="216"/>
                  </a:cubicBezTo>
                  <a:close/>
                  <a:moveTo>
                    <a:pt x="918" y="1"/>
                  </a:moveTo>
                  <a:cubicBezTo>
                    <a:pt x="895" y="1"/>
                    <a:pt x="873" y="1"/>
                    <a:pt x="850" y="3"/>
                  </a:cubicBezTo>
                  <a:cubicBezTo>
                    <a:pt x="755" y="10"/>
                    <a:pt x="661" y="28"/>
                    <a:pt x="571" y="58"/>
                  </a:cubicBezTo>
                  <a:cubicBezTo>
                    <a:pt x="480" y="90"/>
                    <a:pt x="393" y="128"/>
                    <a:pt x="310" y="175"/>
                  </a:cubicBezTo>
                  <a:cubicBezTo>
                    <a:pt x="227" y="225"/>
                    <a:pt x="158" y="275"/>
                    <a:pt x="105" y="327"/>
                  </a:cubicBezTo>
                  <a:cubicBezTo>
                    <a:pt x="52" y="380"/>
                    <a:pt x="20" y="434"/>
                    <a:pt x="10" y="488"/>
                  </a:cubicBezTo>
                  <a:cubicBezTo>
                    <a:pt x="0" y="543"/>
                    <a:pt x="14" y="599"/>
                    <a:pt x="52" y="655"/>
                  </a:cubicBezTo>
                  <a:cubicBezTo>
                    <a:pt x="90" y="711"/>
                    <a:pt x="158" y="767"/>
                    <a:pt x="255" y="824"/>
                  </a:cubicBezTo>
                  <a:lnTo>
                    <a:pt x="952" y="1226"/>
                  </a:lnTo>
                  <a:cubicBezTo>
                    <a:pt x="1049" y="1282"/>
                    <a:pt x="1147" y="1322"/>
                    <a:pt x="1243" y="1343"/>
                  </a:cubicBezTo>
                  <a:cubicBezTo>
                    <a:pt x="1321" y="1361"/>
                    <a:pt x="1398" y="1369"/>
                    <a:pt x="1474" y="1369"/>
                  </a:cubicBezTo>
                  <a:cubicBezTo>
                    <a:pt x="1494" y="1369"/>
                    <a:pt x="1513" y="1369"/>
                    <a:pt x="1533" y="1368"/>
                  </a:cubicBezTo>
                  <a:cubicBezTo>
                    <a:pt x="1627" y="1362"/>
                    <a:pt x="1721" y="1343"/>
                    <a:pt x="1812" y="1313"/>
                  </a:cubicBezTo>
                  <a:cubicBezTo>
                    <a:pt x="1903" y="1282"/>
                    <a:pt x="1991" y="1243"/>
                    <a:pt x="2074" y="1194"/>
                  </a:cubicBezTo>
                  <a:cubicBezTo>
                    <a:pt x="2157" y="1147"/>
                    <a:pt x="2224" y="1096"/>
                    <a:pt x="2277" y="1043"/>
                  </a:cubicBezTo>
                  <a:cubicBezTo>
                    <a:pt x="2330" y="992"/>
                    <a:pt x="2362" y="938"/>
                    <a:pt x="2373" y="882"/>
                  </a:cubicBezTo>
                  <a:cubicBezTo>
                    <a:pt x="2384" y="827"/>
                    <a:pt x="2372" y="771"/>
                    <a:pt x="2335" y="713"/>
                  </a:cubicBezTo>
                  <a:cubicBezTo>
                    <a:pt x="2297" y="657"/>
                    <a:pt x="2230" y="601"/>
                    <a:pt x="2133" y="545"/>
                  </a:cubicBezTo>
                  <a:lnTo>
                    <a:pt x="1436" y="143"/>
                  </a:lnTo>
                  <a:cubicBezTo>
                    <a:pt x="1339" y="86"/>
                    <a:pt x="1241" y="47"/>
                    <a:pt x="1142" y="25"/>
                  </a:cubicBezTo>
                  <a:cubicBezTo>
                    <a:pt x="1067" y="9"/>
                    <a:pt x="992" y="1"/>
                    <a:pt x="9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1"/>
            <p:cNvSpPr/>
            <p:nvPr/>
          </p:nvSpPr>
          <p:spPr>
            <a:xfrm>
              <a:off x="1949705" y="4408354"/>
              <a:ext cx="119196" cy="68545"/>
            </a:xfrm>
            <a:custGeom>
              <a:avLst/>
              <a:gdLst/>
              <a:ahLst/>
              <a:cxnLst/>
              <a:rect l="l" t="t" r="r" b="b"/>
              <a:pathLst>
                <a:path w="2598" h="1494" extrusionOk="0">
                  <a:moveTo>
                    <a:pt x="1082" y="215"/>
                  </a:moveTo>
                  <a:cubicBezTo>
                    <a:pt x="1182" y="215"/>
                    <a:pt x="1284" y="245"/>
                    <a:pt x="1385" y="303"/>
                  </a:cubicBezTo>
                  <a:lnTo>
                    <a:pt x="2067" y="697"/>
                  </a:lnTo>
                  <a:cubicBezTo>
                    <a:pt x="2172" y="758"/>
                    <a:pt x="2223" y="819"/>
                    <a:pt x="2220" y="879"/>
                  </a:cubicBezTo>
                  <a:cubicBezTo>
                    <a:pt x="2215" y="939"/>
                    <a:pt x="2163" y="998"/>
                    <a:pt x="2063" y="1056"/>
                  </a:cubicBezTo>
                  <a:lnTo>
                    <a:pt x="1752" y="1236"/>
                  </a:lnTo>
                  <a:lnTo>
                    <a:pt x="453" y="486"/>
                  </a:lnTo>
                  <a:lnTo>
                    <a:pt x="764" y="305"/>
                  </a:lnTo>
                  <a:cubicBezTo>
                    <a:pt x="864" y="248"/>
                    <a:pt x="966" y="219"/>
                    <a:pt x="1071" y="215"/>
                  </a:cubicBezTo>
                  <a:cubicBezTo>
                    <a:pt x="1075" y="215"/>
                    <a:pt x="1078" y="215"/>
                    <a:pt x="1082" y="215"/>
                  </a:cubicBezTo>
                  <a:close/>
                  <a:moveTo>
                    <a:pt x="1139" y="1"/>
                  </a:moveTo>
                  <a:cubicBezTo>
                    <a:pt x="1119" y="1"/>
                    <a:pt x="1100" y="1"/>
                    <a:pt x="1080" y="2"/>
                  </a:cubicBezTo>
                  <a:cubicBezTo>
                    <a:pt x="985" y="9"/>
                    <a:pt x="892" y="27"/>
                    <a:pt x="801" y="58"/>
                  </a:cubicBezTo>
                  <a:cubicBezTo>
                    <a:pt x="709" y="88"/>
                    <a:pt x="623" y="127"/>
                    <a:pt x="538" y="176"/>
                  </a:cubicBezTo>
                  <a:lnTo>
                    <a:pt x="72" y="445"/>
                  </a:lnTo>
                  <a:cubicBezTo>
                    <a:pt x="35" y="466"/>
                    <a:pt x="14" y="488"/>
                    <a:pt x="7" y="510"/>
                  </a:cubicBezTo>
                  <a:cubicBezTo>
                    <a:pt x="0" y="533"/>
                    <a:pt x="8" y="550"/>
                    <a:pt x="30" y="563"/>
                  </a:cubicBezTo>
                  <a:lnTo>
                    <a:pt x="1617" y="1480"/>
                  </a:lnTo>
                  <a:cubicBezTo>
                    <a:pt x="1634" y="1489"/>
                    <a:pt x="1655" y="1494"/>
                    <a:pt x="1681" y="1494"/>
                  </a:cubicBezTo>
                  <a:cubicBezTo>
                    <a:pt x="1690" y="1494"/>
                    <a:pt x="1699" y="1493"/>
                    <a:pt x="1709" y="1492"/>
                  </a:cubicBezTo>
                  <a:cubicBezTo>
                    <a:pt x="1748" y="1489"/>
                    <a:pt x="1786" y="1476"/>
                    <a:pt x="1822" y="1455"/>
                  </a:cubicBezTo>
                  <a:lnTo>
                    <a:pt x="2288" y="1186"/>
                  </a:lnTo>
                  <a:cubicBezTo>
                    <a:pt x="2373" y="1138"/>
                    <a:pt x="2440" y="1087"/>
                    <a:pt x="2493" y="1035"/>
                  </a:cubicBezTo>
                  <a:cubicBezTo>
                    <a:pt x="2546" y="982"/>
                    <a:pt x="2578" y="928"/>
                    <a:pt x="2588" y="873"/>
                  </a:cubicBezTo>
                  <a:cubicBezTo>
                    <a:pt x="2598" y="819"/>
                    <a:pt x="2585" y="763"/>
                    <a:pt x="2548" y="706"/>
                  </a:cubicBezTo>
                  <a:cubicBezTo>
                    <a:pt x="2510" y="649"/>
                    <a:pt x="2444" y="593"/>
                    <a:pt x="2346" y="536"/>
                  </a:cubicBezTo>
                  <a:lnTo>
                    <a:pt x="1664" y="142"/>
                  </a:lnTo>
                  <a:cubicBezTo>
                    <a:pt x="1566" y="86"/>
                    <a:pt x="1468" y="48"/>
                    <a:pt x="1370" y="26"/>
                  </a:cubicBezTo>
                  <a:cubicBezTo>
                    <a:pt x="1292" y="9"/>
                    <a:pt x="1215" y="1"/>
                    <a:pt x="11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1"/>
            <p:cNvSpPr/>
            <p:nvPr/>
          </p:nvSpPr>
          <p:spPr>
            <a:xfrm>
              <a:off x="2027197" y="4358115"/>
              <a:ext cx="128739" cy="74004"/>
            </a:xfrm>
            <a:custGeom>
              <a:avLst/>
              <a:gdLst/>
              <a:ahLst/>
              <a:cxnLst/>
              <a:rect l="l" t="t" r="r" b="b"/>
              <a:pathLst>
                <a:path w="2806" h="1613" extrusionOk="0">
                  <a:moveTo>
                    <a:pt x="1093" y="0"/>
                  </a:moveTo>
                  <a:cubicBezTo>
                    <a:pt x="1064" y="0"/>
                    <a:pt x="1037" y="8"/>
                    <a:pt x="1011" y="22"/>
                  </a:cubicBezTo>
                  <a:lnTo>
                    <a:pt x="74" y="563"/>
                  </a:lnTo>
                  <a:cubicBezTo>
                    <a:pt x="45" y="581"/>
                    <a:pt x="24" y="601"/>
                    <a:pt x="13" y="625"/>
                  </a:cubicBezTo>
                  <a:cubicBezTo>
                    <a:pt x="0" y="647"/>
                    <a:pt x="8" y="667"/>
                    <a:pt x="35" y="683"/>
                  </a:cubicBezTo>
                  <a:lnTo>
                    <a:pt x="1617" y="1596"/>
                  </a:lnTo>
                  <a:cubicBezTo>
                    <a:pt x="1636" y="1607"/>
                    <a:pt x="1659" y="1613"/>
                    <a:pt x="1685" y="1613"/>
                  </a:cubicBezTo>
                  <a:cubicBezTo>
                    <a:pt x="1696" y="1613"/>
                    <a:pt x="1707" y="1612"/>
                    <a:pt x="1720" y="1610"/>
                  </a:cubicBezTo>
                  <a:cubicBezTo>
                    <a:pt x="1760" y="1603"/>
                    <a:pt x="1795" y="1591"/>
                    <a:pt x="1825" y="1574"/>
                  </a:cubicBezTo>
                  <a:lnTo>
                    <a:pt x="2761" y="1032"/>
                  </a:lnTo>
                  <a:cubicBezTo>
                    <a:pt x="2793" y="1014"/>
                    <a:pt x="2805" y="994"/>
                    <a:pt x="2796" y="972"/>
                  </a:cubicBezTo>
                  <a:cubicBezTo>
                    <a:pt x="2788" y="950"/>
                    <a:pt x="2770" y="932"/>
                    <a:pt x="2743" y="916"/>
                  </a:cubicBezTo>
                  <a:cubicBezTo>
                    <a:pt x="2712" y="897"/>
                    <a:pt x="2677" y="886"/>
                    <a:pt x="2638" y="882"/>
                  </a:cubicBezTo>
                  <a:cubicBezTo>
                    <a:pt x="2632" y="882"/>
                    <a:pt x="2626" y="882"/>
                    <a:pt x="2620" y="882"/>
                  </a:cubicBezTo>
                  <a:cubicBezTo>
                    <a:pt x="2589" y="882"/>
                    <a:pt x="2562" y="889"/>
                    <a:pt x="2537" y="903"/>
                  </a:cubicBezTo>
                  <a:lnTo>
                    <a:pt x="1756" y="1354"/>
                  </a:lnTo>
                  <a:lnTo>
                    <a:pt x="1205" y="1036"/>
                  </a:lnTo>
                  <a:lnTo>
                    <a:pt x="1610" y="801"/>
                  </a:lnTo>
                  <a:cubicBezTo>
                    <a:pt x="1642" y="783"/>
                    <a:pt x="1654" y="764"/>
                    <a:pt x="1648" y="743"/>
                  </a:cubicBezTo>
                  <a:cubicBezTo>
                    <a:pt x="1641" y="721"/>
                    <a:pt x="1626" y="704"/>
                    <a:pt x="1604" y="692"/>
                  </a:cubicBezTo>
                  <a:cubicBezTo>
                    <a:pt x="1577" y="676"/>
                    <a:pt x="1545" y="667"/>
                    <a:pt x="1508" y="664"/>
                  </a:cubicBezTo>
                  <a:cubicBezTo>
                    <a:pt x="1503" y="664"/>
                    <a:pt x="1499" y="664"/>
                    <a:pt x="1495" y="664"/>
                  </a:cubicBezTo>
                  <a:cubicBezTo>
                    <a:pt x="1464" y="664"/>
                    <a:pt x="1434" y="671"/>
                    <a:pt x="1409" y="685"/>
                  </a:cubicBezTo>
                  <a:lnTo>
                    <a:pt x="1003" y="920"/>
                  </a:lnTo>
                  <a:lnTo>
                    <a:pt x="455" y="603"/>
                  </a:lnTo>
                  <a:lnTo>
                    <a:pt x="1237" y="152"/>
                  </a:lnTo>
                  <a:cubicBezTo>
                    <a:pt x="1267" y="135"/>
                    <a:pt x="1278" y="116"/>
                    <a:pt x="1271" y="93"/>
                  </a:cubicBezTo>
                  <a:cubicBezTo>
                    <a:pt x="1265" y="72"/>
                    <a:pt x="1246" y="51"/>
                    <a:pt x="1214" y="32"/>
                  </a:cubicBezTo>
                  <a:cubicBezTo>
                    <a:pt x="1187" y="16"/>
                    <a:pt x="1154" y="6"/>
                    <a:pt x="1116" y="2"/>
                  </a:cubicBezTo>
                  <a:cubicBezTo>
                    <a:pt x="1108" y="1"/>
                    <a:pt x="1101" y="0"/>
                    <a:pt x="10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1"/>
            <p:cNvSpPr/>
            <p:nvPr/>
          </p:nvSpPr>
          <p:spPr>
            <a:xfrm>
              <a:off x="1887949" y="4070076"/>
              <a:ext cx="300514" cy="178381"/>
            </a:xfrm>
            <a:custGeom>
              <a:avLst/>
              <a:gdLst/>
              <a:ahLst/>
              <a:cxnLst/>
              <a:rect l="l" t="t" r="r" b="b"/>
              <a:pathLst>
                <a:path w="6550" h="3888" extrusionOk="0">
                  <a:moveTo>
                    <a:pt x="906" y="279"/>
                  </a:moveTo>
                  <a:lnTo>
                    <a:pt x="1107" y="396"/>
                  </a:lnTo>
                  <a:lnTo>
                    <a:pt x="848" y="496"/>
                  </a:lnTo>
                  <a:lnTo>
                    <a:pt x="648" y="382"/>
                  </a:lnTo>
                  <a:lnTo>
                    <a:pt x="906" y="279"/>
                  </a:lnTo>
                  <a:close/>
                  <a:moveTo>
                    <a:pt x="1219" y="0"/>
                  </a:moveTo>
                  <a:cubicBezTo>
                    <a:pt x="1210" y="0"/>
                    <a:pt x="1202" y="2"/>
                    <a:pt x="1195" y="4"/>
                  </a:cubicBezTo>
                  <a:lnTo>
                    <a:pt x="891" y="126"/>
                  </a:lnTo>
                  <a:lnTo>
                    <a:pt x="712" y="22"/>
                  </a:lnTo>
                  <a:cubicBezTo>
                    <a:pt x="697" y="13"/>
                    <a:pt x="682" y="10"/>
                    <a:pt x="663" y="10"/>
                  </a:cubicBezTo>
                  <a:cubicBezTo>
                    <a:pt x="661" y="10"/>
                    <a:pt x="658" y="10"/>
                    <a:pt x="656" y="10"/>
                  </a:cubicBezTo>
                  <a:cubicBezTo>
                    <a:pt x="633" y="12"/>
                    <a:pt x="614" y="18"/>
                    <a:pt x="596" y="28"/>
                  </a:cubicBezTo>
                  <a:cubicBezTo>
                    <a:pt x="577" y="39"/>
                    <a:pt x="567" y="50"/>
                    <a:pt x="565" y="63"/>
                  </a:cubicBezTo>
                  <a:cubicBezTo>
                    <a:pt x="563" y="74"/>
                    <a:pt x="571" y="85"/>
                    <a:pt x="590" y="97"/>
                  </a:cubicBezTo>
                  <a:lnTo>
                    <a:pt x="738" y="182"/>
                  </a:lnTo>
                  <a:lnTo>
                    <a:pt x="481" y="285"/>
                  </a:lnTo>
                  <a:lnTo>
                    <a:pt x="303" y="181"/>
                  </a:lnTo>
                  <a:cubicBezTo>
                    <a:pt x="290" y="174"/>
                    <a:pt x="274" y="171"/>
                    <a:pt x="255" y="171"/>
                  </a:cubicBezTo>
                  <a:cubicBezTo>
                    <a:pt x="253" y="171"/>
                    <a:pt x="250" y="171"/>
                    <a:pt x="247" y="171"/>
                  </a:cubicBezTo>
                  <a:cubicBezTo>
                    <a:pt x="223" y="172"/>
                    <a:pt x="203" y="179"/>
                    <a:pt x="186" y="189"/>
                  </a:cubicBezTo>
                  <a:cubicBezTo>
                    <a:pt x="168" y="199"/>
                    <a:pt x="158" y="210"/>
                    <a:pt x="156" y="223"/>
                  </a:cubicBezTo>
                  <a:cubicBezTo>
                    <a:pt x="155" y="235"/>
                    <a:pt x="163" y="246"/>
                    <a:pt x="179" y="257"/>
                  </a:cubicBezTo>
                  <a:lnTo>
                    <a:pt x="326" y="341"/>
                  </a:lnTo>
                  <a:lnTo>
                    <a:pt x="29" y="463"/>
                  </a:lnTo>
                  <a:cubicBezTo>
                    <a:pt x="7" y="475"/>
                    <a:pt x="0" y="490"/>
                    <a:pt x="7" y="507"/>
                  </a:cubicBezTo>
                  <a:cubicBezTo>
                    <a:pt x="14" y="523"/>
                    <a:pt x="30" y="538"/>
                    <a:pt x="52" y="552"/>
                  </a:cubicBezTo>
                  <a:cubicBezTo>
                    <a:pt x="67" y="559"/>
                    <a:pt x="86" y="566"/>
                    <a:pt x="109" y="571"/>
                  </a:cubicBezTo>
                  <a:cubicBezTo>
                    <a:pt x="118" y="573"/>
                    <a:pt x="128" y="574"/>
                    <a:pt x="136" y="574"/>
                  </a:cubicBezTo>
                  <a:cubicBezTo>
                    <a:pt x="148" y="574"/>
                    <a:pt x="159" y="572"/>
                    <a:pt x="167" y="568"/>
                  </a:cubicBezTo>
                  <a:lnTo>
                    <a:pt x="495" y="439"/>
                  </a:lnTo>
                  <a:lnTo>
                    <a:pt x="695" y="555"/>
                  </a:lnTo>
                  <a:lnTo>
                    <a:pt x="395" y="674"/>
                  </a:lnTo>
                  <a:cubicBezTo>
                    <a:pt x="373" y="687"/>
                    <a:pt x="366" y="700"/>
                    <a:pt x="373" y="717"/>
                  </a:cubicBezTo>
                  <a:cubicBezTo>
                    <a:pt x="380" y="734"/>
                    <a:pt x="396" y="750"/>
                    <a:pt x="418" y="763"/>
                  </a:cubicBezTo>
                  <a:cubicBezTo>
                    <a:pt x="435" y="772"/>
                    <a:pt x="454" y="779"/>
                    <a:pt x="478" y="784"/>
                  </a:cubicBezTo>
                  <a:cubicBezTo>
                    <a:pt x="488" y="785"/>
                    <a:pt x="497" y="786"/>
                    <a:pt x="505" y="786"/>
                  </a:cubicBezTo>
                  <a:cubicBezTo>
                    <a:pt x="515" y="786"/>
                    <a:pt x="525" y="784"/>
                    <a:pt x="533" y="781"/>
                  </a:cubicBezTo>
                  <a:lnTo>
                    <a:pt x="863" y="652"/>
                  </a:lnTo>
                  <a:lnTo>
                    <a:pt x="1041" y="754"/>
                  </a:lnTo>
                  <a:cubicBezTo>
                    <a:pt x="1053" y="761"/>
                    <a:pt x="1070" y="766"/>
                    <a:pt x="1090" y="766"/>
                  </a:cubicBezTo>
                  <a:cubicBezTo>
                    <a:pt x="1092" y="766"/>
                    <a:pt x="1095" y="766"/>
                    <a:pt x="1097" y="766"/>
                  </a:cubicBezTo>
                  <a:cubicBezTo>
                    <a:pt x="1121" y="766"/>
                    <a:pt x="1141" y="760"/>
                    <a:pt x="1159" y="750"/>
                  </a:cubicBezTo>
                  <a:cubicBezTo>
                    <a:pt x="1177" y="740"/>
                    <a:pt x="1186" y="727"/>
                    <a:pt x="1186" y="714"/>
                  </a:cubicBezTo>
                  <a:cubicBezTo>
                    <a:pt x="1186" y="699"/>
                    <a:pt x="1178" y="688"/>
                    <a:pt x="1164" y="679"/>
                  </a:cubicBezTo>
                  <a:lnTo>
                    <a:pt x="1016" y="593"/>
                  </a:lnTo>
                  <a:lnTo>
                    <a:pt x="1275" y="492"/>
                  </a:lnTo>
                  <a:lnTo>
                    <a:pt x="1451" y="594"/>
                  </a:lnTo>
                  <a:cubicBezTo>
                    <a:pt x="1463" y="601"/>
                    <a:pt x="1479" y="605"/>
                    <a:pt x="1498" y="605"/>
                  </a:cubicBezTo>
                  <a:cubicBezTo>
                    <a:pt x="1500" y="605"/>
                    <a:pt x="1503" y="605"/>
                    <a:pt x="1506" y="605"/>
                  </a:cubicBezTo>
                  <a:cubicBezTo>
                    <a:pt x="1530" y="605"/>
                    <a:pt x="1550" y="599"/>
                    <a:pt x="1568" y="589"/>
                  </a:cubicBezTo>
                  <a:cubicBezTo>
                    <a:pt x="1586" y="579"/>
                    <a:pt x="1595" y="566"/>
                    <a:pt x="1595" y="553"/>
                  </a:cubicBezTo>
                  <a:cubicBezTo>
                    <a:pt x="1595" y="539"/>
                    <a:pt x="1587" y="528"/>
                    <a:pt x="1572" y="520"/>
                  </a:cubicBezTo>
                  <a:lnTo>
                    <a:pt x="1425" y="434"/>
                  </a:lnTo>
                  <a:lnTo>
                    <a:pt x="1695" y="329"/>
                  </a:lnTo>
                  <a:cubicBezTo>
                    <a:pt x="1717" y="314"/>
                    <a:pt x="1724" y="299"/>
                    <a:pt x="1719" y="284"/>
                  </a:cubicBezTo>
                  <a:cubicBezTo>
                    <a:pt x="1712" y="268"/>
                    <a:pt x="1699" y="253"/>
                    <a:pt x="1676" y="241"/>
                  </a:cubicBezTo>
                  <a:cubicBezTo>
                    <a:pt x="1659" y="231"/>
                    <a:pt x="1639" y="223"/>
                    <a:pt x="1617" y="218"/>
                  </a:cubicBezTo>
                  <a:cubicBezTo>
                    <a:pt x="1607" y="215"/>
                    <a:pt x="1597" y="214"/>
                    <a:pt x="1588" y="214"/>
                  </a:cubicBezTo>
                  <a:cubicBezTo>
                    <a:pt x="1579" y="214"/>
                    <a:pt x="1571" y="215"/>
                    <a:pt x="1565" y="218"/>
                  </a:cubicBezTo>
                  <a:lnTo>
                    <a:pt x="1259" y="339"/>
                  </a:lnTo>
                  <a:lnTo>
                    <a:pt x="1057" y="222"/>
                  </a:lnTo>
                  <a:lnTo>
                    <a:pt x="1326" y="115"/>
                  </a:lnTo>
                  <a:cubicBezTo>
                    <a:pt x="1348" y="101"/>
                    <a:pt x="1357" y="87"/>
                    <a:pt x="1351" y="71"/>
                  </a:cubicBezTo>
                  <a:cubicBezTo>
                    <a:pt x="1345" y="55"/>
                    <a:pt x="1330" y="40"/>
                    <a:pt x="1307" y="27"/>
                  </a:cubicBezTo>
                  <a:cubicBezTo>
                    <a:pt x="1290" y="17"/>
                    <a:pt x="1269" y="10"/>
                    <a:pt x="1248" y="4"/>
                  </a:cubicBezTo>
                  <a:cubicBezTo>
                    <a:pt x="1237" y="2"/>
                    <a:pt x="1228" y="0"/>
                    <a:pt x="1219" y="0"/>
                  </a:cubicBezTo>
                  <a:close/>
                  <a:moveTo>
                    <a:pt x="2176" y="1199"/>
                  </a:moveTo>
                  <a:cubicBezTo>
                    <a:pt x="2193" y="1199"/>
                    <a:pt x="2212" y="1201"/>
                    <a:pt x="2231" y="1206"/>
                  </a:cubicBezTo>
                  <a:cubicBezTo>
                    <a:pt x="2284" y="1219"/>
                    <a:pt x="2344" y="1245"/>
                    <a:pt x="2409" y="1284"/>
                  </a:cubicBezTo>
                  <a:lnTo>
                    <a:pt x="2462" y="1314"/>
                  </a:lnTo>
                  <a:lnTo>
                    <a:pt x="2397" y="1351"/>
                  </a:lnTo>
                  <a:cubicBezTo>
                    <a:pt x="2381" y="1360"/>
                    <a:pt x="2361" y="1367"/>
                    <a:pt x="2337" y="1370"/>
                  </a:cubicBezTo>
                  <a:cubicBezTo>
                    <a:pt x="2321" y="1373"/>
                    <a:pt x="2304" y="1375"/>
                    <a:pt x="2287" y="1375"/>
                  </a:cubicBezTo>
                  <a:cubicBezTo>
                    <a:pt x="2278" y="1375"/>
                    <a:pt x="2269" y="1374"/>
                    <a:pt x="2260" y="1374"/>
                  </a:cubicBezTo>
                  <a:cubicBezTo>
                    <a:pt x="2232" y="1372"/>
                    <a:pt x="2205" y="1368"/>
                    <a:pt x="2177" y="1360"/>
                  </a:cubicBezTo>
                  <a:cubicBezTo>
                    <a:pt x="2150" y="1352"/>
                    <a:pt x="2124" y="1342"/>
                    <a:pt x="2101" y="1329"/>
                  </a:cubicBezTo>
                  <a:cubicBezTo>
                    <a:pt x="2072" y="1312"/>
                    <a:pt x="2055" y="1294"/>
                    <a:pt x="2050" y="1276"/>
                  </a:cubicBezTo>
                  <a:cubicBezTo>
                    <a:pt x="2045" y="1257"/>
                    <a:pt x="2058" y="1238"/>
                    <a:pt x="2087" y="1222"/>
                  </a:cubicBezTo>
                  <a:cubicBezTo>
                    <a:pt x="2115" y="1206"/>
                    <a:pt x="2144" y="1199"/>
                    <a:pt x="2176" y="1199"/>
                  </a:cubicBezTo>
                  <a:close/>
                  <a:moveTo>
                    <a:pt x="2313" y="753"/>
                  </a:moveTo>
                  <a:cubicBezTo>
                    <a:pt x="2309" y="753"/>
                    <a:pt x="2304" y="753"/>
                    <a:pt x="2300" y="753"/>
                  </a:cubicBezTo>
                  <a:cubicBezTo>
                    <a:pt x="2203" y="755"/>
                    <a:pt x="2108" y="769"/>
                    <a:pt x="2018" y="796"/>
                  </a:cubicBezTo>
                  <a:cubicBezTo>
                    <a:pt x="1927" y="822"/>
                    <a:pt x="1843" y="858"/>
                    <a:pt x="1765" y="903"/>
                  </a:cubicBezTo>
                  <a:cubicBezTo>
                    <a:pt x="1674" y="956"/>
                    <a:pt x="1608" y="1009"/>
                    <a:pt x="1571" y="1063"/>
                  </a:cubicBezTo>
                  <a:cubicBezTo>
                    <a:pt x="1533" y="1117"/>
                    <a:pt x="1515" y="1170"/>
                    <a:pt x="1518" y="1222"/>
                  </a:cubicBezTo>
                  <a:cubicBezTo>
                    <a:pt x="1522" y="1273"/>
                    <a:pt x="1543" y="1324"/>
                    <a:pt x="1581" y="1370"/>
                  </a:cubicBezTo>
                  <a:cubicBezTo>
                    <a:pt x="1621" y="1418"/>
                    <a:pt x="1674" y="1460"/>
                    <a:pt x="1738" y="1497"/>
                  </a:cubicBezTo>
                  <a:cubicBezTo>
                    <a:pt x="1768" y="1515"/>
                    <a:pt x="1803" y="1532"/>
                    <a:pt x="1843" y="1550"/>
                  </a:cubicBezTo>
                  <a:cubicBezTo>
                    <a:pt x="1883" y="1568"/>
                    <a:pt x="1923" y="1584"/>
                    <a:pt x="1962" y="1597"/>
                  </a:cubicBezTo>
                  <a:cubicBezTo>
                    <a:pt x="2000" y="1610"/>
                    <a:pt x="2036" y="1619"/>
                    <a:pt x="2069" y="1625"/>
                  </a:cubicBezTo>
                  <a:cubicBezTo>
                    <a:pt x="2081" y="1627"/>
                    <a:pt x="2092" y="1628"/>
                    <a:pt x="2102" y="1628"/>
                  </a:cubicBezTo>
                  <a:cubicBezTo>
                    <a:pt x="2118" y="1628"/>
                    <a:pt x="2131" y="1625"/>
                    <a:pt x="2140" y="1620"/>
                  </a:cubicBezTo>
                  <a:cubicBezTo>
                    <a:pt x="2149" y="1615"/>
                    <a:pt x="2155" y="1607"/>
                    <a:pt x="2159" y="1594"/>
                  </a:cubicBezTo>
                  <a:cubicBezTo>
                    <a:pt x="2162" y="1583"/>
                    <a:pt x="2157" y="1573"/>
                    <a:pt x="2142" y="1564"/>
                  </a:cubicBezTo>
                  <a:cubicBezTo>
                    <a:pt x="2133" y="1559"/>
                    <a:pt x="2120" y="1554"/>
                    <a:pt x="2104" y="1549"/>
                  </a:cubicBezTo>
                  <a:cubicBezTo>
                    <a:pt x="2087" y="1545"/>
                    <a:pt x="2067" y="1539"/>
                    <a:pt x="2042" y="1531"/>
                  </a:cubicBezTo>
                  <a:cubicBezTo>
                    <a:pt x="2018" y="1523"/>
                    <a:pt x="1990" y="1514"/>
                    <a:pt x="1961" y="1501"/>
                  </a:cubicBezTo>
                  <a:cubicBezTo>
                    <a:pt x="1929" y="1488"/>
                    <a:pt x="1897" y="1472"/>
                    <a:pt x="1861" y="1451"/>
                  </a:cubicBezTo>
                  <a:cubicBezTo>
                    <a:pt x="1784" y="1407"/>
                    <a:pt x="1731" y="1363"/>
                    <a:pt x="1704" y="1321"/>
                  </a:cubicBezTo>
                  <a:cubicBezTo>
                    <a:pt x="1676" y="1278"/>
                    <a:pt x="1667" y="1235"/>
                    <a:pt x="1675" y="1195"/>
                  </a:cubicBezTo>
                  <a:cubicBezTo>
                    <a:pt x="1684" y="1154"/>
                    <a:pt x="1708" y="1116"/>
                    <a:pt x="1747" y="1079"/>
                  </a:cubicBezTo>
                  <a:cubicBezTo>
                    <a:pt x="1786" y="1040"/>
                    <a:pt x="1834" y="1007"/>
                    <a:pt x="1890" y="974"/>
                  </a:cubicBezTo>
                  <a:cubicBezTo>
                    <a:pt x="1950" y="939"/>
                    <a:pt x="2015" y="910"/>
                    <a:pt x="2085" y="886"/>
                  </a:cubicBezTo>
                  <a:cubicBezTo>
                    <a:pt x="2153" y="864"/>
                    <a:pt x="2227" y="849"/>
                    <a:pt x="2304" y="845"/>
                  </a:cubicBezTo>
                  <a:cubicBezTo>
                    <a:pt x="2319" y="845"/>
                    <a:pt x="2335" y="844"/>
                    <a:pt x="2350" y="844"/>
                  </a:cubicBezTo>
                  <a:cubicBezTo>
                    <a:pt x="2413" y="844"/>
                    <a:pt x="2477" y="852"/>
                    <a:pt x="2544" y="867"/>
                  </a:cubicBezTo>
                  <a:cubicBezTo>
                    <a:pt x="2628" y="887"/>
                    <a:pt x="2712" y="921"/>
                    <a:pt x="2800" y="972"/>
                  </a:cubicBezTo>
                  <a:cubicBezTo>
                    <a:pt x="2952" y="1059"/>
                    <a:pt x="3025" y="1146"/>
                    <a:pt x="3019" y="1231"/>
                  </a:cubicBezTo>
                  <a:cubicBezTo>
                    <a:pt x="3015" y="1315"/>
                    <a:pt x="2941" y="1398"/>
                    <a:pt x="2800" y="1481"/>
                  </a:cubicBezTo>
                  <a:cubicBezTo>
                    <a:pt x="2777" y="1493"/>
                    <a:pt x="2751" y="1506"/>
                    <a:pt x="2722" y="1521"/>
                  </a:cubicBezTo>
                  <a:cubicBezTo>
                    <a:pt x="2693" y="1536"/>
                    <a:pt x="2662" y="1547"/>
                    <a:pt x="2631" y="1556"/>
                  </a:cubicBezTo>
                  <a:cubicBezTo>
                    <a:pt x="2599" y="1566"/>
                    <a:pt x="2569" y="1571"/>
                    <a:pt x="2540" y="1572"/>
                  </a:cubicBezTo>
                  <a:cubicBezTo>
                    <a:pt x="2537" y="1572"/>
                    <a:pt x="2535" y="1572"/>
                    <a:pt x="2532" y="1572"/>
                  </a:cubicBezTo>
                  <a:cubicBezTo>
                    <a:pt x="2505" y="1572"/>
                    <a:pt x="2481" y="1566"/>
                    <a:pt x="2460" y="1554"/>
                  </a:cubicBezTo>
                  <a:cubicBezTo>
                    <a:pt x="2441" y="1543"/>
                    <a:pt x="2430" y="1529"/>
                    <a:pt x="2429" y="1514"/>
                  </a:cubicBezTo>
                  <a:cubicBezTo>
                    <a:pt x="2428" y="1499"/>
                    <a:pt x="2439" y="1483"/>
                    <a:pt x="2461" y="1465"/>
                  </a:cubicBezTo>
                  <a:lnTo>
                    <a:pt x="2728" y="1311"/>
                  </a:lnTo>
                  <a:cubicBezTo>
                    <a:pt x="2762" y="1291"/>
                    <a:pt x="2784" y="1270"/>
                    <a:pt x="2796" y="1247"/>
                  </a:cubicBezTo>
                  <a:cubicBezTo>
                    <a:pt x="2808" y="1224"/>
                    <a:pt x="2811" y="1201"/>
                    <a:pt x="2804" y="1177"/>
                  </a:cubicBezTo>
                  <a:cubicBezTo>
                    <a:pt x="2798" y="1153"/>
                    <a:pt x="2783" y="1129"/>
                    <a:pt x="2759" y="1106"/>
                  </a:cubicBezTo>
                  <a:cubicBezTo>
                    <a:pt x="2736" y="1082"/>
                    <a:pt x="2705" y="1058"/>
                    <a:pt x="2667" y="1036"/>
                  </a:cubicBezTo>
                  <a:cubicBezTo>
                    <a:pt x="2639" y="1020"/>
                    <a:pt x="2608" y="1005"/>
                    <a:pt x="2575" y="992"/>
                  </a:cubicBezTo>
                  <a:cubicBezTo>
                    <a:pt x="2542" y="978"/>
                    <a:pt x="2509" y="967"/>
                    <a:pt x="2479" y="959"/>
                  </a:cubicBezTo>
                  <a:cubicBezTo>
                    <a:pt x="2447" y="950"/>
                    <a:pt x="2419" y="946"/>
                    <a:pt x="2393" y="945"/>
                  </a:cubicBezTo>
                  <a:cubicBezTo>
                    <a:pt x="2390" y="944"/>
                    <a:pt x="2387" y="944"/>
                    <a:pt x="2384" y="944"/>
                  </a:cubicBezTo>
                  <a:cubicBezTo>
                    <a:pt x="2363" y="944"/>
                    <a:pt x="2347" y="948"/>
                    <a:pt x="2336" y="954"/>
                  </a:cubicBezTo>
                  <a:cubicBezTo>
                    <a:pt x="2325" y="960"/>
                    <a:pt x="2316" y="970"/>
                    <a:pt x="2308" y="984"/>
                  </a:cubicBezTo>
                  <a:cubicBezTo>
                    <a:pt x="2301" y="999"/>
                    <a:pt x="2304" y="1010"/>
                    <a:pt x="2318" y="1018"/>
                  </a:cubicBezTo>
                  <a:cubicBezTo>
                    <a:pt x="2326" y="1022"/>
                    <a:pt x="2335" y="1025"/>
                    <a:pt x="2348" y="1028"/>
                  </a:cubicBezTo>
                  <a:cubicBezTo>
                    <a:pt x="2361" y="1030"/>
                    <a:pt x="2376" y="1034"/>
                    <a:pt x="2393" y="1038"/>
                  </a:cubicBezTo>
                  <a:cubicBezTo>
                    <a:pt x="2411" y="1041"/>
                    <a:pt x="2432" y="1047"/>
                    <a:pt x="2454" y="1056"/>
                  </a:cubicBezTo>
                  <a:cubicBezTo>
                    <a:pt x="2477" y="1064"/>
                    <a:pt x="2501" y="1076"/>
                    <a:pt x="2528" y="1091"/>
                  </a:cubicBezTo>
                  <a:cubicBezTo>
                    <a:pt x="2631" y="1151"/>
                    <a:pt x="2642" y="1202"/>
                    <a:pt x="2563" y="1249"/>
                  </a:cubicBezTo>
                  <a:lnTo>
                    <a:pt x="2536" y="1264"/>
                  </a:lnTo>
                  <a:lnTo>
                    <a:pt x="2471" y="1227"/>
                  </a:lnTo>
                  <a:cubicBezTo>
                    <a:pt x="2420" y="1198"/>
                    <a:pt x="2371" y="1172"/>
                    <a:pt x="2322" y="1151"/>
                  </a:cubicBezTo>
                  <a:cubicBezTo>
                    <a:pt x="2274" y="1130"/>
                    <a:pt x="2228" y="1115"/>
                    <a:pt x="2183" y="1106"/>
                  </a:cubicBezTo>
                  <a:cubicBezTo>
                    <a:pt x="2152" y="1099"/>
                    <a:pt x="2123" y="1096"/>
                    <a:pt x="2094" y="1096"/>
                  </a:cubicBezTo>
                  <a:cubicBezTo>
                    <a:pt x="2080" y="1096"/>
                    <a:pt x="2067" y="1096"/>
                    <a:pt x="2053" y="1098"/>
                  </a:cubicBezTo>
                  <a:cubicBezTo>
                    <a:pt x="2013" y="1101"/>
                    <a:pt x="1973" y="1115"/>
                    <a:pt x="1936" y="1136"/>
                  </a:cubicBezTo>
                  <a:cubicBezTo>
                    <a:pt x="1905" y="1154"/>
                    <a:pt x="1883" y="1173"/>
                    <a:pt x="1873" y="1193"/>
                  </a:cubicBezTo>
                  <a:cubicBezTo>
                    <a:pt x="1862" y="1214"/>
                    <a:pt x="1861" y="1234"/>
                    <a:pt x="1867" y="1254"/>
                  </a:cubicBezTo>
                  <a:cubicBezTo>
                    <a:pt x="1874" y="1275"/>
                    <a:pt x="1887" y="1294"/>
                    <a:pt x="1906" y="1313"/>
                  </a:cubicBezTo>
                  <a:cubicBezTo>
                    <a:pt x="1925" y="1332"/>
                    <a:pt x="1949" y="1350"/>
                    <a:pt x="1977" y="1366"/>
                  </a:cubicBezTo>
                  <a:cubicBezTo>
                    <a:pt x="2025" y="1394"/>
                    <a:pt x="2075" y="1413"/>
                    <a:pt x="2125" y="1421"/>
                  </a:cubicBezTo>
                  <a:cubicBezTo>
                    <a:pt x="2176" y="1429"/>
                    <a:pt x="2231" y="1433"/>
                    <a:pt x="2293" y="1433"/>
                  </a:cubicBezTo>
                  <a:cubicBezTo>
                    <a:pt x="2269" y="1455"/>
                    <a:pt x="2262" y="1481"/>
                    <a:pt x="2272" y="1512"/>
                  </a:cubicBezTo>
                  <a:cubicBezTo>
                    <a:pt x="2281" y="1543"/>
                    <a:pt x="2310" y="1572"/>
                    <a:pt x="2360" y="1600"/>
                  </a:cubicBezTo>
                  <a:cubicBezTo>
                    <a:pt x="2402" y="1625"/>
                    <a:pt x="2448" y="1640"/>
                    <a:pt x="2497" y="1647"/>
                  </a:cubicBezTo>
                  <a:cubicBezTo>
                    <a:pt x="2520" y="1650"/>
                    <a:pt x="2544" y="1652"/>
                    <a:pt x="2568" y="1652"/>
                  </a:cubicBezTo>
                  <a:cubicBezTo>
                    <a:pt x="2593" y="1652"/>
                    <a:pt x="2620" y="1650"/>
                    <a:pt x="2647" y="1646"/>
                  </a:cubicBezTo>
                  <a:cubicBezTo>
                    <a:pt x="2697" y="1639"/>
                    <a:pt x="2748" y="1626"/>
                    <a:pt x="2799" y="1607"/>
                  </a:cubicBezTo>
                  <a:cubicBezTo>
                    <a:pt x="2848" y="1588"/>
                    <a:pt x="2897" y="1565"/>
                    <a:pt x="2944" y="1538"/>
                  </a:cubicBezTo>
                  <a:cubicBezTo>
                    <a:pt x="3108" y="1442"/>
                    <a:pt x="3188" y="1341"/>
                    <a:pt x="3182" y="1233"/>
                  </a:cubicBezTo>
                  <a:cubicBezTo>
                    <a:pt x="3176" y="1124"/>
                    <a:pt x="3082" y="1018"/>
                    <a:pt x="2902" y="914"/>
                  </a:cubicBezTo>
                  <a:cubicBezTo>
                    <a:pt x="2803" y="856"/>
                    <a:pt x="2702" y="814"/>
                    <a:pt x="2599" y="789"/>
                  </a:cubicBezTo>
                  <a:cubicBezTo>
                    <a:pt x="2502" y="764"/>
                    <a:pt x="2407" y="753"/>
                    <a:pt x="2313" y="753"/>
                  </a:cubicBezTo>
                  <a:close/>
                  <a:moveTo>
                    <a:pt x="3847" y="1609"/>
                  </a:moveTo>
                  <a:cubicBezTo>
                    <a:pt x="3850" y="1609"/>
                    <a:pt x="3854" y="1609"/>
                    <a:pt x="3857" y="1609"/>
                  </a:cubicBezTo>
                  <a:cubicBezTo>
                    <a:pt x="3891" y="1612"/>
                    <a:pt x="3925" y="1622"/>
                    <a:pt x="3959" y="1643"/>
                  </a:cubicBezTo>
                  <a:cubicBezTo>
                    <a:pt x="3992" y="1662"/>
                    <a:pt x="4011" y="1681"/>
                    <a:pt x="4016" y="1701"/>
                  </a:cubicBezTo>
                  <a:cubicBezTo>
                    <a:pt x="4022" y="1722"/>
                    <a:pt x="4007" y="1741"/>
                    <a:pt x="3974" y="1760"/>
                  </a:cubicBezTo>
                  <a:lnTo>
                    <a:pt x="3740" y="1895"/>
                  </a:lnTo>
                  <a:cubicBezTo>
                    <a:pt x="3711" y="1912"/>
                    <a:pt x="3681" y="1920"/>
                    <a:pt x="3650" y="1920"/>
                  </a:cubicBezTo>
                  <a:cubicBezTo>
                    <a:pt x="3646" y="1920"/>
                    <a:pt x="3643" y="1920"/>
                    <a:pt x="3639" y="1920"/>
                  </a:cubicBezTo>
                  <a:cubicBezTo>
                    <a:pt x="3605" y="1916"/>
                    <a:pt x="3570" y="1905"/>
                    <a:pt x="3536" y="1886"/>
                  </a:cubicBezTo>
                  <a:cubicBezTo>
                    <a:pt x="3502" y="1867"/>
                    <a:pt x="3484" y="1847"/>
                    <a:pt x="3480" y="1827"/>
                  </a:cubicBezTo>
                  <a:cubicBezTo>
                    <a:pt x="3475" y="1808"/>
                    <a:pt x="3489" y="1788"/>
                    <a:pt x="3523" y="1770"/>
                  </a:cubicBezTo>
                  <a:lnTo>
                    <a:pt x="3757" y="1634"/>
                  </a:lnTo>
                  <a:cubicBezTo>
                    <a:pt x="3786" y="1618"/>
                    <a:pt x="3817" y="1609"/>
                    <a:pt x="3847" y="1609"/>
                  </a:cubicBezTo>
                  <a:close/>
                  <a:moveTo>
                    <a:pt x="3808" y="1510"/>
                  </a:moveTo>
                  <a:cubicBezTo>
                    <a:pt x="3747" y="1510"/>
                    <a:pt x="3688" y="1527"/>
                    <a:pt x="3630" y="1561"/>
                  </a:cubicBezTo>
                  <a:lnTo>
                    <a:pt x="3394" y="1696"/>
                  </a:lnTo>
                  <a:cubicBezTo>
                    <a:pt x="3359" y="1717"/>
                    <a:pt x="3335" y="1738"/>
                    <a:pt x="3322" y="1759"/>
                  </a:cubicBezTo>
                  <a:cubicBezTo>
                    <a:pt x="3309" y="1781"/>
                    <a:pt x="3305" y="1802"/>
                    <a:pt x="3311" y="1823"/>
                  </a:cubicBezTo>
                  <a:cubicBezTo>
                    <a:pt x="3317" y="1843"/>
                    <a:pt x="3330" y="1865"/>
                    <a:pt x="3353" y="1885"/>
                  </a:cubicBezTo>
                  <a:cubicBezTo>
                    <a:pt x="3374" y="1905"/>
                    <a:pt x="3401" y="1925"/>
                    <a:pt x="3435" y="1945"/>
                  </a:cubicBezTo>
                  <a:cubicBezTo>
                    <a:pt x="3468" y="1964"/>
                    <a:pt x="3502" y="1979"/>
                    <a:pt x="3537" y="1992"/>
                  </a:cubicBezTo>
                  <a:cubicBezTo>
                    <a:pt x="3573" y="2004"/>
                    <a:pt x="3609" y="2013"/>
                    <a:pt x="3645" y="2015"/>
                  </a:cubicBezTo>
                  <a:cubicBezTo>
                    <a:pt x="3657" y="2017"/>
                    <a:pt x="3668" y="2017"/>
                    <a:pt x="3680" y="2017"/>
                  </a:cubicBezTo>
                  <a:cubicBezTo>
                    <a:pt x="3705" y="2017"/>
                    <a:pt x="3730" y="2014"/>
                    <a:pt x="3756" y="2010"/>
                  </a:cubicBezTo>
                  <a:cubicBezTo>
                    <a:pt x="3793" y="2002"/>
                    <a:pt x="3829" y="1988"/>
                    <a:pt x="3865" y="1968"/>
                  </a:cubicBezTo>
                  <a:lnTo>
                    <a:pt x="4099" y="1832"/>
                  </a:lnTo>
                  <a:cubicBezTo>
                    <a:pt x="4135" y="1812"/>
                    <a:pt x="4160" y="1790"/>
                    <a:pt x="4172" y="1769"/>
                  </a:cubicBezTo>
                  <a:cubicBezTo>
                    <a:pt x="4185" y="1747"/>
                    <a:pt x="4189" y="1726"/>
                    <a:pt x="4184" y="1706"/>
                  </a:cubicBezTo>
                  <a:cubicBezTo>
                    <a:pt x="4178" y="1684"/>
                    <a:pt x="4163" y="1664"/>
                    <a:pt x="4142" y="1643"/>
                  </a:cubicBezTo>
                  <a:cubicBezTo>
                    <a:pt x="4120" y="1622"/>
                    <a:pt x="4093" y="1602"/>
                    <a:pt x="4060" y="1584"/>
                  </a:cubicBezTo>
                  <a:cubicBezTo>
                    <a:pt x="3992" y="1545"/>
                    <a:pt x="3921" y="1521"/>
                    <a:pt x="3847" y="1512"/>
                  </a:cubicBezTo>
                  <a:cubicBezTo>
                    <a:pt x="3834" y="1511"/>
                    <a:pt x="3821" y="1510"/>
                    <a:pt x="3808" y="1510"/>
                  </a:cubicBezTo>
                  <a:close/>
                  <a:moveTo>
                    <a:pt x="4767" y="1937"/>
                  </a:moveTo>
                  <a:cubicBezTo>
                    <a:pt x="4759" y="1937"/>
                    <a:pt x="4751" y="1938"/>
                    <a:pt x="4743" y="1940"/>
                  </a:cubicBezTo>
                  <a:lnTo>
                    <a:pt x="2938" y="2243"/>
                  </a:lnTo>
                  <a:cubicBezTo>
                    <a:pt x="2926" y="2245"/>
                    <a:pt x="2916" y="2247"/>
                    <a:pt x="2908" y="2253"/>
                  </a:cubicBezTo>
                  <a:cubicBezTo>
                    <a:pt x="2893" y="2261"/>
                    <a:pt x="2885" y="2272"/>
                    <a:pt x="2887" y="2287"/>
                  </a:cubicBezTo>
                  <a:cubicBezTo>
                    <a:pt x="2887" y="2301"/>
                    <a:pt x="2897" y="2315"/>
                    <a:pt x="2917" y="2326"/>
                  </a:cubicBezTo>
                  <a:cubicBezTo>
                    <a:pt x="2929" y="2333"/>
                    <a:pt x="2944" y="2339"/>
                    <a:pt x="2960" y="2342"/>
                  </a:cubicBezTo>
                  <a:cubicBezTo>
                    <a:pt x="2969" y="2343"/>
                    <a:pt x="2979" y="2344"/>
                    <a:pt x="2989" y="2344"/>
                  </a:cubicBezTo>
                  <a:cubicBezTo>
                    <a:pt x="2995" y="2344"/>
                    <a:pt x="3000" y="2344"/>
                    <a:pt x="3006" y="2343"/>
                  </a:cubicBezTo>
                  <a:lnTo>
                    <a:pt x="4806" y="2042"/>
                  </a:lnTo>
                  <a:cubicBezTo>
                    <a:pt x="4817" y="2040"/>
                    <a:pt x="4827" y="2036"/>
                    <a:pt x="4837" y="2030"/>
                  </a:cubicBezTo>
                  <a:cubicBezTo>
                    <a:pt x="4855" y="2020"/>
                    <a:pt x="4862" y="2008"/>
                    <a:pt x="4857" y="1992"/>
                  </a:cubicBezTo>
                  <a:cubicBezTo>
                    <a:pt x="4853" y="1976"/>
                    <a:pt x="4841" y="1964"/>
                    <a:pt x="4823" y="1954"/>
                  </a:cubicBezTo>
                  <a:cubicBezTo>
                    <a:pt x="4813" y="1948"/>
                    <a:pt x="4801" y="1943"/>
                    <a:pt x="4788" y="1940"/>
                  </a:cubicBezTo>
                  <a:cubicBezTo>
                    <a:pt x="4782" y="1938"/>
                    <a:pt x="4774" y="1937"/>
                    <a:pt x="4767" y="1937"/>
                  </a:cubicBezTo>
                  <a:close/>
                  <a:moveTo>
                    <a:pt x="5110" y="2357"/>
                  </a:moveTo>
                  <a:cubicBezTo>
                    <a:pt x="5105" y="2357"/>
                    <a:pt x="5099" y="2357"/>
                    <a:pt x="5095" y="2358"/>
                  </a:cubicBezTo>
                  <a:cubicBezTo>
                    <a:pt x="5081" y="2361"/>
                    <a:pt x="5070" y="2365"/>
                    <a:pt x="5060" y="2370"/>
                  </a:cubicBezTo>
                  <a:cubicBezTo>
                    <a:pt x="5045" y="2379"/>
                    <a:pt x="5037" y="2388"/>
                    <a:pt x="5035" y="2401"/>
                  </a:cubicBezTo>
                  <a:cubicBezTo>
                    <a:pt x="5033" y="2412"/>
                    <a:pt x="5037" y="2421"/>
                    <a:pt x="5050" y="2429"/>
                  </a:cubicBezTo>
                  <a:cubicBezTo>
                    <a:pt x="5055" y="2431"/>
                    <a:pt x="5062" y="2433"/>
                    <a:pt x="5071" y="2434"/>
                  </a:cubicBezTo>
                  <a:lnTo>
                    <a:pt x="5340" y="2487"/>
                  </a:lnTo>
                  <a:cubicBezTo>
                    <a:pt x="5340" y="2487"/>
                    <a:pt x="5433" y="2644"/>
                    <a:pt x="5446" y="2656"/>
                  </a:cubicBezTo>
                  <a:cubicBezTo>
                    <a:pt x="5456" y="2663"/>
                    <a:pt x="5469" y="2665"/>
                    <a:pt x="5485" y="2665"/>
                  </a:cubicBezTo>
                  <a:cubicBezTo>
                    <a:pt x="5488" y="2665"/>
                    <a:pt x="5491" y="2665"/>
                    <a:pt x="5494" y="2665"/>
                  </a:cubicBezTo>
                  <a:cubicBezTo>
                    <a:pt x="5515" y="2664"/>
                    <a:pt x="5530" y="2660"/>
                    <a:pt x="5545" y="2652"/>
                  </a:cubicBezTo>
                  <a:cubicBezTo>
                    <a:pt x="5567" y="2639"/>
                    <a:pt x="5573" y="2622"/>
                    <a:pt x="5564" y="2602"/>
                  </a:cubicBezTo>
                  <a:lnTo>
                    <a:pt x="5470" y="2448"/>
                  </a:lnTo>
                  <a:cubicBezTo>
                    <a:pt x="5466" y="2439"/>
                    <a:pt x="5458" y="2432"/>
                    <a:pt x="5448" y="2425"/>
                  </a:cubicBezTo>
                  <a:cubicBezTo>
                    <a:pt x="5440" y="2421"/>
                    <a:pt x="5428" y="2416"/>
                    <a:pt x="5411" y="2413"/>
                  </a:cubicBezTo>
                  <a:lnTo>
                    <a:pt x="5141" y="2360"/>
                  </a:lnTo>
                  <a:cubicBezTo>
                    <a:pt x="5130" y="2358"/>
                    <a:pt x="5120" y="2357"/>
                    <a:pt x="5110" y="2357"/>
                  </a:cubicBezTo>
                  <a:close/>
                  <a:moveTo>
                    <a:pt x="4074" y="2365"/>
                  </a:moveTo>
                  <a:cubicBezTo>
                    <a:pt x="4079" y="2365"/>
                    <a:pt x="4083" y="2365"/>
                    <a:pt x="4088" y="2366"/>
                  </a:cubicBezTo>
                  <a:cubicBezTo>
                    <a:pt x="4122" y="2368"/>
                    <a:pt x="4156" y="2379"/>
                    <a:pt x="4189" y="2398"/>
                  </a:cubicBezTo>
                  <a:cubicBezTo>
                    <a:pt x="4223" y="2417"/>
                    <a:pt x="4242" y="2438"/>
                    <a:pt x="4248" y="2457"/>
                  </a:cubicBezTo>
                  <a:cubicBezTo>
                    <a:pt x="4252" y="2477"/>
                    <a:pt x="4239" y="2496"/>
                    <a:pt x="4205" y="2515"/>
                  </a:cubicBezTo>
                  <a:lnTo>
                    <a:pt x="3971" y="2652"/>
                  </a:lnTo>
                  <a:cubicBezTo>
                    <a:pt x="3943" y="2667"/>
                    <a:pt x="3914" y="2676"/>
                    <a:pt x="3885" y="2676"/>
                  </a:cubicBezTo>
                  <a:cubicBezTo>
                    <a:pt x="3880" y="2676"/>
                    <a:pt x="3875" y="2676"/>
                    <a:pt x="3871" y="2675"/>
                  </a:cubicBezTo>
                  <a:cubicBezTo>
                    <a:pt x="3836" y="2672"/>
                    <a:pt x="3802" y="2662"/>
                    <a:pt x="3768" y="2642"/>
                  </a:cubicBezTo>
                  <a:cubicBezTo>
                    <a:pt x="3734" y="2622"/>
                    <a:pt x="3715" y="2603"/>
                    <a:pt x="3711" y="2583"/>
                  </a:cubicBezTo>
                  <a:cubicBezTo>
                    <a:pt x="3706" y="2564"/>
                    <a:pt x="3721" y="2545"/>
                    <a:pt x="3754" y="2526"/>
                  </a:cubicBezTo>
                  <a:lnTo>
                    <a:pt x="3988" y="2390"/>
                  </a:lnTo>
                  <a:cubicBezTo>
                    <a:pt x="4016" y="2374"/>
                    <a:pt x="4045" y="2365"/>
                    <a:pt x="4074" y="2365"/>
                  </a:cubicBezTo>
                  <a:close/>
                  <a:moveTo>
                    <a:pt x="4041" y="2266"/>
                  </a:moveTo>
                  <a:cubicBezTo>
                    <a:pt x="3980" y="2266"/>
                    <a:pt x="3920" y="2282"/>
                    <a:pt x="3861" y="2316"/>
                  </a:cubicBezTo>
                  <a:lnTo>
                    <a:pt x="3626" y="2452"/>
                  </a:lnTo>
                  <a:cubicBezTo>
                    <a:pt x="3590" y="2473"/>
                    <a:pt x="3566" y="2494"/>
                    <a:pt x="3553" y="2515"/>
                  </a:cubicBezTo>
                  <a:cubicBezTo>
                    <a:pt x="3541" y="2537"/>
                    <a:pt x="3537" y="2557"/>
                    <a:pt x="3543" y="2578"/>
                  </a:cubicBezTo>
                  <a:cubicBezTo>
                    <a:pt x="3549" y="2600"/>
                    <a:pt x="3562" y="2620"/>
                    <a:pt x="3584" y="2640"/>
                  </a:cubicBezTo>
                  <a:cubicBezTo>
                    <a:pt x="3605" y="2661"/>
                    <a:pt x="3632" y="2681"/>
                    <a:pt x="3666" y="2700"/>
                  </a:cubicBezTo>
                  <a:cubicBezTo>
                    <a:pt x="3698" y="2719"/>
                    <a:pt x="3733" y="2735"/>
                    <a:pt x="3769" y="2747"/>
                  </a:cubicBezTo>
                  <a:cubicBezTo>
                    <a:pt x="3804" y="2761"/>
                    <a:pt x="3840" y="2769"/>
                    <a:pt x="3877" y="2772"/>
                  </a:cubicBezTo>
                  <a:cubicBezTo>
                    <a:pt x="3888" y="2773"/>
                    <a:pt x="3898" y="2773"/>
                    <a:pt x="3909" y="2773"/>
                  </a:cubicBezTo>
                  <a:cubicBezTo>
                    <a:pt x="3935" y="2773"/>
                    <a:pt x="3960" y="2771"/>
                    <a:pt x="3987" y="2765"/>
                  </a:cubicBezTo>
                  <a:cubicBezTo>
                    <a:pt x="4024" y="2759"/>
                    <a:pt x="4061" y="2744"/>
                    <a:pt x="4097" y="2724"/>
                  </a:cubicBezTo>
                  <a:lnTo>
                    <a:pt x="4331" y="2589"/>
                  </a:lnTo>
                  <a:cubicBezTo>
                    <a:pt x="4367" y="2567"/>
                    <a:pt x="4391" y="2547"/>
                    <a:pt x="4404" y="2524"/>
                  </a:cubicBezTo>
                  <a:cubicBezTo>
                    <a:pt x="4417" y="2503"/>
                    <a:pt x="4420" y="2483"/>
                    <a:pt x="4415" y="2461"/>
                  </a:cubicBezTo>
                  <a:cubicBezTo>
                    <a:pt x="4409" y="2440"/>
                    <a:pt x="4395" y="2420"/>
                    <a:pt x="4373" y="2399"/>
                  </a:cubicBezTo>
                  <a:cubicBezTo>
                    <a:pt x="4350" y="2378"/>
                    <a:pt x="4323" y="2359"/>
                    <a:pt x="4291" y="2340"/>
                  </a:cubicBezTo>
                  <a:cubicBezTo>
                    <a:pt x="4223" y="2300"/>
                    <a:pt x="4152" y="2277"/>
                    <a:pt x="4078" y="2268"/>
                  </a:cubicBezTo>
                  <a:cubicBezTo>
                    <a:pt x="4066" y="2266"/>
                    <a:pt x="4053" y="2266"/>
                    <a:pt x="4041" y="2266"/>
                  </a:cubicBezTo>
                  <a:close/>
                  <a:moveTo>
                    <a:pt x="5463" y="3175"/>
                  </a:moveTo>
                  <a:cubicBezTo>
                    <a:pt x="5485" y="3175"/>
                    <a:pt x="5507" y="3176"/>
                    <a:pt x="5528" y="3178"/>
                  </a:cubicBezTo>
                  <a:cubicBezTo>
                    <a:pt x="5559" y="3180"/>
                    <a:pt x="5587" y="3182"/>
                    <a:pt x="5614" y="3185"/>
                  </a:cubicBezTo>
                  <a:lnTo>
                    <a:pt x="5626" y="3566"/>
                  </a:lnTo>
                  <a:cubicBezTo>
                    <a:pt x="5615" y="3567"/>
                    <a:pt x="5604" y="3567"/>
                    <a:pt x="5592" y="3567"/>
                  </a:cubicBezTo>
                  <a:cubicBezTo>
                    <a:pt x="5553" y="3567"/>
                    <a:pt x="5512" y="3563"/>
                    <a:pt x="5471" y="3555"/>
                  </a:cubicBezTo>
                  <a:cubicBezTo>
                    <a:pt x="5418" y="3545"/>
                    <a:pt x="5365" y="3524"/>
                    <a:pt x="5313" y="3494"/>
                  </a:cubicBezTo>
                  <a:cubicBezTo>
                    <a:pt x="5271" y="3469"/>
                    <a:pt x="5240" y="3444"/>
                    <a:pt x="5219" y="3420"/>
                  </a:cubicBezTo>
                  <a:cubicBezTo>
                    <a:pt x="5197" y="3395"/>
                    <a:pt x="5185" y="3370"/>
                    <a:pt x="5183" y="3346"/>
                  </a:cubicBezTo>
                  <a:cubicBezTo>
                    <a:pt x="5180" y="3324"/>
                    <a:pt x="5186" y="3301"/>
                    <a:pt x="5201" y="3279"/>
                  </a:cubicBezTo>
                  <a:cubicBezTo>
                    <a:pt x="5214" y="3258"/>
                    <a:pt x="5235" y="3238"/>
                    <a:pt x="5265" y="3223"/>
                  </a:cubicBezTo>
                  <a:cubicBezTo>
                    <a:pt x="5291" y="3207"/>
                    <a:pt x="5319" y="3196"/>
                    <a:pt x="5349" y="3189"/>
                  </a:cubicBezTo>
                  <a:cubicBezTo>
                    <a:pt x="5378" y="3181"/>
                    <a:pt x="5409" y="3178"/>
                    <a:pt x="5439" y="3175"/>
                  </a:cubicBezTo>
                  <a:cubicBezTo>
                    <a:pt x="5447" y="3175"/>
                    <a:pt x="5455" y="3175"/>
                    <a:pt x="5463" y="3175"/>
                  </a:cubicBezTo>
                  <a:close/>
                  <a:moveTo>
                    <a:pt x="5997" y="2783"/>
                  </a:moveTo>
                  <a:cubicBezTo>
                    <a:pt x="5959" y="2783"/>
                    <a:pt x="5921" y="2786"/>
                    <a:pt x="5883" y="2792"/>
                  </a:cubicBezTo>
                  <a:cubicBezTo>
                    <a:pt x="5830" y="2801"/>
                    <a:pt x="5782" y="2819"/>
                    <a:pt x="5737" y="2845"/>
                  </a:cubicBezTo>
                  <a:cubicBezTo>
                    <a:pt x="5680" y="2877"/>
                    <a:pt x="5645" y="2913"/>
                    <a:pt x="5632" y="2950"/>
                  </a:cubicBezTo>
                  <a:cubicBezTo>
                    <a:pt x="5618" y="2988"/>
                    <a:pt x="5610" y="3028"/>
                    <a:pt x="5608" y="3067"/>
                  </a:cubicBezTo>
                  <a:cubicBezTo>
                    <a:pt x="5565" y="3059"/>
                    <a:pt x="5520" y="3053"/>
                    <a:pt x="5472" y="3049"/>
                  </a:cubicBezTo>
                  <a:cubicBezTo>
                    <a:pt x="5448" y="3047"/>
                    <a:pt x="5424" y="3047"/>
                    <a:pt x="5399" y="3047"/>
                  </a:cubicBezTo>
                  <a:cubicBezTo>
                    <a:pt x="5375" y="3047"/>
                    <a:pt x="5351" y="3047"/>
                    <a:pt x="5328" y="3049"/>
                  </a:cubicBezTo>
                  <a:cubicBezTo>
                    <a:pt x="5279" y="3053"/>
                    <a:pt x="5233" y="3060"/>
                    <a:pt x="5188" y="3072"/>
                  </a:cubicBezTo>
                  <a:cubicBezTo>
                    <a:pt x="5143" y="3084"/>
                    <a:pt x="5101" y="3101"/>
                    <a:pt x="5064" y="3122"/>
                  </a:cubicBezTo>
                  <a:cubicBezTo>
                    <a:pt x="5018" y="3149"/>
                    <a:pt x="4984" y="3180"/>
                    <a:pt x="4962" y="3215"/>
                  </a:cubicBezTo>
                  <a:cubicBezTo>
                    <a:pt x="4939" y="3250"/>
                    <a:pt x="4930" y="3287"/>
                    <a:pt x="4935" y="3326"/>
                  </a:cubicBezTo>
                  <a:cubicBezTo>
                    <a:pt x="4940" y="3367"/>
                    <a:pt x="4960" y="3406"/>
                    <a:pt x="4993" y="3447"/>
                  </a:cubicBezTo>
                  <a:cubicBezTo>
                    <a:pt x="5027" y="3488"/>
                    <a:pt x="5077" y="3528"/>
                    <a:pt x="5143" y="3566"/>
                  </a:cubicBezTo>
                  <a:cubicBezTo>
                    <a:pt x="5222" y="3611"/>
                    <a:pt x="5303" y="3644"/>
                    <a:pt x="5386" y="3662"/>
                  </a:cubicBezTo>
                  <a:cubicBezTo>
                    <a:pt x="5471" y="3680"/>
                    <a:pt x="5552" y="3690"/>
                    <a:pt x="5633" y="3690"/>
                  </a:cubicBezTo>
                  <a:lnTo>
                    <a:pt x="5640" y="3825"/>
                  </a:lnTo>
                  <a:cubicBezTo>
                    <a:pt x="5640" y="3835"/>
                    <a:pt x="5643" y="3843"/>
                    <a:pt x="5646" y="3849"/>
                  </a:cubicBezTo>
                  <a:cubicBezTo>
                    <a:pt x="5651" y="3854"/>
                    <a:pt x="5658" y="3860"/>
                    <a:pt x="5666" y="3864"/>
                  </a:cubicBezTo>
                  <a:cubicBezTo>
                    <a:pt x="5688" y="3877"/>
                    <a:pt x="5714" y="3885"/>
                    <a:pt x="5746" y="3887"/>
                  </a:cubicBezTo>
                  <a:cubicBezTo>
                    <a:pt x="5749" y="3887"/>
                    <a:pt x="5753" y="3887"/>
                    <a:pt x="5757" y="3887"/>
                  </a:cubicBezTo>
                  <a:cubicBezTo>
                    <a:pt x="5783" y="3887"/>
                    <a:pt x="5804" y="3883"/>
                    <a:pt x="5819" y="3875"/>
                  </a:cubicBezTo>
                  <a:cubicBezTo>
                    <a:pt x="5831" y="3868"/>
                    <a:pt x="5837" y="3859"/>
                    <a:pt x="5837" y="3850"/>
                  </a:cubicBezTo>
                  <a:lnTo>
                    <a:pt x="5831" y="3682"/>
                  </a:lnTo>
                  <a:cubicBezTo>
                    <a:pt x="5877" y="3675"/>
                    <a:pt x="5922" y="3666"/>
                    <a:pt x="5965" y="3656"/>
                  </a:cubicBezTo>
                  <a:cubicBezTo>
                    <a:pt x="6008" y="3646"/>
                    <a:pt x="6047" y="3634"/>
                    <a:pt x="6082" y="3621"/>
                  </a:cubicBezTo>
                  <a:cubicBezTo>
                    <a:pt x="6118" y="3609"/>
                    <a:pt x="6150" y="3596"/>
                    <a:pt x="6177" y="3584"/>
                  </a:cubicBezTo>
                  <a:cubicBezTo>
                    <a:pt x="6205" y="3571"/>
                    <a:pt x="6229" y="3559"/>
                    <a:pt x="6246" y="3549"/>
                  </a:cubicBezTo>
                  <a:cubicBezTo>
                    <a:pt x="6273" y="3535"/>
                    <a:pt x="6287" y="3520"/>
                    <a:pt x="6292" y="3506"/>
                  </a:cubicBezTo>
                  <a:cubicBezTo>
                    <a:pt x="6295" y="3492"/>
                    <a:pt x="6282" y="3476"/>
                    <a:pt x="6250" y="3458"/>
                  </a:cubicBezTo>
                  <a:cubicBezTo>
                    <a:pt x="6218" y="3440"/>
                    <a:pt x="6193" y="3431"/>
                    <a:pt x="6172" y="3430"/>
                  </a:cubicBezTo>
                  <a:cubicBezTo>
                    <a:pt x="6170" y="3430"/>
                    <a:pt x="6168" y="3430"/>
                    <a:pt x="6166" y="3430"/>
                  </a:cubicBezTo>
                  <a:cubicBezTo>
                    <a:pt x="6148" y="3430"/>
                    <a:pt x="6130" y="3434"/>
                    <a:pt x="6112" y="3442"/>
                  </a:cubicBezTo>
                  <a:cubicBezTo>
                    <a:pt x="6078" y="3458"/>
                    <a:pt x="6038" y="3478"/>
                    <a:pt x="5993" y="3500"/>
                  </a:cubicBezTo>
                  <a:cubicBezTo>
                    <a:pt x="5947" y="3522"/>
                    <a:pt x="5891" y="3540"/>
                    <a:pt x="5824" y="3555"/>
                  </a:cubicBezTo>
                  <a:lnTo>
                    <a:pt x="5818" y="3203"/>
                  </a:lnTo>
                  <a:cubicBezTo>
                    <a:pt x="5818" y="3182"/>
                    <a:pt x="5816" y="3160"/>
                    <a:pt x="5818" y="3136"/>
                  </a:cubicBezTo>
                  <a:cubicBezTo>
                    <a:pt x="5818" y="3112"/>
                    <a:pt x="5820" y="3089"/>
                    <a:pt x="5826" y="3066"/>
                  </a:cubicBezTo>
                  <a:cubicBezTo>
                    <a:pt x="5831" y="3044"/>
                    <a:pt x="5840" y="3023"/>
                    <a:pt x="5851" y="3003"/>
                  </a:cubicBezTo>
                  <a:cubicBezTo>
                    <a:pt x="5864" y="2984"/>
                    <a:pt x="5883" y="2967"/>
                    <a:pt x="5907" y="2952"/>
                  </a:cubicBezTo>
                  <a:cubicBezTo>
                    <a:pt x="5950" y="2927"/>
                    <a:pt x="5999" y="2915"/>
                    <a:pt x="6052" y="2915"/>
                  </a:cubicBezTo>
                  <a:cubicBezTo>
                    <a:pt x="6056" y="2915"/>
                    <a:pt x="6061" y="2915"/>
                    <a:pt x="6065" y="2915"/>
                  </a:cubicBezTo>
                  <a:cubicBezTo>
                    <a:pt x="6124" y="2917"/>
                    <a:pt x="6179" y="2934"/>
                    <a:pt x="6232" y="2964"/>
                  </a:cubicBezTo>
                  <a:cubicBezTo>
                    <a:pt x="6269" y="2985"/>
                    <a:pt x="6292" y="3006"/>
                    <a:pt x="6302" y="3026"/>
                  </a:cubicBezTo>
                  <a:cubicBezTo>
                    <a:pt x="6312" y="3046"/>
                    <a:pt x="6318" y="3064"/>
                    <a:pt x="6319" y="3082"/>
                  </a:cubicBezTo>
                  <a:cubicBezTo>
                    <a:pt x="6321" y="3099"/>
                    <a:pt x="6321" y="3114"/>
                    <a:pt x="6322" y="3128"/>
                  </a:cubicBezTo>
                  <a:cubicBezTo>
                    <a:pt x="6322" y="3142"/>
                    <a:pt x="6331" y="3153"/>
                    <a:pt x="6347" y="3163"/>
                  </a:cubicBezTo>
                  <a:cubicBezTo>
                    <a:pt x="6369" y="3175"/>
                    <a:pt x="6398" y="3182"/>
                    <a:pt x="6431" y="3183"/>
                  </a:cubicBezTo>
                  <a:cubicBezTo>
                    <a:pt x="6436" y="3184"/>
                    <a:pt x="6441" y="3184"/>
                    <a:pt x="6446" y="3184"/>
                  </a:cubicBezTo>
                  <a:cubicBezTo>
                    <a:pt x="6473" y="3184"/>
                    <a:pt x="6495" y="3178"/>
                    <a:pt x="6512" y="3169"/>
                  </a:cubicBezTo>
                  <a:cubicBezTo>
                    <a:pt x="6528" y="3160"/>
                    <a:pt x="6538" y="3145"/>
                    <a:pt x="6544" y="3125"/>
                  </a:cubicBezTo>
                  <a:cubicBezTo>
                    <a:pt x="6550" y="3104"/>
                    <a:pt x="6547" y="3082"/>
                    <a:pt x="6537" y="3056"/>
                  </a:cubicBezTo>
                  <a:cubicBezTo>
                    <a:pt x="6528" y="3030"/>
                    <a:pt x="6509" y="3002"/>
                    <a:pt x="6482" y="2973"/>
                  </a:cubicBezTo>
                  <a:cubicBezTo>
                    <a:pt x="6455" y="2942"/>
                    <a:pt x="6416" y="2913"/>
                    <a:pt x="6364" y="2884"/>
                  </a:cubicBezTo>
                  <a:cubicBezTo>
                    <a:pt x="6316" y="2856"/>
                    <a:pt x="6266" y="2834"/>
                    <a:pt x="6211" y="2817"/>
                  </a:cubicBezTo>
                  <a:cubicBezTo>
                    <a:pt x="6157" y="2800"/>
                    <a:pt x="6101" y="2789"/>
                    <a:pt x="6046" y="2785"/>
                  </a:cubicBezTo>
                  <a:cubicBezTo>
                    <a:pt x="6030" y="2783"/>
                    <a:pt x="6013" y="2783"/>
                    <a:pt x="5997" y="278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1"/>
            <p:cNvSpPr/>
            <p:nvPr/>
          </p:nvSpPr>
          <p:spPr>
            <a:xfrm>
              <a:off x="1384684" y="3324378"/>
              <a:ext cx="99881" cy="39870"/>
            </a:xfrm>
            <a:custGeom>
              <a:avLst/>
              <a:gdLst/>
              <a:ahLst/>
              <a:cxnLst/>
              <a:rect l="l" t="t" r="r" b="b"/>
              <a:pathLst>
                <a:path w="2177" h="869" extrusionOk="0">
                  <a:moveTo>
                    <a:pt x="717" y="0"/>
                  </a:moveTo>
                  <a:lnTo>
                    <a:pt x="1" y="31"/>
                  </a:lnTo>
                  <a:lnTo>
                    <a:pt x="1460" y="869"/>
                  </a:lnTo>
                  <a:lnTo>
                    <a:pt x="2176" y="838"/>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1"/>
            <p:cNvSpPr/>
            <p:nvPr/>
          </p:nvSpPr>
          <p:spPr>
            <a:xfrm>
              <a:off x="1007178" y="3966936"/>
              <a:ext cx="93962" cy="64416"/>
            </a:xfrm>
            <a:custGeom>
              <a:avLst/>
              <a:gdLst/>
              <a:ahLst/>
              <a:cxnLst/>
              <a:rect l="l" t="t" r="r" b="b"/>
              <a:pathLst>
                <a:path w="2048" h="1404" extrusionOk="0">
                  <a:moveTo>
                    <a:pt x="0" y="0"/>
                  </a:moveTo>
                  <a:lnTo>
                    <a:pt x="588" y="565"/>
                  </a:lnTo>
                  <a:lnTo>
                    <a:pt x="2048" y="1403"/>
                  </a:lnTo>
                  <a:lnTo>
                    <a:pt x="1461" y="83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1"/>
            <p:cNvSpPr/>
            <p:nvPr/>
          </p:nvSpPr>
          <p:spPr>
            <a:xfrm>
              <a:off x="1237361" y="3553093"/>
              <a:ext cx="76023" cy="73775"/>
            </a:xfrm>
            <a:custGeom>
              <a:avLst/>
              <a:gdLst/>
              <a:ahLst/>
              <a:cxnLst/>
              <a:rect l="l" t="t" r="r" b="b"/>
              <a:pathLst>
                <a:path w="1657" h="1608" extrusionOk="0">
                  <a:moveTo>
                    <a:pt x="0" y="1"/>
                  </a:moveTo>
                  <a:lnTo>
                    <a:pt x="197" y="771"/>
                  </a:lnTo>
                  <a:lnTo>
                    <a:pt x="1656" y="1607"/>
                  </a:lnTo>
                  <a:lnTo>
                    <a:pt x="1459"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1"/>
            <p:cNvSpPr/>
            <p:nvPr/>
          </p:nvSpPr>
          <p:spPr>
            <a:xfrm>
              <a:off x="1244014" y="3355210"/>
              <a:ext cx="144522" cy="153147"/>
            </a:xfrm>
            <a:custGeom>
              <a:avLst/>
              <a:gdLst/>
              <a:ahLst/>
              <a:cxnLst/>
              <a:rect l="l" t="t" r="r" b="b"/>
              <a:pathLst>
                <a:path w="3150" h="3338" extrusionOk="0">
                  <a:moveTo>
                    <a:pt x="0" y="2435"/>
                  </a:moveTo>
                  <a:lnTo>
                    <a:pt x="0" y="2435"/>
                  </a:lnTo>
                  <a:cubicBezTo>
                    <a:pt x="0" y="2435"/>
                    <a:pt x="1" y="2435"/>
                    <a:pt x="1" y="2436"/>
                  </a:cubicBezTo>
                  <a:lnTo>
                    <a:pt x="1" y="2436"/>
                  </a:lnTo>
                  <a:lnTo>
                    <a:pt x="0" y="2435"/>
                  </a:lnTo>
                  <a:close/>
                  <a:moveTo>
                    <a:pt x="1397" y="1"/>
                  </a:moveTo>
                  <a:cubicBezTo>
                    <a:pt x="1586" y="110"/>
                    <a:pt x="1690" y="346"/>
                    <a:pt x="1690" y="650"/>
                  </a:cubicBezTo>
                  <a:cubicBezTo>
                    <a:pt x="1690" y="829"/>
                    <a:pt x="1654" y="1032"/>
                    <a:pt x="1578" y="1246"/>
                  </a:cubicBezTo>
                  <a:cubicBezTo>
                    <a:pt x="1327" y="1943"/>
                    <a:pt x="742" y="2500"/>
                    <a:pt x="260" y="2500"/>
                  </a:cubicBezTo>
                  <a:cubicBezTo>
                    <a:pt x="253" y="2500"/>
                    <a:pt x="246" y="2500"/>
                    <a:pt x="239" y="2499"/>
                  </a:cubicBezTo>
                  <a:cubicBezTo>
                    <a:pt x="149" y="2497"/>
                    <a:pt x="69" y="2475"/>
                    <a:pt x="1" y="2436"/>
                  </a:cubicBezTo>
                  <a:lnTo>
                    <a:pt x="1" y="2436"/>
                  </a:lnTo>
                  <a:lnTo>
                    <a:pt x="1461" y="3272"/>
                  </a:lnTo>
                  <a:cubicBezTo>
                    <a:pt x="1528" y="3311"/>
                    <a:pt x="1608" y="3334"/>
                    <a:pt x="1698" y="3337"/>
                  </a:cubicBezTo>
                  <a:cubicBezTo>
                    <a:pt x="1706" y="3337"/>
                    <a:pt x="1713" y="3338"/>
                    <a:pt x="1720" y="3338"/>
                  </a:cubicBezTo>
                  <a:cubicBezTo>
                    <a:pt x="2202" y="3338"/>
                    <a:pt x="2788" y="2781"/>
                    <a:pt x="3037" y="2084"/>
                  </a:cubicBezTo>
                  <a:cubicBezTo>
                    <a:pt x="3114" y="1870"/>
                    <a:pt x="3150" y="1667"/>
                    <a:pt x="3150" y="1487"/>
                  </a:cubicBezTo>
                  <a:cubicBezTo>
                    <a:pt x="3150" y="1183"/>
                    <a:pt x="3046" y="947"/>
                    <a:pt x="2857" y="838"/>
                  </a:cubicBezTo>
                  <a:lnTo>
                    <a:pt x="13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1"/>
            <p:cNvSpPr/>
            <p:nvPr/>
          </p:nvSpPr>
          <p:spPr>
            <a:xfrm>
              <a:off x="1117384" y="3635495"/>
              <a:ext cx="111718" cy="62213"/>
            </a:xfrm>
            <a:custGeom>
              <a:avLst/>
              <a:gdLst/>
              <a:ahLst/>
              <a:cxnLst/>
              <a:rect l="l" t="t" r="r" b="b"/>
              <a:pathLst>
                <a:path w="2435" h="1356" extrusionOk="0">
                  <a:moveTo>
                    <a:pt x="975" y="1"/>
                  </a:moveTo>
                  <a:lnTo>
                    <a:pt x="0" y="517"/>
                  </a:lnTo>
                  <a:lnTo>
                    <a:pt x="1460" y="1355"/>
                  </a:lnTo>
                  <a:lnTo>
                    <a:pt x="2435" y="838"/>
                  </a:lnTo>
                  <a:lnTo>
                    <a:pt x="9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1"/>
            <p:cNvSpPr/>
            <p:nvPr/>
          </p:nvSpPr>
          <p:spPr>
            <a:xfrm>
              <a:off x="1338849" y="3235874"/>
              <a:ext cx="100844" cy="72353"/>
            </a:xfrm>
            <a:custGeom>
              <a:avLst/>
              <a:gdLst/>
              <a:ahLst/>
              <a:cxnLst/>
              <a:rect l="l" t="t" r="r" b="b"/>
              <a:pathLst>
                <a:path w="2198" h="1577" extrusionOk="0">
                  <a:moveTo>
                    <a:pt x="737" y="1"/>
                  </a:moveTo>
                  <a:lnTo>
                    <a:pt x="1" y="740"/>
                  </a:lnTo>
                  <a:lnTo>
                    <a:pt x="1460" y="1577"/>
                  </a:lnTo>
                  <a:lnTo>
                    <a:pt x="2198" y="838"/>
                  </a:lnTo>
                  <a:lnTo>
                    <a:pt x="7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1"/>
            <p:cNvSpPr/>
            <p:nvPr/>
          </p:nvSpPr>
          <p:spPr>
            <a:xfrm>
              <a:off x="1157208" y="3568325"/>
              <a:ext cx="89237" cy="56432"/>
            </a:xfrm>
            <a:custGeom>
              <a:avLst/>
              <a:gdLst/>
              <a:ahLst/>
              <a:cxnLst/>
              <a:rect l="l" t="t" r="r" b="b"/>
              <a:pathLst>
                <a:path w="1945" h="1230" extrusionOk="0">
                  <a:moveTo>
                    <a:pt x="1" y="1"/>
                  </a:moveTo>
                  <a:lnTo>
                    <a:pt x="485" y="391"/>
                  </a:lnTo>
                  <a:lnTo>
                    <a:pt x="1944" y="1229"/>
                  </a:lnTo>
                  <a:lnTo>
                    <a:pt x="1461" y="838"/>
                  </a:lnTo>
                  <a:lnTo>
                    <a:pt x="1" y="1"/>
                  </a:ln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1"/>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rgbClr val="8787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1"/>
            <p:cNvSpPr/>
            <p:nvPr/>
          </p:nvSpPr>
          <p:spPr>
            <a:xfrm>
              <a:off x="1157208" y="3521802"/>
              <a:ext cx="85337" cy="85016"/>
            </a:xfrm>
            <a:custGeom>
              <a:avLst/>
              <a:gdLst/>
              <a:ahLst/>
              <a:cxnLst/>
              <a:rect l="l" t="t" r="r" b="b"/>
              <a:pathLst>
                <a:path w="1860" h="1853" extrusionOk="0">
                  <a:moveTo>
                    <a:pt x="400" y="0"/>
                  </a:moveTo>
                  <a:lnTo>
                    <a:pt x="1" y="1015"/>
                  </a:lnTo>
                  <a:lnTo>
                    <a:pt x="1461" y="1852"/>
                  </a:lnTo>
                  <a:lnTo>
                    <a:pt x="1860" y="838"/>
                  </a:lnTo>
                  <a:lnTo>
                    <a:pt x="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1"/>
            <p:cNvSpPr/>
            <p:nvPr/>
          </p:nvSpPr>
          <p:spPr>
            <a:xfrm>
              <a:off x="902800" y="3980655"/>
              <a:ext cx="73270" cy="93366"/>
            </a:xfrm>
            <a:custGeom>
              <a:avLst/>
              <a:gdLst/>
              <a:ahLst/>
              <a:cxnLst/>
              <a:rect l="l" t="t" r="r" b="b"/>
              <a:pathLst>
                <a:path w="1597" h="2035" extrusionOk="0">
                  <a:moveTo>
                    <a:pt x="136" y="1"/>
                  </a:moveTo>
                  <a:lnTo>
                    <a:pt x="1" y="1197"/>
                  </a:lnTo>
                  <a:lnTo>
                    <a:pt x="1461" y="2034"/>
                  </a:lnTo>
                  <a:lnTo>
                    <a:pt x="1596" y="839"/>
                  </a:lnTo>
                  <a:lnTo>
                    <a:pt x="1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1"/>
            <p:cNvSpPr/>
            <p:nvPr/>
          </p:nvSpPr>
          <p:spPr>
            <a:xfrm>
              <a:off x="1314716" y="3269046"/>
              <a:ext cx="91164" cy="39182"/>
            </a:xfrm>
            <a:custGeom>
              <a:avLst/>
              <a:gdLst/>
              <a:ahLst/>
              <a:cxnLst/>
              <a:rect l="l" t="t" r="r" b="b"/>
              <a:pathLst>
                <a:path w="1987" h="854" extrusionOk="0">
                  <a:moveTo>
                    <a:pt x="1" y="0"/>
                  </a:moveTo>
                  <a:lnTo>
                    <a:pt x="1461" y="837"/>
                  </a:lnTo>
                  <a:lnTo>
                    <a:pt x="1986" y="854"/>
                  </a:lnTo>
                  <a:lnTo>
                    <a:pt x="527" y="17"/>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1"/>
            <p:cNvSpPr/>
            <p:nvPr/>
          </p:nvSpPr>
          <p:spPr>
            <a:xfrm>
              <a:off x="958453" y="3734643"/>
              <a:ext cx="173335" cy="195586"/>
            </a:xfrm>
            <a:custGeom>
              <a:avLst/>
              <a:gdLst/>
              <a:ahLst/>
              <a:cxnLst/>
              <a:rect l="l" t="t" r="r" b="b"/>
              <a:pathLst>
                <a:path w="3778" h="4263" extrusionOk="0">
                  <a:moveTo>
                    <a:pt x="1915" y="0"/>
                  </a:moveTo>
                  <a:lnTo>
                    <a:pt x="1917" y="2"/>
                  </a:lnTo>
                  <a:lnTo>
                    <a:pt x="1917" y="2"/>
                  </a:lnTo>
                  <a:cubicBezTo>
                    <a:pt x="1916" y="1"/>
                    <a:pt x="1915" y="1"/>
                    <a:pt x="1915" y="0"/>
                  </a:cubicBezTo>
                  <a:close/>
                  <a:moveTo>
                    <a:pt x="1" y="3336"/>
                  </a:moveTo>
                  <a:cubicBezTo>
                    <a:pt x="3" y="3337"/>
                    <a:pt x="6" y="3339"/>
                    <a:pt x="8" y="3340"/>
                  </a:cubicBezTo>
                  <a:lnTo>
                    <a:pt x="8" y="3340"/>
                  </a:lnTo>
                  <a:lnTo>
                    <a:pt x="1" y="3336"/>
                  </a:lnTo>
                  <a:close/>
                  <a:moveTo>
                    <a:pt x="1917" y="2"/>
                  </a:moveTo>
                  <a:lnTo>
                    <a:pt x="1917" y="2"/>
                  </a:lnTo>
                  <a:cubicBezTo>
                    <a:pt x="2176" y="151"/>
                    <a:pt x="2318" y="474"/>
                    <a:pt x="2318" y="890"/>
                  </a:cubicBezTo>
                  <a:cubicBezTo>
                    <a:pt x="2318" y="1136"/>
                    <a:pt x="2268" y="1414"/>
                    <a:pt x="2164" y="1706"/>
                  </a:cubicBezTo>
                  <a:cubicBezTo>
                    <a:pt x="1820" y="2663"/>
                    <a:pt x="1015" y="3426"/>
                    <a:pt x="355" y="3426"/>
                  </a:cubicBezTo>
                  <a:cubicBezTo>
                    <a:pt x="347" y="3426"/>
                    <a:pt x="338" y="3426"/>
                    <a:pt x="329" y="3426"/>
                  </a:cubicBezTo>
                  <a:cubicBezTo>
                    <a:pt x="209" y="3422"/>
                    <a:pt x="101" y="3393"/>
                    <a:pt x="8" y="3340"/>
                  </a:cubicBezTo>
                  <a:lnTo>
                    <a:pt x="8" y="3340"/>
                  </a:lnTo>
                  <a:lnTo>
                    <a:pt x="1461" y="4174"/>
                  </a:lnTo>
                  <a:cubicBezTo>
                    <a:pt x="1556" y="4228"/>
                    <a:pt x="1665" y="4259"/>
                    <a:pt x="1789" y="4263"/>
                  </a:cubicBezTo>
                  <a:cubicBezTo>
                    <a:pt x="1797" y="4263"/>
                    <a:pt x="1806" y="4263"/>
                    <a:pt x="1815" y="4263"/>
                  </a:cubicBezTo>
                  <a:cubicBezTo>
                    <a:pt x="2475" y="4263"/>
                    <a:pt x="3280" y="3501"/>
                    <a:pt x="3623" y="2544"/>
                  </a:cubicBezTo>
                  <a:cubicBezTo>
                    <a:pt x="3728" y="2251"/>
                    <a:pt x="3777" y="1973"/>
                    <a:pt x="3777" y="1728"/>
                  </a:cubicBezTo>
                  <a:cubicBezTo>
                    <a:pt x="3777" y="1311"/>
                    <a:pt x="3634" y="987"/>
                    <a:pt x="3375" y="838"/>
                  </a:cubicBezTo>
                  <a:lnTo>
                    <a:pt x="1917" y="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1"/>
            <p:cNvSpPr/>
            <p:nvPr/>
          </p:nvSpPr>
          <p:spPr>
            <a:xfrm>
              <a:off x="1167393" y="3496384"/>
              <a:ext cx="75151" cy="63865"/>
            </a:xfrm>
            <a:custGeom>
              <a:avLst/>
              <a:gdLst/>
              <a:ahLst/>
              <a:cxnLst/>
              <a:rect l="l" t="t" r="r" b="b"/>
              <a:pathLst>
                <a:path w="1638" h="1392" extrusionOk="0">
                  <a:moveTo>
                    <a:pt x="0" y="0"/>
                  </a:moveTo>
                  <a:lnTo>
                    <a:pt x="178" y="554"/>
                  </a:lnTo>
                  <a:lnTo>
                    <a:pt x="1638" y="1392"/>
                  </a:lnTo>
                  <a:lnTo>
                    <a:pt x="1461" y="837"/>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1"/>
            <p:cNvSpPr/>
            <p:nvPr/>
          </p:nvSpPr>
          <p:spPr>
            <a:xfrm>
              <a:off x="887430" y="3963082"/>
              <a:ext cx="88640" cy="56065"/>
            </a:xfrm>
            <a:custGeom>
              <a:avLst/>
              <a:gdLst/>
              <a:ahLst/>
              <a:cxnLst/>
              <a:rect l="l" t="t" r="r" b="b"/>
              <a:pathLst>
                <a:path w="1932" h="1222" extrusionOk="0">
                  <a:moveTo>
                    <a:pt x="0" y="1"/>
                  </a:moveTo>
                  <a:lnTo>
                    <a:pt x="471" y="384"/>
                  </a:lnTo>
                  <a:lnTo>
                    <a:pt x="1931" y="1222"/>
                  </a:lnTo>
                  <a:lnTo>
                    <a:pt x="1931" y="1222"/>
                  </a:lnTo>
                  <a:lnTo>
                    <a:pt x="1460" y="839"/>
                  </a:lnTo>
                  <a:lnTo>
                    <a:pt x="0" y="1"/>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1"/>
            <p:cNvSpPr/>
            <p:nvPr/>
          </p:nvSpPr>
          <p:spPr>
            <a:xfrm>
              <a:off x="1256218" y="3249959"/>
              <a:ext cx="82079" cy="85107"/>
            </a:xfrm>
            <a:custGeom>
              <a:avLst/>
              <a:gdLst/>
              <a:ahLst/>
              <a:cxnLst/>
              <a:rect l="l" t="t" r="r" b="b"/>
              <a:pathLst>
                <a:path w="1789" h="1855" extrusionOk="0">
                  <a:moveTo>
                    <a:pt x="329" y="1"/>
                  </a:moveTo>
                  <a:lnTo>
                    <a:pt x="0" y="1017"/>
                  </a:lnTo>
                  <a:lnTo>
                    <a:pt x="1461" y="1854"/>
                  </a:lnTo>
                  <a:lnTo>
                    <a:pt x="1788" y="838"/>
                  </a:lnTo>
                  <a:lnTo>
                    <a:pt x="32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1"/>
            <p:cNvSpPr/>
            <p:nvPr/>
          </p:nvSpPr>
          <p:spPr>
            <a:xfrm>
              <a:off x="1271267" y="3233718"/>
              <a:ext cx="101487" cy="54689"/>
            </a:xfrm>
            <a:custGeom>
              <a:avLst/>
              <a:gdLst/>
              <a:ahLst/>
              <a:cxnLst/>
              <a:rect l="l" t="t" r="r" b="b"/>
              <a:pathLst>
                <a:path w="2212" h="1192" extrusionOk="0">
                  <a:moveTo>
                    <a:pt x="751" y="0"/>
                  </a:moveTo>
                  <a:lnTo>
                    <a:pt x="1" y="355"/>
                  </a:lnTo>
                  <a:lnTo>
                    <a:pt x="1460" y="1192"/>
                  </a:lnTo>
                  <a:lnTo>
                    <a:pt x="2211" y="838"/>
                  </a:lnTo>
                  <a:lnTo>
                    <a:pt x="75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1"/>
            <p:cNvSpPr/>
            <p:nvPr/>
          </p:nvSpPr>
          <p:spPr>
            <a:xfrm>
              <a:off x="1230204" y="3296574"/>
              <a:ext cx="93045" cy="62810"/>
            </a:xfrm>
            <a:custGeom>
              <a:avLst/>
              <a:gdLst/>
              <a:ahLst/>
              <a:cxnLst/>
              <a:rect l="l" t="t" r="r" b="b"/>
              <a:pathLst>
                <a:path w="2028" h="1369" extrusionOk="0">
                  <a:moveTo>
                    <a:pt x="567" y="1"/>
                  </a:moveTo>
                  <a:lnTo>
                    <a:pt x="1" y="531"/>
                  </a:lnTo>
                  <a:lnTo>
                    <a:pt x="1461" y="1369"/>
                  </a:lnTo>
                  <a:lnTo>
                    <a:pt x="2028" y="838"/>
                  </a:lnTo>
                  <a:lnTo>
                    <a:pt x="5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1"/>
            <p:cNvSpPr/>
            <p:nvPr/>
          </p:nvSpPr>
          <p:spPr>
            <a:xfrm>
              <a:off x="1172624" y="3390400"/>
              <a:ext cx="79602" cy="73729"/>
            </a:xfrm>
            <a:custGeom>
              <a:avLst/>
              <a:gdLst/>
              <a:ahLst/>
              <a:cxnLst/>
              <a:rect l="l" t="t" r="r" b="b"/>
              <a:pathLst>
                <a:path w="1735" h="1607" extrusionOk="0">
                  <a:moveTo>
                    <a:pt x="275" y="1"/>
                  </a:moveTo>
                  <a:lnTo>
                    <a:pt x="0" y="769"/>
                  </a:lnTo>
                  <a:lnTo>
                    <a:pt x="1459" y="1606"/>
                  </a:lnTo>
                  <a:lnTo>
                    <a:pt x="1734" y="838"/>
                  </a:lnTo>
                  <a:lnTo>
                    <a:pt x="27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1"/>
            <p:cNvSpPr/>
            <p:nvPr/>
          </p:nvSpPr>
          <p:spPr>
            <a:xfrm>
              <a:off x="1064024" y="3585531"/>
              <a:ext cx="105019" cy="39686"/>
            </a:xfrm>
            <a:custGeom>
              <a:avLst/>
              <a:gdLst/>
              <a:ahLst/>
              <a:cxnLst/>
              <a:rect l="l" t="t" r="r" b="b"/>
              <a:pathLst>
                <a:path w="2289" h="865" extrusionOk="0">
                  <a:moveTo>
                    <a:pt x="0" y="1"/>
                  </a:moveTo>
                  <a:lnTo>
                    <a:pt x="1461" y="838"/>
                  </a:lnTo>
                  <a:lnTo>
                    <a:pt x="2288" y="864"/>
                  </a:lnTo>
                  <a:lnTo>
                    <a:pt x="2288" y="864"/>
                  </a:lnTo>
                  <a:lnTo>
                    <a:pt x="828" y="27"/>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1"/>
            <p:cNvSpPr/>
            <p:nvPr/>
          </p:nvSpPr>
          <p:spPr>
            <a:xfrm>
              <a:off x="1134635" y="3456101"/>
              <a:ext cx="70059" cy="80106"/>
            </a:xfrm>
            <a:custGeom>
              <a:avLst/>
              <a:gdLst/>
              <a:ahLst/>
              <a:cxnLst/>
              <a:rect l="l" t="t" r="r" b="b"/>
              <a:pathLst>
                <a:path w="1527" h="1746" extrusionOk="0">
                  <a:moveTo>
                    <a:pt x="66" y="1"/>
                  </a:moveTo>
                  <a:lnTo>
                    <a:pt x="0" y="907"/>
                  </a:lnTo>
                  <a:lnTo>
                    <a:pt x="1460" y="1745"/>
                  </a:lnTo>
                  <a:lnTo>
                    <a:pt x="1526" y="838"/>
                  </a:lnTo>
                  <a:lnTo>
                    <a:pt x="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1"/>
            <p:cNvSpPr/>
            <p:nvPr/>
          </p:nvSpPr>
          <p:spPr>
            <a:xfrm>
              <a:off x="1137617" y="3425636"/>
              <a:ext cx="101991" cy="68912"/>
            </a:xfrm>
            <a:custGeom>
              <a:avLst/>
              <a:gdLst/>
              <a:ahLst/>
              <a:cxnLst/>
              <a:rect l="l" t="t" r="r" b="b"/>
              <a:pathLst>
                <a:path w="2223" h="1502" extrusionOk="0">
                  <a:moveTo>
                    <a:pt x="763" y="1"/>
                  </a:moveTo>
                  <a:lnTo>
                    <a:pt x="1" y="665"/>
                  </a:lnTo>
                  <a:lnTo>
                    <a:pt x="1461" y="1502"/>
                  </a:lnTo>
                  <a:lnTo>
                    <a:pt x="2222" y="838"/>
                  </a:lnTo>
                  <a:lnTo>
                    <a:pt x="76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1"/>
            <p:cNvSpPr/>
            <p:nvPr/>
          </p:nvSpPr>
          <p:spPr>
            <a:xfrm>
              <a:off x="1031266" y="3585531"/>
              <a:ext cx="99789" cy="92540"/>
            </a:xfrm>
            <a:custGeom>
              <a:avLst/>
              <a:gdLst/>
              <a:ahLst/>
              <a:cxnLst/>
              <a:rect l="l" t="t" r="r" b="b"/>
              <a:pathLst>
                <a:path w="2175" h="2017" extrusionOk="0">
                  <a:moveTo>
                    <a:pt x="714" y="1"/>
                  </a:moveTo>
                  <a:lnTo>
                    <a:pt x="0" y="1180"/>
                  </a:lnTo>
                  <a:lnTo>
                    <a:pt x="1460" y="2016"/>
                  </a:lnTo>
                  <a:lnTo>
                    <a:pt x="2175" y="838"/>
                  </a:lnTo>
                  <a:lnTo>
                    <a:pt x="71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1"/>
            <p:cNvSpPr/>
            <p:nvPr/>
          </p:nvSpPr>
          <p:spPr>
            <a:xfrm>
              <a:off x="1199097" y="3317542"/>
              <a:ext cx="98183" cy="41843"/>
            </a:xfrm>
            <a:custGeom>
              <a:avLst/>
              <a:gdLst/>
              <a:ahLst/>
              <a:cxnLst/>
              <a:rect l="l" t="t" r="r" b="b"/>
              <a:pathLst>
                <a:path w="2140" h="912" extrusionOk="0">
                  <a:moveTo>
                    <a:pt x="1" y="1"/>
                  </a:moveTo>
                  <a:lnTo>
                    <a:pt x="1461" y="837"/>
                  </a:lnTo>
                  <a:lnTo>
                    <a:pt x="2139" y="912"/>
                  </a:lnTo>
                  <a:lnTo>
                    <a:pt x="679" y="74"/>
                  </a:lnTo>
                  <a:lnTo>
                    <a:pt x="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1"/>
            <p:cNvSpPr/>
            <p:nvPr/>
          </p:nvSpPr>
          <p:spPr>
            <a:xfrm>
              <a:off x="1172670" y="3358421"/>
              <a:ext cx="79556" cy="70472"/>
            </a:xfrm>
            <a:custGeom>
              <a:avLst/>
              <a:gdLst/>
              <a:ahLst/>
              <a:cxnLst/>
              <a:rect l="l" t="t" r="r" b="b"/>
              <a:pathLst>
                <a:path w="1734" h="1536" extrusionOk="0">
                  <a:moveTo>
                    <a:pt x="0" y="1"/>
                  </a:moveTo>
                  <a:lnTo>
                    <a:pt x="274" y="698"/>
                  </a:lnTo>
                  <a:lnTo>
                    <a:pt x="1733" y="1535"/>
                  </a:lnTo>
                  <a:lnTo>
                    <a:pt x="1460" y="838"/>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1"/>
            <p:cNvSpPr/>
            <p:nvPr/>
          </p:nvSpPr>
          <p:spPr>
            <a:xfrm>
              <a:off x="1201575" y="3272166"/>
              <a:ext cx="282988" cy="354698"/>
            </a:xfrm>
            <a:custGeom>
              <a:avLst/>
              <a:gdLst/>
              <a:ahLst/>
              <a:cxnLst/>
              <a:rect l="l" t="t" r="r" b="b"/>
              <a:pathLst>
                <a:path w="6168" h="7731" extrusionOk="0">
                  <a:moveTo>
                    <a:pt x="3525" y="2583"/>
                  </a:moveTo>
                  <a:cubicBezTo>
                    <a:pt x="3531" y="2583"/>
                    <a:pt x="3537" y="2583"/>
                    <a:pt x="3543" y="2583"/>
                  </a:cubicBezTo>
                  <a:cubicBezTo>
                    <a:pt x="3881" y="2594"/>
                    <a:pt x="4075" y="2883"/>
                    <a:pt x="4075" y="3297"/>
                  </a:cubicBezTo>
                  <a:cubicBezTo>
                    <a:pt x="4075" y="3477"/>
                    <a:pt x="4039" y="3680"/>
                    <a:pt x="3962" y="3894"/>
                  </a:cubicBezTo>
                  <a:cubicBezTo>
                    <a:pt x="3713" y="4591"/>
                    <a:pt x="3127" y="5148"/>
                    <a:pt x="2645" y="5148"/>
                  </a:cubicBezTo>
                  <a:cubicBezTo>
                    <a:pt x="2638" y="5148"/>
                    <a:pt x="2631" y="5147"/>
                    <a:pt x="2623" y="5147"/>
                  </a:cubicBezTo>
                  <a:cubicBezTo>
                    <a:pt x="2286" y="5136"/>
                    <a:pt x="2092" y="4848"/>
                    <a:pt x="2092" y="4433"/>
                  </a:cubicBezTo>
                  <a:cubicBezTo>
                    <a:pt x="2092" y="4254"/>
                    <a:pt x="2128" y="4052"/>
                    <a:pt x="2204" y="3839"/>
                  </a:cubicBezTo>
                  <a:cubicBezTo>
                    <a:pt x="2455" y="3138"/>
                    <a:pt x="3042" y="2583"/>
                    <a:pt x="3525" y="2583"/>
                  </a:cubicBezTo>
                  <a:close/>
                  <a:moveTo>
                    <a:pt x="3730" y="0"/>
                  </a:moveTo>
                  <a:lnTo>
                    <a:pt x="2979" y="354"/>
                  </a:lnTo>
                  <a:lnTo>
                    <a:pt x="2652" y="1370"/>
                  </a:lnTo>
                  <a:lnTo>
                    <a:pt x="2085" y="1901"/>
                  </a:lnTo>
                  <a:lnTo>
                    <a:pt x="1407" y="1826"/>
                  </a:lnTo>
                  <a:lnTo>
                    <a:pt x="830" y="2718"/>
                  </a:lnTo>
                  <a:lnTo>
                    <a:pt x="1103" y="3415"/>
                  </a:lnTo>
                  <a:lnTo>
                    <a:pt x="828" y="4183"/>
                  </a:lnTo>
                  <a:lnTo>
                    <a:pt x="66" y="4847"/>
                  </a:lnTo>
                  <a:lnTo>
                    <a:pt x="1" y="5753"/>
                  </a:lnTo>
                  <a:lnTo>
                    <a:pt x="716" y="5724"/>
                  </a:lnTo>
                  <a:lnTo>
                    <a:pt x="893" y="6279"/>
                  </a:lnTo>
                  <a:lnTo>
                    <a:pt x="494" y="7292"/>
                  </a:lnTo>
                  <a:lnTo>
                    <a:pt x="977" y="7684"/>
                  </a:lnTo>
                  <a:lnTo>
                    <a:pt x="1715" y="6944"/>
                  </a:lnTo>
                  <a:lnTo>
                    <a:pt x="2239" y="6961"/>
                  </a:lnTo>
                  <a:lnTo>
                    <a:pt x="2436" y="7730"/>
                  </a:lnTo>
                  <a:lnTo>
                    <a:pt x="3188" y="7378"/>
                  </a:lnTo>
                  <a:lnTo>
                    <a:pt x="3515" y="6360"/>
                  </a:lnTo>
                  <a:lnTo>
                    <a:pt x="4082" y="5830"/>
                  </a:lnTo>
                  <a:lnTo>
                    <a:pt x="4760" y="5904"/>
                  </a:lnTo>
                  <a:lnTo>
                    <a:pt x="5337" y="5014"/>
                  </a:lnTo>
                  <a:lnTo>
                    <a:pt x="5064" y="4316"/>
                  </a:lnTo>
                  <a:lnTo>
                    <a:pt x="5338" y="3549"/>
                  </a:lnTo>
                  <a:lnTo>
                    <a:pt x="6100" y="2884"/>
                  </a:lnTo>
                  <a:lnTo>
                    <a:pt x="6167" y="1976"/>
                  </a:lnTo>
                  <a:lnTo>
                    <a:pt x="5451" y="2007"/>
                  </a:lnTo>
                  <a:lnTo>
                    <a:pt x="5274" y="1454"/>
                  </a:lnTo>
                  <a:lnTo>
                    <a:pt x="5673" y="438"/>
                  </a:lnTo>
                  <a:lnTo>
                    <a:pt x="5190" y="47"/>
                  </a:lnTo>
                  <a:lnTo>
                    <a:pt x="4452" y="786"/>
                  </a:lnTo>
                  <a:lnTo>
                    <a:pt x="3927" y="770"/>
                  </a:lnTo>
                  <a:lnTo>
                    <a:pt x="373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1"/>
            <p:cNvSpPr/>
            <p:nvPr/>
          </p:nvSpPr>
          <p:spPr>
            <a:xfrm>
              <a:off x="1172670" y="3317542"/>
              <a:ext cx="93503" cy="79372"/>
            </a:xfrm>
            <a:custGeom>
              <a:avLst/>
              <a:gdLst/>
              <a:ahLst/>
              <a:cxnLst/>
              <a:rect l="l" t="t" r="r" b="b"/>
              <a:pathLst>
                <a:path w="2038" h="1730" extrusionOk="0">
                  <a:moveTo>
                    <a:pt x="577" y="1"/>
                  </a:moveTo>
                  <a:lnTo>
                    <a:pt x="0" y="892"/>
                  </a:lnTo>
                  <a:lnTo>
                    <a:pt x="1460" y="1729"/>
                  </a:lnTo>
                  <a:lnTo>
                    <a:pt x="2037" y="837"/>
                  </a:lnTo>
                  <a:lnTo>
                    <a:pt x="57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1"/>
            <p:cNvSpPr/>
            <p:nvPr/>
          </p:nvSpPr>
          <p:spPr>
            <a:xfrm>
              <a:off x="997635" y="3639624"/>
              <a:ext cx="100615" cy="54368"/>
            </a:xfrm>
            <a:custGeom>
              <a:avLst/>
              <a:gdLst/>
              <a:ahLst/>
              <a:cxnLst/>
              <a:rect l="l" t="t" r="r" b="b"/>
              <a:pathLst>
                <a:path w="2193" h="1185" extrusionOk="0">
                  <a:moveTo>
                    <a:pt x="733" y="1"/>
                  </a:moveTo>
                  <a:lnTo>
                    <a:pt x="0" y="346"/>
                  </a:lnTo>
                  <a:lnTo>
                    <a:pt x="1460" y="1184"/>
                  </a:lnTo>
                  <a:lnTo>
                    <a:pt x="2193" y="837"/>
                  </a:lnTo>
                  <a:lnTo>
                    <a:pt x="73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1"/>
            <p:cNvSpPr/>
            <p:nvPr/>
          </p:nvSpPr>
          <p:spPr>
            <a:xfrm>
              <a:off x="829849" y="3895179"/>
              <a:ext cx="102817" cy="90200"/>
            </a:xfrm>
            <a:custGeom>
              <a:avLst/>
              <a:gdLst/>
              <a:ahLst/>
              <a:cxnLst/>
              <a:rect l="l" t="t" r="r" b="b"/>
              <a:pathLst>
                <a:path w="2241" h="1966" extrusionOk="0">
                  <a:moveTo>
                    <a:pt x="780" y="0"/>
                  </a:moveTo>
                  <a:lnTo>
                    <a:pt x="1" y="1127"/>
                  </a:lnTo>
                  <a:lnTo>
                    <a:pt x="1461" y="1965"/>
                  </a:lnTo>
                  <a:lnTo>
                    <a:pt x="2241" y="837"/>
                  </a:lnTo>
                  <a:lnTo>
                    <a:pt x="78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1"/>
            <p:cNvSpPr/>
            <p:nvPr/>
          </p:nvSpPr>
          <p:spPr>
            <a:xfrm>
              <a:off x="829849" y="3946887"/>
              <a:ext cx="79831" cy="78409"/>
            </a:xfrm>
            <a:custGeom>
              <a:avLst/>
              <a:gdLst/>
              <a:ahLst/>
              <a:cxnLst/>
              <a:rect l="l" t="t" r="r" b="b"/>
              <a:pathLst>
                <a:path w="1740" h="1709" extrusionOk="0">
                  <a:moveTo>
                    <a:pt x="1" y="0"/>
                  </a:moveTo>
                  <a:lnTo>
                    <a:pt x="280" y="871"/>
                  </a:lnTo>
                  <a:lnTo>
                    <a:pt x="1739" y="1709"/>
                  </a:lnTo>
                  <a:lnTo>
                    <a:pt x="1461" y="838"/>
                  </a:lnTo>
                  <a:lnTo>
                    <a:pt x="1" y="0"/>
                  </a:lnTo>
                  <a:close/>
                </a:path>
              </a:pathLst>
            </a:custGeom>
            <a:solidFill>
              <a:srgbClr val="851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1"/>
            <p:cNvSpPr/>
            <p:nvPr/>
          </p:nvSpPr>
          <p:spPr>
            <a:xfrm>
              <a:off x="865636" y="3854575"/>
              <a:ext cx="69967" cy="79005"/>
            </a:xfrm>
            <a:custGeom>
              <a:avLst/>
              <a:gdLst/>
              <a:ahLst/>
              <a:cxnLst/>
              <a:rect l="l" t="t" r="r" b="b"/>
              <a:pathLst>
                <a:path w="1525" h="1722" extrusionOk="0">
                  <a:moveTo>
                    <a:pt x="64" y="0"/>
                  </a:moveTo>
                  <a:lnTo>
                    <a:pt x="0" y="885"/>
                  </a:lnTo>
                  <a:lnTo>
                    <a:pt x="1461" y="1722"/>
                  </a:lnTo>
                  <a:lnTo>
                    <a:pt x="1525" y="838"/>
                  </a:lnTo>
                  <a:lnTo>
                    <a:pt x="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1"/>
            <p:cNvSpPr/>
            <p:nvPr/>
          </p:nvSpPr>
          <p:spPr>
            <a:xfrm>
              <a:off x="1129404" y="3386454"/>
              <a:ext cx="97036" cy="39732"/>
            </a:xfrm>
            <a:custGeom>
              <a:avLst/>
              <a:gdLst/>
              <a:ahLst/>
              <a:cxnLst/>
              <a:rect l="l" t="t" r="r" b="b"/>
              <a:pathLst>
                <a:path w="2115" h="866" extrusionOk="0">
                  <a:moveTo>
                    <a:pt x="654" y="1"/>
                  </a:moveTo>
                  <a:lnTo>
                    <a:pt x="1" y="29"/>
                  </a:lnTo>
                  <a:lnTo>
                    <a:pt x="1461" y="866"/>
                  </a:lnTo>
                  <a:lnTo>
                    <a:pt x="2114" y="839"/>
                  </a:lnTo>
                  <a:lnTo>
                    <a:pt x="65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1"/>
            <p:cNvSpPr/>
            <p:nvPr/>
          </p:nvSpPr>
          <p:spPr>
            <a:xfrm>
              <a:off x="902295" y="3720557"/>
              <a:ext cx="92907" cy="78363"/>
            </a:xfrm>
            <a:custGeom>
              <a:avLst/>
              <a:gdLst/>
              <a:ahLst/>
              <a:cxnLst/>
              <a:rect l="l" t="t" r="r" b="b"/>
              <a:pathLst>
                <a:path w="2025" h="1708" extrusionOk="0">
                  <a:moveTo>
                    <a:pt x="564" y="0"/>
                  </a:moveTo>
                  <a:lnTo>
                    <a:pt x="1" y="869"/>
                  </a:lnTo>
                  <a:lnTo>
                    <a:pt x="1460" y="1707"/>
                  </a:lnTo>
                  <a:lnTo>
                    <a:pt x="2024" y="838"/>
                  </a:lnTo>
                  <a:lnTo>
                    <a:pt x="56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1"/>
            <p:cNvSpPr/>
            <p:nvPr/>
          </p:nvSpPr>
          <p:spPr>
            <a:xfrm>
              <a:off x="994928" y="3595211"/>
              <a:ext cx="75289" cy="70655"/>
            </a:xfrm>
            <a:custGeom>
              <a:avLst/>
              <a:gdLst/>
              <a:ahLst/>
              <a:cxnLst/>
              <a:rect l="l" t="t" r="r" b="b"/>
              <a:pathLst>
                <a:path w="1641" h="1540" extrusionOk="0">
                  <a:moveTo>
                    <a:pt x="1" y="0"/>
                  </a:moveTo>
                  <a:lnTo>
                    <a:pt x="181" y="703"/>
                  </a:lnTo>
                  <a:lnTo>
                    <a:pt x="1640" y="1540"/>
                  </a:lnTo>
                  <a:lnTo>
                    <a:pt x="1461" y="83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1"/>
            <p:cNvSpPr/>
            <p:nvPr/>
          </p:nvSpPr>
          <p:spPr>
            <a:xfrm>
              <a:off x="838154" y="3833928"/>
              <a:ext cx="97449" cy="59093"/>
            </a:xfrm>
            <a:custGeom>
              <a:avLst/>
              <a:gdLst/>
              <a:ahLst/>
              <a:cxnLst/>
              <a:rect l="l" t="t" r="r" b="b"/>
              <a:pathLst>
                <a:path w="2124" h="1288" extrusionOk="0">
                  <a:moveTo>
                    <a:pt x="0" y="1"/>
                  </a:moveTo>
                  <a:lnTo>
                    <a:pt x="663" y="450"/>
                  </a:lnTo>
                  <a:lnTo>
                    <a:pt x="2124" y="1288"/>
                  </a:lnTo>
                  <a:lnTo>
                    <a:pt x="1460" y="839"/>
                  </a:lnTo>
                  <a:lnTo>
                    <a:pt x="0" y="1"/>
                  </a:lnTo>
                  <a:close/>
                </a:path>
              </a:pathLst>
            </a:custGeom>
            <a:solidFill>
              <a:srgbClr val="BA29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1"/>
            <p:cNvSpPr/>
            <p:nvPr/>
          </p:nvSpPr>
          <p:spPr>
            <a:xfrm>
              <a:off x="929823" y="3629484"/>
              <a:ext cx="107910" cy="76711"/>
            </a:xfrm>
            <a:custGeom>
              <a:avLst/>
              <a:gdLst/>
              <a:ahLst/>
              <a:cxnLst/>
              <a:rect l="l" t="t" r="r" b="b"/>
              <a:pathLst>
                <a:path w="2352" h="1672" extrusionOk="0">
                  <a:moveTo>
                    <a:pt x="891" y="1"/>
                  </a:moveTo>
                  <a:lnTo>
                    <a:pt x="1" y="834"/>
                  </a:lnTo>
                  <a:lnTo>
                    <a:pt x="1460" y="1672"/>
                  </a:lnTo>
                  <a:lnTo>
                    <a:pt x="2352" y="839"/>
                  </a:lnTo>
                  <a:lnTo>
                    <a:pt x="8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1"/>
            <p:cNvSpPr/>
            <p:nvPr/>
          </p:nvSpPr>
          <p:spPr>
            <a:xfrm>
              <a:off x="928126" y="3667749"/>
              <a:ext cx="68728" cy="91255"/>
            </a:xfrm>
            <a:custGeom>
              <a:avLst/>
              <a:gdLst/>
              <a:ahLst/>
              <a:cxnLst/>
              <a:rect l="l" t="t" r="r" b="b"/>
              <a:pathLst>
                <a:path w="1498" h="1989" extrusionOk="0">
                  <a:moveTo>
                    <a:pt x="38" y="0"/>
                  </a:moveTo>
                  <a:lnTo>
                    <a:pt x="1" y="1151"/>
                  </a:lnTo>
                  <a:lnTo>
                    <a:pt x="1461" y="1989"/>
                  </a:lnTo>
                  <a:lnTo>
                    <a:pt x="1497" y="838"/>
                  </a:lnTo>
                  <a:lnTo>
                    <a:pt x="3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1"/>
            <p:cNvSpPr/>
            <p:nvPr/>
          </p:nvSpPr>
          <p:spPr>
            <a:xfrm>
              <a:off x="838154" y="3778642"/>
              <a:ext cx="86851" cy="93779"/>
            </a:xfrm>
            <a:custGeom>
              <a:avLst/>
              <a:gdLst/>
              <a:ahLst/>
              <a:cxnLst/>
              <a:rect l="l" t="t" r="r" b="b"/>
              <a:pathLst>
                <a:path w="1893" h="2044" extrusionOk="0">
                  <a:moveTo>
                    <a:pt x="432" y="1"/>
                  </a:moveTo>
                  <a:lnTo>
                    <a:pt x="0" y="1206"/>
                  </a:lnTo>
                  <a:lnTo>
                    <a:pt x="1460" y="2044"/>
                  </a:lnTo>
                  <a:lnTo>
                    <a:pt x="1893" y="839"/>
                  </a:lnTo>
                  <a:lnTo>
                    <a:pt x="43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1"/>
            <p:cNvSpPr/>
            <p:nvPr/>
          </p:nvSpPr>
          <p:spPr>
            <a:xfrm>
              <a:off x="896881" y="3623979"/>
              <a:ext cx="345109" cy="451276"/>
            </a:xfrm>
            <a:custGeom>
              <a:avLst/>
              <a:gdLst/>
              <a:ahLst/>
              <a:cxnLst/>
              <a:rect l="l" t="t" r="r" b="b"/>
              <a:pathLst>
                <a:path w="7522" h="9836" extrusionOk="0">
                  <a:moveTo>
                    <a:pt x="4362" y="3161"/>
                  </a:moveTo>
                  <a:cubicBezTo>
                    <a:pt x="4372" y="3161"/>
                    <a:pt x="4381" y="3161"/>
                    <a:pt x="4390" y="3161"/>
                  </a:cubicBezTo>
                  <a:cubicBezTo>
                    <a:pt x="4854" y="3176"/>
                    <a:pt x="5119" y="3571"/>
                    <a:pt x="5119" y="4140"/>
                  </a:cubicBezTo>
                  <a:cubicBezTo>
                    <a:pt x="5119" y="4385"/>
                    <a:pt x="5070" y="4663"/>
                    <a:pt x="4965" y="4956"/>
                  </a:cubicBezTo>
                  <a:cubicBezTo>
                    <a:pt x="4622" y="5913"/>
                    <a:pt x="3817" y="6675"/>
                    <a:pt x="3157" y="6675"/>
                  </a:cubicBezTo>
                  <a:cubicBezTo>
                    <a:pt x="3148" y="6675"/>
                    <a:pt x="3139" y="6675"/>
                    <a:pt x="3131" y="6675"/>
                  </a:cubicBezTo>
                  <a:cubicBezTo>
                    <a:pt x="2667" y="6660"/>
                    <a:pt x="2400" y="6265"/>
                    <a:pt x="2400" y="5697"/>
                  </a:cubicBezTo>
                  <a:cubicBezTo>
                    <a:pt x="2400" y="5452"/>
                    <a:pt x="2451" y="5174"/>
                    <a:pt x="2555" y="4880"/>
                  </a:cubicBezTo>
                  <a:cubicBezTo>
                    <a:pt x="2897" y="3922"/>
                    <a:pt x="3702" y="3161"/>
                    <a:pt x="4362" y="3161"/>
                  </a:cubicBezTo>
                  <a:close/>
                  <a:moveTo>
                    <a:pt x="5104" y="0"/>
                  </a:moveTo>
                  <a:lnTo>
                    <a:pt x="4389" y="1178"/>
                  </a:lnTo>
                  <a:lnTo>
                    <a:pt x="3656" y="1525"/>
                  </a:lnTo>
                  <a:lnTo>
                    <a:pt x="3070" y="959"/>
                  </a:lnTo>
                  <a:lnTo>
                    <a:pt x="2178" y="1792"/>
                  </a:lnTo>
                  <a:lnTo>
                    <a:pt x="2142" y="2943"/>
                  </a:lnTo>
                  <a:lnTo>
                    <a:pt x="1578" y="3812"/>
                  </a:lnTo>
                  <a:lnTo>
                    <a:pt x="613" y="4210"/>
                  </a:lnTo>
                  <a:lnTo>
                    <a:pt x="180" y="5415"/>
                  </a:lnTo>
                  <a:lnTo>
                    <a:pt x="844" y="5864"/>
                  </a:lnTo>
                  <a:lnTo>
                    <a:pt x="780" y="6749"/>
                  </a:lnTo>
                  <a:lnTo>
                    <a:pt x="0" y="7876"/>
                  </a:lnTo>
                  <a:lnTo>
                    <a:pt x="278" y="8747"/>
                  </a:lnTo>
                  <a:lnTo>
                    <a:pt x="1254" y="8230"/>
                  </a:lnTo>
                  <a:lnTo>
                    <a:pt x="1725" y="8613"/>
                  </a:lnTo>
                  <a:lnTo>
                    <a:pt x="1590" y="9808"/>
                  </a:lnTo>
                  <a:lnTo>
                    <a:pt x="2417" y="9835"/>
                  </a:lnTo>
                  <a:lnTo>
                    <a:pt x="3133" y="8656"/>
                  </a:lnTo>
                  <a:lnTo>
                    <a:pt x="3864" y="8312"/>
                  </a:lnTo>
                  <a:lnTo>
                    <a:pt x="4452" y="8878"/>
                  </a:lnTo>
                  <a:lnTo>
                    <a:pt x="5341" y="8044"/>
                  </a:lnTo>
                  <a:lnTo>
                    <a:pt x="5378" y="6893"/>
                  </a:lnTo>
                  <a:lnTo>
                    <a:pt x="5941" y="6024"/>
                  </a:lnTo>
                  <a:lnTo>
                    <a:pt x="6908" y="5627"/>
                  </a:lnTo>
                  <a:lnTo>
                    <a:pt x="7340" y="4421"/>
                  </a:lnTo>
                  <a:lnTo>
                    <a:pt x="6676" y="3973"/>
                  </a:lnTo>
                  <a:lnTo>
                    <a:pt x="6742" y="3088"/>
                  </a:lnTo>
                  <a:lnTo>
                    <a:pt x="7521" y="1961"/>
                  </a:lnTo>
                  <a:lnTo>
                    <a:pt x="7241" y="1089"/>
                  </a:lnTo>
                  <a:lnTo>
                    <a:pt x="6266" y="1606"/>
                  </a:lnTo>
                  <a:lnTo>
                    <a:pt x="5795" y="1223"/>
                  </a:lnTo>
                  <a:lnTo>
                    <a:pt x="5931" y="26"/>
                  </a:lnTo>
                  <a:lnTo>
                    <a:pt x="5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1"/>
            <p:cNvSpPr/>
            <p:nvPr/>
          </p:nvSpPr>
          <p:spPr>
            <a:xfrm>
              <a:off x="857974" y="3760428"/>
              <a:ext cx="111305" cy="56708"/>
            </a:xfrm>
            <a:custGeom>
              <a:avLst/>
              <a:gdLst/>
              <a:ahLst/>
              <a:cxnLst/>
              <a:rect l="l" t="t" r="r" b="b"/>
              <a:pathLst>
                <a:path w="2426" h="1236" extrusionOk="0">
                  <a:moveTo>
                    <a:pt x="967" y="0"/>
                  </a:moveTo>
                  <a:lnTo>
                    <a:pt x="0" y="398"/>
                  </a:lnTo>
                  <a:lnTo>
                    <a:pt x="1461" y="1236"/>
                  </a:lnTo>
                  <a:lnTo>
                    <a:pt x="2426" y="838"/>
                  </a:lnTo>
                  <a:lnTo>
                    <a:pt x="9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1"/>
            <p:cNvSpPr/>
            <p:nvPr/>
          </p:nvSpPr>
          <p:spPr>
            <a:xfrm>
              <a:off x="1001030" y="3414579"/>
              <a:ext cx="137824" cy="143191"/>
            </a:xfrm>
            <a:custGeom>
              <a:avLst/>
              <a:gdLst/>
              <a:ahLst/>
              <a:cxnLst/>
              <a:rect l="l" t="t" r="r" b="b"/>
              <a:pathLst>
                <a:path w="3004" h="3121" extrusionOk="0">
                  <a:moveTo>
                    <a:pt x="0" y="2223"/>
                  </a:moveTo>
                  <a:lnTo>
                    <a:pt x="0" y="2223"/>
                  </a:lnTo>
                  <a:cubicBezTo>
                    <a:pt x="2" y="2224"/>
                    <a:pt x="3" y="2225"/>
                    <a:pt x="5" y="2226"/>
                  </a:cubicBezTo>
                  <a:lnTo>
                    <a:pt x="5" y="2226"/>
                  </a:lnTo>
                  <a:lnTo>
                    <a:pt x="0" y="2223"/>
                  </a:lnTo>
                  <a:close/>
                  <a:moveTo>
                    <a:pt x="1275" y="1"/>
                  </a:moveTo>
                  <a:cubicBezTo>
                    <a:pt x="1447" y="100"/>
                    <a:pt x="1543" y="316"/>
                    <a:pt x="1543" y="594"/>
                  </a:cubicBezTo>
                  <a:cubicBezTo>
                    <a:pt x="1543" y="757"/>
                    <a:pt x="1510" y="942"/>
                    <a:pt x="1441" y="1138"/>
                  </a:cubicBezTo>
                  <a:cubicBezTo>
                    <a:pt x="1212" y="1775"/>
                    <a:pt x="675" y="2283"/>
                    <a:pt x="236" y="2283"/>
                  </a:cubicBezTo>
                  <a:cubicBezTo>
                    <a:pt x="230" y="2283"/>
                    <a:pt x="225" y="2283"/>
                    <a:pt x="219" y="2283"/>
                  </a:cubicBezTo>
                  <a:cubicBezTo>
                    <a:pt x="138" y="2280"/>
                    <a:pt x="66" y="2260"/>
                    <a:pt x="5" y="2226"/>
                  </a:cubicBezTo>
                  <a:lnTo>
                    <a:pt x="5" y="2226"/>
                  </a:lnTo>
                  <a:lnTo>
                    <a:pt x="1460" y="3060"/>
                  </a:lnTo>
                  <a:cubicBezTo>
                    <a:pt x="1523" y="3096"/>
                    <a:pt x="1596" y="3117"/>
                    <a:pt x="1678" y="3120"/>
                  </a:cubicBezTo>
                  <a:cubicBezTo>
                    <a:pt x="1684" y="3120"/>
                    <a:pt x="1691" y="3120"/>
                    <a:pt x="1697" y="3120"/>
                  </a:cubicBezTo>
                  <a:cubicBezTo>
                    <a:pt x="2136" y="3120"/>
                    <a:pt x="2672" y="2611"/>
                    <a:pt x="2900" y="1975"/>
                  </a:cubicBezTo>
                  <a:cubicBezTo>
                    <a:pt x="2970" y="1780"/>
                    <a:pt x="3004" y="1595"/>
                    <a:pt x="3004" y="1431"/>
                  </a:cubicBezTo>
                  <a:cubicBezTo>
                    <a:pt x="3004" y="1154"/>
                    <a:pt x="2908" y="937"/>
                    <a:pt x="2735" y="838"/>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1"/>
            <p:cNvSpPr/>
            <p:nvPr/>
          </p:nvSpPr>
          <p:spPr>
            <a:xfrm>
              <a:off x="1087607" y="3305613"/>
              <a:ext cx="97862" cy="69416"/>
            </a:xfrm>
            <a:custGeom>
              <a:avLst/>
              <a:gdLst/>
              <a:ahLst/>
              <a:cxnLst/>
              <a:rect l="l" t="t" r="r" b="b"/>
              <a:pathLst>
                <a:path w="2133" h="1513" extrusionOk="0">
                  <a:moveTo>
                    <a:pt x="673" y="1"/>
                  </a:moveTo>
                  <a:lnTo>
                    <a:pt x="1" y="676"/>
                  </a:lnTo>
                  <a:lnTo>
                    <a:pt x="1460" y="1513"/>
                  </a:lnTo>
                  <a:lnTo>
                    <a:pt x="2132" y="838"/>
                  </a:lnTo>
                  <a:lnTo>
                    <a:pt x="6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1"/>
            <p:cNvSpPr/>
            <p:nvPr/>
          </p:nvSpPr>
          <p:spPr>
            <a:xfrm>
              <a:off x="921840" y="3609113"/>
              <a:ext cx="87218" cy="54781"/>
            </a:xfrm>
            <a:custGeom>
              <a:avLst/>
              <a:gdLst/>
              <a:ahLst/>
              <a:cxnLst/>
              <a:rect l="l" t="t" r="r" b="b"/>
              <a:pathLst>
                <a:path w="1901" h="1194" extrusionOk="0">
                  <a:moveTo>
                    <a:pt x="0" y="0"/>
                  </a:moveTo>
                  <a:lnTo>
                    <a:pt x="442" y="357"/>
                  </a:lnTo>
                  <a:lnTo>
                    <a:pt x="1901" y="1194"/>
                  </a:lnTo>
                  <a:lnTo>
                    <a:pt x="1460" y="83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1"/>
            <p:cNvSpPr/>
            <p:nvPr/>
          </p:nvSpPr>
          <p:spPr>
            <a:xfrm>
              <a:off x="921840" y="3566628"/>
              <a:ext cx="83685" cy="80886"/>
            </a:xfrm>
            <a:custGeom>
              <a:avLst/>
              <a:gdLst/>
              <a:ahLst/>
              <a:cxnLst/>
              <a:rect l="l" t="t" r="r" b="b"/>
              <a:pathLst>
                <a:path w="1824" h="1763" extrusionOk="0">
                  <a:moveTo>
                    <a:pt x="364" y="1"/>
                  </a:moveTo>
                  <a:lnTo>
                    <a:pt x="0" y="926"/>
                  </a:lnTo>
                  <a:lnTo>
                    <a:pt x="1460" y="1763"/>
                  </a:lnTo>
                  <a:lnTo>
                    <a:pt x="1823" y="837"/>
                  </a:lnTo>
                  <a:lnTo>
                    <a:pt x="36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1"/>
            <p:cNvSpPr/>
            <p:nvPr/>
          </p:nvSpPr>
          <p:spPr>
            <a:xfrm>
              <a:off x="1065630" y="3335940"/>
              <a:ext cx="89007" cy="39090"/>
            </a:xfrm>
            <a:custGeom>
              <a:avLst/>
              <a:gdLst/>
              <a:ahLst/>
              <a:cxnLst/>
              <a:rect l="l" t="t" r="r" b="b"/>
              <a:pathLst>
                <a:path w="1940" h="852" extrusionOk="0">
                  <a:moveTo>
                    <a:pt x="0" y="1"/>
                  </a:moveTo>
                  <a:lnTo>
                    <a:pt x="1459" y="838"/>
                  </a:lnTo>
                  <a:lnTo>
                    <a:pt x="1939" y="852"/>
                  </a:lnTo>
                  <a:lnTo>
                    <a:pt x="480" y="15"/>
                  </a:lnTo>
                  <a:lnTo>
                    <a:pt x="0" y="1"/>
                  </a:lnTo>
                  <a:close/>
                </a:path>
              </a:pathLst>
            </a:custGeom>
            <a:solidFill>
              <a:srgbClr val="326F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1"/>
            <p:cNvSpPr/>
            <p:nvPr/>
          </p:nvSpPr>
          <p:spPr>
            <a:xfrm>
              <a:off x="931108" y="3543412"/>
              <a:ext cx="74417" cy="61663"/>
            </a:xfrm>
            <a:custGeom>
              <a:avLst/>
              <a:gdLst/>
              <a:ahLst/>
              <a:cxnLst/>
              <a:rect l="l" t="t" r="r" b="b"/>
              <a:pathLst>
                <a:path w="1622" h="1344" extrusionOk="0">
                  <a:moveTo>
                    <a:pt x="1" y="1"/>
                  </a:moveTo>
                  <a:lnTo>
                    <a:pt x="162" y="507"/>
                  </a:lnTo>
                  <a:lnTo>
                    <a:pt x="1621" y="1343"/>
                  </a:lnTo>
                  <a:lnTo>
                    <a:pt x="1621" y="1343"/>
                  </a:lnTo>
                  <a:lnTo>
                    <a:pt x="1460" y="838"/>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1"/>
            <p:cNvSpPr/>
            <p:nvPr/>
          </p:nvSpPr>
          <p:spPr>
            <a:xfrm>
              <a:off x="1012179" y="3318505"/>
              <a:ext cx="80749" cy="81024"/>
            </a:xfrm>
            <a:custGeom>
              <a:avLst/>
              <a:gdLst/>
              <a:ahLst/>
              <a:cxnLst/>
              <a:rect l="l" t="t" r="r" b="b"/>
              <a:pathLst>
                <a:path w="1760" h="1766" extrusionOk="0">
                  <a:moveTo>
                    <a:pt x="300" y="0"/>
                  </a:moveTo>
                  <a:lnTo>
                    <a:pt x="1" y="928"/>
                  </a:lnTo>
                  <a:lnTo>
                    <a:pt x="1460" y="1766"/>
                  </a:lnTo>
                  <a:lnTo>
                    <a:pt x="1760" y="838"/>
                  </a:lnTo>
                  <a:lnTo>
                    <a:pt x="3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1"/>
            <p:cNvSpPr/>
            <p:nvPr/>
          </p:nvSpPr>
          <p:spPr>
            <a:xfrm>
              <a:off x="1025943" y="3303640"/>
              <a:ext cx="98413" cy="53313"/>
            </a:xfrm>
            <a:custGeom>
              <a:avLst/>
              <a:gdLst/>
              <a:ahLst/>
              <a:cxnLst/>
              <a:rect l="l" t="t" r="r" b="b"/>
              <a:pathLst>
                <a:path w="2145" h="1162" extrusionOk="0">
                  <a:moveTo>
                    <a:pt x="685" y="1"/>
                  </a:moveTo>
                  <a:lnTo>
                    <a:pt x="0" y="324"/>
                  </a:lnTo>
                  <a:lnTo>
                    <a:pt x="1460" y="1162"/>
                  </a:lnTo>
                  <a:lnTo>
                    <a:pt x="2144" y="839"/>
                  </a:lnTo>
                  <a:lnTo>
                    <a:pt x="6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1"/>
            <p:cNvSpPr/>
            <p:nvPr/>
          </p:nvSpPr>
          <p:spPr>
            <a:xfrm>
              <a:off x="988459" y="3361037"/>
              <a:ext cx="90751" cy="60653"/>
            </a:xfrm>
            <a:custGeom>
              <a:avLst/>
              <a:gdLst/>
              <a:ahLst/>
              <a:cxnLst/>
              <a:rect l="l" t="t" r="r" b="b"/>
              <a:pathLst>
                <a:path w="1978" h="1322" extrusionOk="0">
                  <a:moveTo>
                    <a:pt x="518" y="1"/>
                  </a:moveTo>
                  <a:lnTo>
                    <a:pt x="1" y="485"/>
                  </a:lnTo>
                  <a:lnTo>
                    <a:pt x="1461" y="1322"/>
                  </a:lnTo>
                  <a:lnTo>
                    <a:pt x="1977" y="839"/>
                  </a:lnTo>
                  <a:lnTo>
                    <a:pt x="5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1"/>
            <p:cNvSpPr/>
            <p:nvPr/>
          </p:nvSpPr>
          <p:spPr>
            <a:xfrm>
              <a:off x="935880" y="3446696"/>
              <a:ext cx="78501" cy="70609"/>
            </a:xfrm>
            <a:custGeom>
              <a:avLst/>
              <a:gdLst/>
              <a:ahLst/>
              <a:cxnLst/>
              <a:rect l="l" t="t" r="r" b="b"/>
              <a:pathLst>
                <a:path w="1711" h="1539" extrusionOk="0">
                  <a:moveTo>
                    <a:pt x="252" y="1"/>
                  </a:moveTo>
                  <a:lnTo>
                    <a:pt x="1" y="700"/>
                  </a:lnTo>
                  <a:lnTo>
                    <a:pt x="1460" y="1538"/>
                  </a:lnTo>
                  <a:lnTo>
                    <a:pt x="1711" y="839"/>
                  </a:lnTo>
                  <a:lnTo>
                    <a:pt x="25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1"/>
            <p:cNvSpPr/>
            <p:nvPr/>
          </p:nvSpPr>
          <p:spPr>
            <a:xfrm>
              <a:off x="901148" y="3506662"/>
              <a:ext cx="69875" cy="76482"/>
            </a:xfrm>
            <a:custGeom>
              <a:avLst/>
              <a:gdLst/>
              <a:ahLst/>
              <a:cxnLst/>
              <a:rect l="l" t="t" r="r" b="b"/>
              <a:pathLst>
                <a:path w="1523" h="1667" extrusionOk="0">
                  <a:moveTo>
                    <a:pt x="62" y="0"/>
                  </a:moveTo>
                  <a:lnTo>
                    <a:pt x="1" y="829"/>
                  </a:lnTo>
                  <a:lnTo>
                    <a:pt x="1460" y="1667"/>
                  </a:lnTo>
                  <a:lnTo>
                    <a:pt x="1522" y="838"/>
                  </a:lnTo>
                  <a:lnTo>
                    <a:pt x="6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1"/>
            <p:cNvSpPr/>
            <p:nvPr/>
          </p:nvSpPr>
          <p:spPr>
            <a:xfrm>
              <a:off x="903947" y="3478812"/>
              <a:ext cx="98917" cy="66297"/>
            </a:xfrm>
            <a:custGeom>
              <a:avLst/>
              <a:gdLst/>
              <a:ahLst/>
              <a:cxnLst/>
              <a:rect l="l" t="t" r="r" b="b"/>
              <a:pathLst>
                <a:path w="2156" h="1445" extrusionOk="0">
                  <a:moveTo>
                    <a:pt x="697" y="0"/>
                  </a:moveTo>
                  <a:lnTo>
                    <a:pt x="1" y="607"/>
                  </a:lnTo>
                  <a:lnTo>
                    <a:pt x="1461" y="1445"/>
                  </a:lnTo>
                  <a:lnTo>
                    <a:pt x="2156" y="838"/>
                  </a:lnTo>
                  <a:lnTo>
                    <a:pt x="69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1"/>
            <p:cNvSpPr/>
            <p:nvPr/>
          </p:nvSpPr>
          <p:spPr>
            <a:xfrm>
              <a:off x="960105" y="3380169"/>
              <a:ext cx="95430" cy="41521"/>
            </a:xfrm>
            <a:custGeom>
              <a:avLst/>
              <a:gdLst/>
              <a:ahLst/>
              <a:cxnLst/>
              <a:rect l="l" t="t" r="r" b="b"/>
              <a:pathLst>
                <a:path w="2080" h="905" extrusionOk="0">
                  <a:moveTo>
                    <a:pt x="1" y="1"/>
                  </a:moveTo>
                  <a:lnTo>
                    <a:pt x="1460" y="838"/>
                  </a:lnTo>
                  <a:lnTo>
                    <a:pt x="2079" y="905"/>
                  </a:lnTo>
                  <a:lnTo>
                    <a:pt x="619" y="68"/>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1"/>
            <p:cNvSpPr/>
            <p:nvPr/>
          </p:nvSpPr>
          <p:spPr>
            <a:xfrm>
              <a:off x="935926" y="3417470"/>
              <a:ext cx="78455" cy="67719"/>
            </a:xfrm>
            <a:custGeom>
              <a:avLst/>
              <a:gdLst/>
              <a:ahLst/>
              <a:cxnLst/>
              <a:rect l="l" t="t" r="r" b="b"/>
              <a:pathLst>
                <a:path w="1710" h="1476" extrusionOk="0">
                  <a:moveTo>
                    <a:pt x="1" y="1"/>
                  </a:moveTo>
                  <a:lnTo>
                    <a:pt x="251" y="638"/>
                  </a:lnTo>
                  <a:lnTo>
                    <a:pt x="1710" y="1476"/>
                  </a:lnTo>
                  <a:lnTo>
                    <a:pt x="1460" y="837"/>
                  </a:lnTo>
                  <a:lnTo>
                    <a:pt x="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1"/>
            <p:cNvSpPr/>
            <p:nvPr/>
          </p:nvSpPr>
          <p:spPr>
            <a:xfrm>
              <a:off x="968134" y="3342088"/>
              <a:ext cx="258304" cy="323775"/>
            </a:xfrm>
            <a:custGeom>
              <a:avLst/>
              <a:gdLst/>
              <a:ahLst/>
              <a:cxnLst/>
              <a:rect l="l" t="t" r="r" b="b"/>
              <a:pathLst>
                <a:path w="5630" h="7057" extrusionOk="0">
                  <a:moveTo>
                    <a:pt x="3217" y="2358"/>
                  </a:moveTo>
                  <a:cubicBezTo>
                    <a:pt x="3223" y="2358"/>
                    <a:pt x="3228" y="2358"/>
                    <a:pt x="3234" y="2359"/>
                  </a:cubicBezTo>
                  <a:cubicBezTo>
                    <a:pt x="3543" y="2369"/>
                    <a:pt x="3721" y="2632"/>
                    <a:pt x="3721" y="3011"/>
                  </a:cubicBezTo>
                  <a:cubicBezTo>
                    <a:pt x="3721" y="3174"/>
                    <a:pt x="3687" y="3360"/>
                    <a:pt x="3617" y="3555"/>
                  </a:cubicBezTo>
                  <a:cubicBezTo>
                    <a:pt x="3389" y="4191"/>
                    <a:pt x="2852" y="4700"/>
                    <a:pt x="2412" y="4700"/>
                  </a:cubicBezTo>
                  <a:cubicBezTo>
                    <a:pt x="2407" y="4700"/>
                    <a:pt x="2401" y="4700"/>
                    <a:pt x="2395" y="4700"/>
                  </a:cubicBezTo>
                  <a:cubicBezTo>
                    <a:pt x="2086" y="4690"/>
                    <a:pt x="1909" y="4426"/>
                    <a:pt x="1909" y="4048"/>
                  </a:cubicBezTo>
                  <a:cubicBezTo>
                    <a:pt x="1909" y="3884"/>
                    <a:pt x="1941" y="3700"/>
                    <a:pt x="2011" y="3505"/>
                  </a:cubicBezTo>
                  <a:cubicBezTo>
                    <a:pt x="2240" y="2866"/>
                    <a:pt x="2776" y="2358"/>
                    <a:pt x="3217" y="2358"/>
                  </a:cubicBezTo>
                  <a:close/>
                  <a:moveTo>
                    <a:pt x="3404" y="1"/>
                  </a:moveTo>
                  <a:lnTo>
                    <a:pt x="2720" y="324"/>
                  </a:lnTo>
                  <a:lnTo>
                    <a:pt x="2421" y="1252"/>
                  </a:lnTo>
                  <a:lnTo>
                    <a:pt x="1904" y="1735"/>
                  </a:lnTo>
                  <a:lnTo>
                    <a:pt x="1285" y="1668"/>
                  </a:lnTo>
                  <a:lnTo>
                    <a:pt x="759" y="2480"/>
                  </a:lnTo>
                  <a:lnTo>
                    <a:pt x="1008" y="3118"/>
                  </a:lnTo>
                  <a:lnTo>
                    <a:pt x="757" y="3818"/>
                  </a:lnTo>
                  <a:lnTo>
                    <a:pt x="62" y="4425"/>
                  </a:lnTo>
                  <a:lnTo>
                    <a:pt x="0" y="5254"/>
                  </a:lnTo>
                  <a:lnTo>
                    <a:pt x="0" y="5254"/>
                  </a:lnTo>
                  <a:lnTo>
                    <a:pt x="653" y="5226"/>
                  </a:lnTo>
                  <a:lnTo>
                    <a:pt x="815" y="5731"/>
                  </a:lnTo>
                  <a:lnTo>
                    <a:pt x="451" y="6657"/>
                  </a:lnTo>
                  <a:lnTo>
                    <a:pt x="892" y="7014"/>
                  </a:lnTo>
                  <a:lnTo>
                    <a:pt x="1565" y="6339"/>
                  </a:lnTo>
                  <a:lnTo>
                    <a:pt x="2044" y="6355"/>
                  </a:lnTo>
                  <a:lnTo>
                    <a:pt x="2224" y="7057"/>
                  </a:lnTo>
                  <a:lnTo>
                    <a:pt x="2909" y="6733"/>
                  </a:lnTo>
                  <a:lnTo>
                    <a:pt x="3208" y="5807"/>
                  </a:lnTo>
                  <a:lnTo>
                    <a:pt x="3725" y="5322"/>
                  </a:lnTo>
                  <a:lnTo>
                    <a:pt x="4343" y="5390"/>
                  </a:lnTo>
                  <a:lnTo>
                    <a:pt x="4870" y="4577"/>
                  </a:lnTo>
                  <a:lnTo>
                    <a:pt x="4621" y="3941"/>
                  </a:lnTo>
                  <a:lnTo>
                    <a:pt x="4871" y="3239"/>
                  </a:lnTo>
                  <a:lnTo>
                    <a:pt x="5567" y="2635"/>
                  </a:lnTo>
                  <a:lnTo>
                    <a:pt x="5629" y="1806"/>
                  </a:lnTo>
                  <a:lnTo>
                    <a:pt x="4976" y="1833"/>
                  </a:lnTo>
                  <a:lnTo>
                    <a:pt x="4813" y="1327"/>
                  </a:lnTo>
                  <a:lnTo>
                    <a:pt x="5179" y="400"/>
                  </a:lnTo>
                  <a:lnTo>
                    <a:pt x="4736" y="43"/>
                  </a:lnTo>
                  <a:lnTo>
                    <a:pt x="4064" y="718"/>
                  </a:lnTo>
                  <a:lnTo>
                    <a:pt x="3584" y="704"/>
                  </a:lnTo>
                  <a:lnTo>
                    <a:pt x="340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1"/>
            <p:cNvSpPr/>
            <p:nvPr/>
          </p:nvSpPr>
          <p:spPr>
            <a:xfrm>
              <a:off x="935926" y="3380169"/>
              <a:ext cx="91164" cy="75748"/>
            </a:xfrm>
            <a:custGeom>
              <a:avLst/>
              <a:gdLst/>
              <a:ahLst/>
              <a:cxnLst/>
              <a:rect l="l" t="t" r="r" b="b"/>
              <a:pathLst>
                <a:path w="1987" h="1651" extrusionOk="0">
                  <a:moveTo>
                    <a:pt x="528" y="1"/>
                  </a:moveTo>
                  <a:lnTo>
                    <a:pt x="1" y="814"/>
                  </a:lnTo>
                  <a:lnTo>
                    <a:pt x="1460" y="1650"/>
                  </a:lnTo>
                  <a:lnTo>
                    <a:pt x="1987" y="838"/>
                  </a:lnTo>
                  <a:lnTo>
                    <a:pt x="52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p:cNvSpPr/>
            <p:nvPr/>
          </p:nvSpPr>
          <p:spPr>
            <a:xfrm>
              <a:off x="616734" y="3795159"/>
              <a:ext cx="167600" cy="220362"/>
            </a:xfrm>
            <a:custGeom>
              <a:avLst/>
              <a:gdLst/>
              <a:ahLst/>
              <a:cxnLst/>
              <a:rect l="l" t="t" r="r" b="b"/>
              <a:pathLst>
                <a:path w="3653" h="4803" extrusionOk="0">
                  <a:moveTo>
                    <a:pt x="2726" y="1"/>
                  </a:moveTo>
                  <a:cubicBezTo>
                    <a:pt x="2667" y="1"/>
                    <a:pt x="2604" y="5"/>
                    <a:pt x="2537" y="14"/>
                  </a:cubicBezTo>
                  <a:cubicBezTo>
                    <a:pt x="1754" y="116"/>
                    <a:pt x="1422" y="143"/>
                    <a:pt x="858" y="151"/>
                  </a:cubicBezTo>
                  <a:cubicBezTo>
                    <a:pt x="482" y="155"/>
                    <a:pt x="94" y="609"/>
                    <a:pt x="100" y="1287"/>
                  </a:cubicBezTo>
                  <a:cubicBezTo>
                    <a:pt x="110" y="2419"/>
                    <a:pt x="1" y="4069"/>
                    <a:pt x="118" y="4195"/>
                  </a:cubicBezTo>
                  <a:cubicBezTo>
                    <a:pt x="277" y="4368"/>
                    <a:pt x="1557" y="4803"/>
                    <a:pt x="1557" y="4803"/>
                  </a:cubicBezTo>
                  <a:lnTo>
                    <a:pt x="1563" y="2771"/>
                  </a:lnTo>
                  <a:lnTo>
                    <a:pt x="1600" y="1485"/>
                  </a:lnTo>
                  <a:lnTo>
                    <a:pt x="2882" y="1189"/>
                  </a:lnTo>
                  <a:cubicBezTo>
                    <a:pt x="3591" y="1023"/>
                    <a:pt x="3653" y="1"/>
                    <a:pt x="272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1"/>
            <p:cNvSpPr/>
            <p:nvPr/>
          </p:nvSpPr>
          <p:spPr>
            <a:xfrm>
              <a:off x="666973" y="3816769"/>
              <a:ext cx="162599" cy="226785"/>
            </a:xfrm>
            <a:custGeom>
              <a:avLst/>
              <a:gdLst/>
              <a:ahLst/>
              <a:cxnLst/>
              <a:rect l="l" t="t" r="r" b="b"/>
              <a:pathLst>
                <a:path w="3544" h="4943" extrusionOk="0">
                  <a:moveTo>
                    <a:pt x="671" y="1"/>
                  </a:moveTo>
                  <a:cubicBezTo>
                    <a:pt x="662" y="1"/>
                    <a:pt x="654" y="1"/>
                    <a:pt x="646" y="1"/>
                  </a:cubicBezTo>
                  <a:cubicBezTo>
                    <a:pt x="270" y="5"/>
                    <a:pt x="0" y="76"/>
                    <a:pt x="6" y="754"/>
                  </a:cubicBezTo>
                  <a:cubicBezTo>
                    <a:pt x="17" y="1886"/>
                    <a:pt x="529" y="2960"/>
                    <a:pt x="646" y="3086"/>
                  </a:cubicBezTo>
                  <a:cubicBezTo>
                    <a:pt x="804" y="3260"/>
                    <a:pt x="1448" y="4942"/>
                    <a:pt x="1448" y="4942"/>
                  </a:cubicBezTo>
                  <a:lnTo>
                    <a:pt x="1454" y="2911"/>
                  </a:lnTo>
                  <a:lnTo>
                    <a:pt x="1490" y="1625"/>
                  </a:lnTo>
                  <a:lnTo>
                    <a:pt x="2774" y="1329"/>
                  </a:lnTo>
                  <a:cubicBezTo>
                    <a:pt x="3482" y="1162"/>
                    <a:pt x="3543" y="140"/>
                    <a:pt x="2617" y="140"/>
                  </a:cubicBezTo>
                  <a:cubicBezTo>
                    <a:pt x="2558" y="140"/>
                    <a:pt x="2495" y="144"/>
                    <a:pt x="2428" y="153"/>
                  </a:cubicBezTo>
                  <a:cubicBezTo>
                    <a:pt x="2300" y="170"/>
                    <a:pt x="2181" y="177"/>
                    <a:pt x="2069" y="177"/>
                  </a:cubicBezTo>
                  <a:cubicBezTo>
                    <a:pt x="1509" y="177"/>
                    <a:pt x="1131" y="1"/>
                    <a:pt x="6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1"/>
            <p:cNvSpPr/>
            <p:nvPr/>
          </p:nvSpPr>
          <p:spPr>
            <a:xfrm>
              <a:off x="616688" y="3879213"/>
              <a:ext cx="250321" cy="440723"/>
            </a:xfrm>
            <a:custGeom>
              <a:avLst/>
              <a:gdLst/>
              <a:ahLst/>
              <a:cxnLst/>
              <a:rect l="l" t="t" r="r" b="b"/>
              <a:pathLst>
                <a:path w="5456" h="9606" extrusionOk="0">
                  <a:moveTo>
                    <a:pt x="99" y="0"/>
                  </a:moveTo>
                  <a:lnTo>
                    <a:pt x="99" y="0"/>
                  </a:lnTo>
                  <a:cubicBezTo>
                    <a:pt x="14" y="1536"/>
                    <a:pt x="1" y="3245"/>
                    <a:pt x="209" y="5036"/>
                  </a:cubicBezTo>
                  <a:lnTo>
                    <a:pt x="1" y="7914"/>
                  </a:lnTo>
                  <a:cubicBezTo>
                    <a:pt x="104" y="8617"/>
                    <a:pt x="1641" y="9606"/>
                    <a:pt x="2866" y="9606"/>
                  </a:cubicBezTo>
                  <a:cubicBezTo>
                    <a:pt x="3248" y="9606"/>
                    <a:pt x="3599" y="9510"/>
                    <a:pt x="3868" y="9280"/>
                  </a:cubicBezTo>
                  <a:cubicBezTo>
                    <a:pt x="4029" y="9141"/>
                    <a:pt x="4163" y="8953"/>
                    <a:pt x="4252" y="8708"/>
                  </a:cubicBezTo>
                  <a:lnTo>
                    <a:pt x="4696" y="6443"/>
                  </a:lnTo>
                  <a:lnTo>
                    <a:pt x="4777" y="6034"/>
                  </a:lnTo>
                  <a:lnTo>
                    <a:pt x="5455" y="2588"/>
                  </a:lnTo>
                  <a:lnTo>
                    <a:pt x="9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p:cNvSpPr/>
            <p:nvPr/>
          </p:nvSpPr>
          <p:spPr>
            <a:xfrm>
              <a:off x="673580" y="3755197"/>
              <a:ext cx="207148" cy="248073"/>
            </a:xfrm>
            <a:custGeom>
              <a:avLst/>
              <a:gdLst/>
              <a:ahLst/>
              <a:cxnLst/>
              <a:rect l="l" t="t" r="r" b="b"/>
              <a:pathLst>
                <a:path w="4515" h="5407" extrusionOk="0">
                  <a:moveTo>
                    <a:pt x="3373" y="0"/>
                  </a:moveTo>
                  <a:cubicBezTo>
                    <a:pt x="3351" y="0"/>
                    <a:pt x="3329" y="1"/>
                    <a:pt x="3307" y="2"/>
                  </a:cubicBezTo>
                  <a:cubicBezTo>
                    <a:pt x="2397" y="43"/>
                    <a:pt x="1888" y="12"/>
                    <a:pt x="1245" y="112"/>
                  </a:cubicBezTo>
                  <a:cubicBezTo>
                    <a:pt x="510" y="228"/>
                    <a:pt x="297" y="429"/>
                    <a:pt x="238" y="1208"/>
                  </a:cubicBezTo>
                  <a:cubicBezTo>
                    <a:pt x="140" y="2508"/>
                    <a:pt x="1" y="4413"/>
                    <a:pt x="122" y="4569"/>
                  </a:cubicBezTo>
                  <a:cubicBezTo>
                    <a:pt x="288" y="4784"/>
                    <a:pt x="1717" y="5407"/>
                    <a:pt x="1717" y="5407"/>
                  </a:cubicBezTo>
                  <a:lnTo>
                    <a:pt x="1919" y="3075"/>
                  </a:lnTo>
                  <a:lnTo>
                    <a:pt x="2086" y="1602"/>
                  </a:lnTo>
                  <a:lnTo>
                    <a:pt x="3588" y="1386"/>
                  </a:lnTo>
                  <a:cubicBezTo>
                    <a:pt x="3644" y="1403"/>
                    <a:pt x="3697" y="1411"/>
                    <a:pt x="3747" y="1411"/>
                  </a:cubicBezTo>
                  <a:cubicBezTo>
                    <a:pt x="4414" y="1411"/>
                    <a:pt x="4514" y="0"/>
                    <a:pt x="33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1"/>
            <p:cNvSpPr/>
            <p:nvPr/>
          </p:nvSpPr>
          <p:spPr>
            <a:xfrm>
              <a:off x="723957" y="3754968"/>
              <a:ext cx="128877" cy="136952"/>
            </a:xfrm>
            <a:custGeom>
              <a:avLst/>
              <a:gdLst/>
              <a:ahLst/>
              <a:cxnLst/>
              <a:rect l="l" t="t" r="r" b="b"/>
              <a:pathLst>
                <a:path w="2809" h="2985" extrusionOk="0">
                  <a:moveTo>
                    <a:pt x="2705" y="0"/>
                  </a:moveTo>
                  <a:cubicBezTo>
                    <a:pt x="1808" y="236"/>
                    <a:pt x="763" y="92"/>
                    <a:pt x="390" y="533"/>
                  </a:cubicBezTo>
                  <a:cubicBezTo>
                    <a:pt x="0" y="966"/>
                    <a:pt x="115" y="2420"/>
                    <a:pt x="281" y="2984"/>
                  </a:cubicBezTo>
                  <a:cubicBezTo>
                    <a:pt x="281" y="2984"/>
                    <a:pt x="2762" y="2079"/>
                    <a:pt x="2785" y="2020"/>
                  </a:cubicBezTo>
                  <a:cubicBezTo>
                    <a:pt x="2809" y="1960"/>
                    <a:pt x="2705" y="0"/>
                    <a:pt x="2705"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1"/>
            <p:cNvSpPr/>
            <p:nvPr/>
          </p:nvSpPr>
          <p:spPr>
            <a:xfrm>
              <a:off x="726434" y="3705325"/>
              <a:ext cx="202881" cy="305698"/>
            </a:xfrm>
            <a:custGeom>
              <a:avLst/>
              <a:gdLst/>
              <a:ahLst/>
              <a:cxnLst/>
              <a:rect l="l" t="t" r="r" b="b"/>
              <a:pathLst>
                <a:path w="4422" h="6663" extrusionOk="0">
                  <a:moveTo>
                    <a:pt x="3873" y="0"/>
                  </a:moveTo>
                  <a:cubicBezTo>
                    <a:pt x="3739" y="0"/>
                    <a:pt x="3564" y="58"/>
                    <a:pt x="3347" y="192"/>
                  </a:cubicBezTo>
                  <a:cubicBezTo>
                    <a:pt x="2339" y="817"/>
                    <a:pt x="1893" y="999"/>
                    <a:pt x="1365" y="1253"/>
                  </a:cubicBezTo>
                  <a:cubicBezTo>
                    <a:pt x="975" y="1441"/>
                    <a:pt x="443" y="1706"/>
                    <a:pt x="384" y="2485"/>
                  </a:cubicBezTo>
                  <a:cubicBezTo>
                    <a:pt x="286" y="3785"/>
                    <a:pt x="0" y="5670"/>
                    <a:pt x="123" y="5826"/>
                  </a:cubicBezTo>
                  <a:cubicBezTo>
                    <a:pt x="288" y="6040"/>
                    <a:pt x="1717" y="6663"/>
                    <a:pt x="1717" y="6663"/>
                  </a:cubicBezTo>
                  <a:lnTo>
                    <a:pt x="1920" y="4332"/>
                  </a:lnTo>
                  <a:lnTo>
                    <a:pt x="2087" y="2858"/>
                  </a:lnTo>
                  <a:lnTo>
                    <a:pt x="3629" y="1577"/>
                  </a:lnTo>
                  <a:cubicBezTo>
                    <a:pt x="4290" y="967"/>
                    <a:pt x="4421" y="0"/>
                    <a:pt x="387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1"/>
            <p:cNvSpPr/>
            <p:nvPr/>
          </p:nvSpPr>
          <p:spPr>
            <a:xfrm>
              <a:off x="797687" y="3714822"/>
              <a:ext cx="121077" cy="209809"/>
            </a:xfrm>
            <a:custGeom>
              <a:avLst/>
              <a:gdLst/>
              <a:ahLst/>
              <a:cxnLst/>
              <a:rect l="l" t="t" r="r" b="b"/>
              <a:pathLst>
                <a:path w="2639" h="4573" extrusionOk="0">
                  <a:moveTo>
                    <a:pt x="2639" y="0"/>
                  </a:moveTo>
                  <a:lnTo>
                    <a:pt x="105" y="2064"/>
                  </a:lnTo>
                  <a:cubicBezTo>
                    <a:pt x="105" y="2064"/>
                    <a:pt x="0" y="4498"/>
                    <a:pt x="105" y="4573"/>
                  </a:cubicBezTo>
                  <a:cubicBezTo>
                    <a:pt x="105" y="4573"/>
                    <a:pt x="1385" y="2921"/>
                    <a:pt x="1409" y="2862"/>
                  </a:cubicBezTo>
                  <a:cubicBezTo>
                    <a:pt x="1433" y="2803"/>
                    <a:pt x="2639" y="0"/>
                    <a:pt x="2639"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1"/>
            <p:cNvSpPr/>
            <p:nvPr/>
          </p:nvSpPr>
          <p:spPr>
            <a:xfrm>
              <a:off x="777821" y="3664216"/>
              <a:ext cx="184162" cy="363828"/>
            </a:xfrm>
            <a:custGeom>
              <a:avLst/>
              <a:gdLst/>
              <a:ahLst/>
              <a:cxnLst/>
              <a:rect l="l" t="t" r="r" b="b"/>
              <a:pathLst>
                <a:path w="4014" h="7930" extrusionOk="0">
                  <a:moveTo>
                    <a:pt x="3402" y="1"/>
                  </a:moveTo>
                  <a:cubicBezTo>
                    <a:pt x="3399" y="1"/>
                    <a:pt x="3395" y="1"/>
                    <a:pt x="3391" y="1"/>
                  </a:cubicBezTo>
                  <a:cubicBezTo>
                    <a:pt x="3391" y="1"/>
                    <a:pt x="3390" y="1"/>
                    <a:pt x="3389" y="1"/>
                  </a:cubicBezTo>
                  <a:cubicBezTo>
                    <a:pt x="3209" y="1"/>
                    <a:pt x="3015" y="107"/>
                    <a:pt x="2794" y="361"/>
                  </a:cubicBezTo>
                  <a:lnTo>
                    <a:pt x="946" y="3333"/>
                  </a:lnTo>
                  <a:cubicBezTo>
                    <a:pt x="946" y="3333"/>
                    <a:pt x="1" y="7263"/>
                    <a:pt x="139" y="7501"/>
                  </a:cubicBezTo>
                  <a:cubicBezTo>
                    <a:pt x="235" y="7657"/>
                    <a:pt x="1031" y="7799"/>
                    <a:pt x="1531" y="7873"/>
                  </a:cubicBezTo>
                  <a:cubicBezTo>
                    <a:pt x="1768" y="7909"/>
                    <a:pt x="1939" y="7929"/>
                    <a:pt x="1939" y="7929"/>
                  </a:cubicBezTo>
                  <a:lnTo>
                    <a:pt x="2533" y="3587"/>
                  </a:lnTo>
                  <a:lnTo>
                    <a:pt x="3786" y="1421"/>
                  </a:lnTo>
                  <a:cubicBezTo>
                    <a:pt x="3982" y="979"/>
                    <a:pt x="4013" y="551"/>
                    <a:pt x="3763" y="156"/>
                  </a:cubicBezTo>
                  <a:cubicBezTo>
                    <a:pt x="3650" y="59"/>
                    <a:pt x="3531" y="1"/>
                    <a:pt x="34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1"/>
            <p:cNvSpPr/>
            <p:nvPr/>
          </p:nvSpPr>
          <p:spPr>
            <a:xfrm>
              <a:off x="848064" y="3664216"/>
              <a:ext cx="128464" cy="363828"/>
            </a:xfrm>
            <a:custGeom>
              <a:avLst/>
              <a:gdLst/>
              <a:ahLst/>
              <a:cxnLst/>
              <a:rect l="l" t="t" r="r" b="b"/>
              <a:pathLst>
                <a:path w="2800" h="7930" extrusionOk="0">
                  <a:moveTo>
                    <a:pt x="1871" y="1"/>
                  </a:moveTo>
                  <a:cubicBezTo>
                    <a:pt x="1868" y="1"/>
                    <a:pt x="1864" y="1"/>
                    <a:pt x="1860" y="1"/>
                  </a:cubicBezTo>
                  <a:cubicBezTo>
                    <a:pt x="2800" y="563"/>
                    <a:pt x="1541" y="2095"/>
                    <a:pt x="560" y="3525"/>
                  </a:cubicBezTo>
                  <a:lnTo>
                    <a:pt x="0" y="7873"/>
                  </a:lnTo>
                  <a:cubicBezTo>
                    <a:pt x="237" y="7909"/>
                    <a:pt x="408" y="7929"/>
                    <a:pt x="408" y="7929"/>
                  </a:cubicBezTo>
                  <a:lnTo>
                    <a:pt x="1002" y="3587"/>
                  </a:lnTo>
                  <a:lnTo>
                    <a:pt x="2255" y="1421"/>
                  </a:lnTo>
                  <a:cubicBezTo>
                    <a:pt x="2451" y="979"/>
                    <a:pt x="2482" y="551"/>
                    <a:pt x="2232" y="156"/>
                  </a:cubicBezTo>
                  <a:cubicBezTo>
                    <a:pt x="2119" y="59"/>
                    <a:pt x="2000" y="1"/>
                    <a:pt x="1871"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1"/>
            <p:cNvSpPr/>
            <p:nvPr/>
          </p:nvSpPr>
          <p:spPr>
            <a:xfrm>
              <a:off x="790851" y="3841590"/>
              <a:ext cx="243806" cy="347770"/>
            </a:xfrm>
            <a:custGeom>
              <a:avLst/>
              <a:gdLst/>
              <a:ahLst/>
              <a:cxnLst/>
              <a:rect l="l" t="t" r="r" b="b"/>
              <a:pathLst>
                <a:path w="5314" h="7580" extrusionOk="0">
                  <a:moveTo>
                    <a:pt x="4543" y="0"/>
                  </a:moveTo>
                  <a:cubicBezTo>
                    <a:pt x="4535" y="0"/>
                    <a:pt x="4527" y="0"/>
                    <a:pt x="4518" y="0"/>
                  </a:cubicBezTo>
                  <a:cubicBezTo>
                    <a:pt x="4161" y="13"/>
                    <a:pt x="3841" y="226"/>
                    <a:pt x="3589" y="480"/>
                  </a:cubicBezTo>
                  <a:cubicBezTo>
                    <a:pt x="2761" y="1311"/>
                    <a:pt x="2477" y="2589"/>
                    <a:pt x="1659" y="3408"/>
                  </a:cubicBezTo>
                  <a:cubicBezTo>
                    <a:pt x="1594" y="3473"/>
                    <a:pt x="1525" y="3535"/>
                    <a:pt x="1453" y="3595"/>
                  </a:cubicBezTo>
                  <a:cubicBezTo>
                    <a:pt x="1167" y="3827"/>
                    <a:pt x="832" y="3997"/>
                    <a:pt x="573" y="4259"/>
                  </a:cubicBezTo>
                  <a:cubicBezTo>
                    <a:pt x="163" y="4678"/>
                    <a:pt x="1" y="5295"/>
                    <a:pt x="27" y="5881"/>
                  </a:cubicBezTo>
                  <a:cubicBezTo>
                    <a:pt x="47" y="6331"/>
                    <a:pt x="162" y="6769"/>
                    <a:pt x="311" y="7194"/>
                  </a:cubicBezTo>
                  <a:cubicBezTo>
                    <a:pt x="357" y="7323"/>
                    <a:pt x="404" y="7453"/>
                    <a:pt x="454" y="7580"/>
                  </a:cubicBezTo>
                  <a:cubicBezTo>
                    <a:pt x="597" y="7472"/>
                    <a:pt x="748" y="7367"/>
                    <a:pt x="900" y="7263"/>
                  </a:cubicBezTo>
                  <a:cubicBezTo>
                    <a:pt x="1689" y="6729"/>
                    <a:pt x="2534" y="6249"/>
                    <a:pt x="3055" y="5458"/>
                  </a:cubicBezTo>
                  <a:cubicBezTo>
                    <a:pt x="3458" y="4842"/>
                    <a:pt x="3616" y="4103"/>
                    <a:pt x="3864" y="3408"/>
                  </a:cubicBezTo>
                  <a:cubicBezTo>
                    <a:pt x="4123" y="2684"/>
                    <a:pt x="4488" y="1999"/>
                    <a:pt x="4944" y="1379"/>
                  </a:cubicBezTo>
                  <a:cubicBezTo>
                    <a:pt x="5117" y="1143"/>
                    <a:pt x="5313" y="884"/>
                    <a:pt x="5289" y="592"/>
                  </a:cubicBezTo>
                  <a:cubicBezTo>
                    <a:pt x="5274" y="443"/>
                    <a:pt x="5200" y="315"/>
                    <a:pt x="5092" y="213"/>
                  </a:cubicBezTo>
                  <a:cubicBezTo>
                    <a:pt x="4948" y="79"/>
                    <a:pt x="4742" y="0"/>
                    <a:pt x="454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1"/>
            <p:cNvSpPr/>
            <p:nvPr/>
          </p:nvSpPr>
          <p:spPr>
            <a:xfrm>
              <a:off x="779151" y="3851363"/>
              <a:ext cx="255506" cy="453616"/>
            </a:xfrm>
            <a:custGeom>
              <a:avLst/>
              <a:gdLst/>
              <a:ahLst/>
              <a:cxnLst/>
              <a:rect l="l" t="t" r="r" b="b"/>
              <a:pathLst>
                <a:path w="5569" h="9887" extrusionOk="0">
                  <a:moveTo>
                    <a:pt x="5347" y="0"/>
                  </a:moveTo>
                  <a:cubicBezTo>
                    <a:pt x="5490" y="697"/>
                    <a:pt x="4657" y="1233"/>
                    <a:pt x="4298" y="1854"/>
                  </a:cubicBezTo>
                  <a:cubicBezTo>
                    <a:pt x="3887" y="2563"/>
                    <a:pt x="3741" y="3392"/>
                    <a:pt x="3423" y="4146"/>
                  </a:cubicBezTo>
                  <a:cubicBezTo>
                    <a:pt x="2984" y="5183"/>
                    <a:pt x="2200" y="6063"/>
                    <a:pt x="1236" y="6641"/>
                  </a:cubicBezTo>
                  <a:cubicBezTo>
                    <a:pt x="1023" y="6771"/>
                    <a:pt x="798" y="6885"/>
                    <a:pt x="566" y="6982"/>
                  </a:cubicBezTo>
                  <a:cubicBezTo>
                    <a:pt x="383" y="7059"/>
                    <a:pt x="194" y="7127"/>
                    <a:pt x="0" y="7182"/>
                  </a:cubicBezTo>
                  <a:cubicBezTo>
                    <a:pt x="237" y="7314"/>
                    <a:pt x="378" y="7572"/>
                    <a:pt x="431" y="7836"/>
                  </a:cubicBezTo>
                  <a:cubicBezTo>
                    <a:pt x="484" y="8102"/>
                    <a:pt x="461" y="8375"/>
                    <a:pt x="438" y="8643"/>
                  </a:cubicBezTo>
                  <a:cubicBezTo>
                    <a:pt x="401" y="9058"/>
                    <a:pt x="362" y="9473"/>
                    <a:pt x="327" y="9887"/>
                  </a:cubicBezTo>
                  <a:cubicBezTo>
                    <a:pt x="488" y="9748"/>
                    <a:pt x="622" y="9560"/>
                    <a:pt x="711" y="9315"/>
                  </a:cubicBezTo>
                  <a:lnTo>
                    <a:pt x="1155" y="7050"/>
                  </a:lnTo>
                  <a:cubicBezTo>
                    <a:pt x="1944" y="6516"/>
                    <a:pt x="2790" y="6036"/>
                    <a:pt x="3310" y="5245"/>
                  </a:cubicBezTo>
                  <a:cubicBezTo>
                    <a:pt x="3713" y="4629"/>
                    <a:pt x="3871" y="3890"/>
                    <a:pt x="4119" y="3195"/>
                  </a:cubicBezTo>
                  <a:cubicBezTo>
                    <a:pt x="4378" y="2471"/>
                    <a:pt x="4743" y="1786"/>
                    <a:pt x="5199" y="1166"/>
                  </a:cubicBezTo>
                  <a:cubicBezTo>
                    <a:pt x="5372" y="930"/>
                    <a:pt x="5568" y="671"/>
                    <a:pt x="5544" y="379"/>
                  </a:cubicBezTo>
                  <a:cubicBezTo>
                    <a:pt x="5530" y="230"/>
                    <a:pt x="5455" y="102"/>
                    <a:pt x="5347"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1"/>
            <p:cNvSpPr/>
            <p:nvPr/>
          </p:nvSpPr>
          <p:spPr>
            <a:xfrm>
              <a:off x="352966" y="3257484"/>
              <a:ext cx="379841" cy="347449"/>
            </a:xfrm>
            <a:custGeom>
              <a:avLst/>
              <a:gdLst/>
              <a:ahLst/>
              <a:cxnLst/>
              <a:rect l="l" t="t" r="r" b="b"/>
              <a:pathLst>
                <a:path w="8279" h="7573" extrusionOk="0">
                  <a:moveTo>
                    <a:pt x="8279" y="0"/>
                  </a:moveTo>
                  <a:lnTo>
                    <a:pt x="0" y="910"/>
                  </a:lnTo>
                  <a:lnTo>
                    <a:pt x="0" y="5094"/>
                  </a:lnTo>
                  <a:lnTo>
                    <a:pt x="221" y="5898"/>
                  </a:lnTo>
                  <a:lnTo>
                    <a:pt x="3100" y="7573"/>
                  </a:lnTo>
                  <a:lnTo>
                    <a:pt x="8279" y="5028"/>
                  </a:lnTo>
                  <a:lnTo>
                    <a:pt x="82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1"/>
            <p:cNvSpPr/>
            <p:nvPr/>
          </p:nvSpPr>
          <p:spPr>
            <a:xfrm>
              <a:off x="500243" y="3549285"/>
              <a:ext cx="46660" cy="26932"/>
            </a:xfrm>
            <a:custGeom>
              <a:avLst/>
              <a:gdLst/>
              <a:ahLst/>
              <a:cxnLst/>
              <a:rect l="l" t="t" r="r" b="b"/>
              <a:pathLst>
                <a:path w="1017" h="587" extrusionOk="0">
                  <a:moveTo>
                    <a:pt x="1" y="587"/>
                  </a:moveTo>
                  <a:cubicBezTo>
                    <a:pt x="1" y="587"/>
                    <a:pt x="1016" y="0"/>
                    <a:pt x="1016" y="0"/>
                  </a:cubicBezTo>
                  <a:cubicBezTo>
                    <a:pt x="1016" y="0"/>
                    <a:pt x="1" y="587"/>
                    <a:pt x="1" y="587"/>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1"/>
            <p:cNvSpPr/>
            <p:nvPr/>
          </p:nvSpPr>
          <p:spPr>
            <a:xfrm>
              <a:off x="500243" y="3218302"/>
              <a:ext cx="243760" cy="442146"/>
            </a:xfrm>
            <a:custGeom>
              <a:avLst/>
              <a:gdLst/>
              <a:ahLst/>
              <a:cxnLst/>
              <a:rect l="l" t="t" r="r" b="b"/>
              <a:pathLst>
                <a:path w="5313" h="9637" extrusionOk="0">
                  <a:moveTo>
                    <a:pt x="4842" y="1400"/>
                  </a:moveTo>
                  <a:cubicBezTo>
                    <a:pt x="4869" y="1400"/>
                    <a:pt x="4889" y="1423"/>
                    <a:pt x="4889" y="1461"/>
                  </a:cubicBezTo>
                  <a:lnTo>
                    <a:pt x="4889" y="2421"/>
                  </a:lnTo>
                  <a:cubicBezTo>
                    <a:pt x="4889" y="2475"/>
                    <a:pt x="4851" y="2540"/>
                    <a:pt x="4802" y="2568"/>
                  </a:cubicBezTo>
                  <a:cubicBezTo>
                    <a:pt x="4789" y="2576"/>
                    <a:pt x="4776" y="2580"/>
                    <a:pt x="4764" y="2580"/>
                  </a:cubicBezTo>
                  <a:cubicBezTo>
                    <a:pt x="4737" y="2580"/>
                    <a:pt x="4718" y="2558"/>
                    <a:pt x="4718" y="2520"/>
                  </a:cubicBezTo>
                  <a:lnTo>
                    <a:pt x="4718" y="1560"/>
                  </a:lnTo>
                  <a:cubicBezTo>
                    <a:pt x="4718" y="1506"/>
                    <a:pt x="4756" y="1440"/>
                    <a:pt x="4804" y="1412"/>
                  </a:cubicBezTo>
                  <a:cubicBezTo>
                    <a:pt x="4818" y="1404"/>
                    <a:pt x="4830" y="1400"/>
                    <a:pt x="4842" y="1400"/>
                  </a:cubicBezTo>
                  <a:close/>
                  <a:moveTo>
                    <a:pt x="4556" y="1565"/>
                  </a:moveTo>
                  <a:cubicBezTo>
                    <a:pt x="4584" y="1565"/>
                    <a:pt x="4603" y="1587"/>
                    <a:pt x="4603" y="1626"/>
                  </a:cubicBezTo>
                  <a:lnTo>
                    <a:pt x="4603" y="2585"/>
                  </a:lnTo>
                  <a:cubicBezTo>
                    <a:pt x="4603" y="2639"/>
                    <a:pt x="4565" y="2705"/>
                    <a:pt x="4516" y="2734"/>
                  </a:cubicBezTo>
                  <a:cubicBezTo>
                    <a:pt x="4503" y="2741"/>
                    <a:pt x="4490" y="2745"/>
                    <a:pt x="4479" y="2745"/>
                  </a:cubicBezTo>
                  <a:cubicBezTo>
                    <a:pt x="4451" y="2745"/>
                    <a:pt x="4432" y="2723"/>
                    <a:pt x="4432" y="2684"/>
                  </a:cubicBezTo>
                  <a:lnTo>
                    <a:pt x="4432" y="1725"/>
                  </a:lnTo>
                  <a:cubicBezTo>
                    <a:pt x="4432" y="1671"/>
                    <a:pt x="4470" y="1605"/>
                    <a:pt x="4518" y="1577"/>
                  </a:cubicBezTo>
                  <a:cubicBezTo>
                    <a:pt x="4532" y="1569"/>
                    <a:pt x="4545" y="1565"/>
                    <a:pt x="4556" y="1565"/>
                  </a:cubicBezTo>
                  <a:close/>
                  <a:moveTo>
                    <a:pt x="4271" y="1731"/>
                  </a:moveTo>
                  <a:cubicBezTo>
                    <a:pt x="4298" y="1731"/>
                    <a:pt x="4317" y="1753"/>
                    <a:pt x="4317" y="1791"/>
                  </a:cubicBezTo>
                  <a:lnTo>
                    <a:pt x="4317" y="2750"/>
                  </a:lnTo>
                  <a:cubicBezTo>
                    <a:pt x="4317" y="2805"/>
                    <a:pt x="4280" y="2870"/>
                    <a:pt x="4231" y="2898"/>
                  </a:cubicBezTo>
                  <a:cubicBezTo>
                    <a:pt x="4217" y="2906"/>
                    <a:pt x="4204" y="2910"/>
                    <a:pt x="4193" y="2910"/>
                  </a:cubicBezTo>
                  <a:cubicBezTo>
                    <a:pt x="4165" y="2910"/>
                    <a:pt x="4146" y="2888"/>
                    <a:pt x="4146" y="2850"/>
                  </a:cubicBezTo>
                  <a:lnTo>
                    <a:pt x="4146" y="1890"/>
                  </a:lnTo>
                  <a:cubicBezTo>
                    <a:pt x="4146" y="1836"/>
                    <a:pt x="4184" y="1771"/>
                    <a:pt x="4232" y="1743"/>
                  </a:cubicBezTo>
                  <a:cubicBezTo>
                    <a:pt x="4246" y="1735"/>
                    <a:pt x="4259" y="1731"/>
                    <a:pt x="4271" y="1731"/>
                  </a:cubicBezTo>
                  <a:close/>
                  <a:moveTo>
                    <a:pt x="3984" y="1896"/>
                  </a:moveTo>
                  <a:cubicBezTo>
                    <a:pt x="4012" y="1896"/>
                    <a:pt x="4032" y="1918"/>
                    <a:pt x="4032" y="1957"/>
                  </a:cubicBezTo>
                  <a:lnTo>
                    <a:pt x="4032" y="2915"/>
                  </a:lnTo>
                  <a:cubicBezTo>
                    <a:pt x="4032" y="2969"/>
                    <a:pt x="3994" y="3035"/>
                    <a:pt x="3945" y="3064"/>
                  </a:cubicBezTo>
                  <a:cubicBezTo>
                    <a:pt x="3932" y="3071"/>
                    <a:pt x="3919" y="3075"/>
                    <a:pt x="3907" y="3075"/>
                  </a:cubicBezTo>
                  <a:cubicBezTo>
                    <a:pt x="3879" y="3075"/>
                    <a:pt x="3860" y="3052"/>
                    <a:pt x="3860" y="3014"/>
                  </a:cubicBezTo>
                  <a:lnTo>
                    <a:pt x="3860" y="2056"/>
                  </a:lnTo>
                  <a:cubicBezTo>
                    <a:pt x="3860" y="2001"/>
                    <a:pt x="3898" y="1935"/>
                    <a:pt x="3946" y="1907"/>
                  </a:cubicBezTo>
                  <a:cubicBezTo>
                    <a:pt x="3960" y="1899"/>
                    <a:pt x="3973" y="1896"/>
                    <a:pt x="3984" y="1896"/>
                  </a:cubicBezTo>
                  <a:close/>
                  <a:moveTo>
                    <a:pt x="3699" y="2061"/>
                  </a:moveTo>
                  <a:cubicBezTo>
                    <a:pt x="3727" y="2061"/>
                    <a:pt x="3746" y="2083"/>
                    <a:pt x="3746" y="2121"/>
                  </a:cubicBezTo>
                  <a:lnTo>
                    <a:pt x="3746" y="3080"/>
                  </a:lnTo>
                  <a:cubicBezTo>
                    <a:pt x="3746" y="3134"/>
                    <a:pt x="3708" y="3200"/>
                    <a:pt x="3659" y="3228"/>
                  </a:cubicBezTo>
                  <a:cubicBezTo>
                    <a:pt x="3645" y="3236"/>
                    <a:pt x="3632" y="3240"/>
                    <a:pt x="3621" y="3240"/>
                  </a:cubicBezTo>
                  <a:cubicBezTo>
                    <a:pt x="3593" y="3240"/>
                    <a:pt x="3574" y="3218"/>
                    <a:pt x="3574" y="3180"/>
                  </a:cubicBezTo>
                  <a:lnTo>
                    <a:pt x="3574" y="2220"/>
                  </a:lnTo>
                  <a:cubicBezTo>
                    <a:pt x="3574" y="2166"/>
                    <a:pt x="3612" y="2101"/>
                    <a:pt x="3660" y="2073"/>
                  </a:cubicBezTo>
                  <a:cubicBezTo>
                    <a:pt x="3674" y="2065"/>
                    <a:pt x="3687" y="2061"/>
                    <a:pt x="3699" y="2061"/>
                  </a:cubicBezTo>
                  <a:close/>
                  <a:moveTo>
                    <a:pt x="3413" y="2226"/>
                  </a:moveTo>
                  <a:cubicBezTo>
                    <a:pt x="3440" y="2226"/>
                    <a:pt x="3460" y="2248"/>
                    <a:pt x="3460" y="2287"/>
                  </a:cubicBezTo>
                  <a:lnTo>
                    <a:pt x="3460" y="3245"/>
                  </a:lnTo>
                  <a:cubicBezTo>
                    <a:pt x="3460" y="3299"/>
                    <a:pt x="3422" y="3365"/>
                    <a:pt x="3373" y="3393"/>
                  </a:cubicBezTo>
                  <a:cubicBezTo>
                    <a:pt x="3360" y="3401"/>
                    <a:pt x="3347" y="3405"/>
                    <a:pt x="3335" y="3405"/>
                  </a:cubicBezTo>
                  <a:cubicBezTo>
                    <a:pt x="3308" y="3405"/>
                    <a:pt x="3289" y="3382"/>
                    <a:pt x="3289" y="3344"/>
                  </a:cubicBezTo>
                  <a:lnTo>
                    <a:pt x="3289" y="2386"/>
                  </a:lnTo>
                  <a:cubicBezTo>
                    <a:pt x="3289" y="2332"/>
                    <a:pt x="3326" y="2265"/>
                    <a:pt x="3375" y="2237"/>
                  </a:cubicBezTo>
                  <a:cubicBezTo>
                    <a:pt x="3389" y="2229"/>
                    <a:pt x="3401" y="2226"/>
                    <a:pt x="3413" y="2226"/>
                  </a:cubicBezTo>
                  <a:close/>
                  <a:moveTo>
                    <a:pt x="3127" y="2391"/>
                  </a:moveTo>
                  <a:cubicBezTo>
                    <a:pt x="3155" y="2391"/>
                    <a:pt x="3174" y="2413"/>
                    <a:pt x="3174" y="2451"/>
                  </a:cubicBezTo>
                  <a:lnTo>
                    <a:pt x="3174" y="3410"/>
                  </a:lnTo>
                  <a:cubicBezTo>
                    <a:pt x="3174" y="3464"/>
                    <a:pt x="3136" y="3530"/>
                    <a:pt x="3087" y="3558"/>
                  </a:cubicBezTo>
                  <a:cubicBezTo>
                    <a:pt x="3074" y="3566"/>
                    <a:pt x="3061" y="3570"/>
                    <a:pt x="3049" y="3570"/>
                  </a:cubicBezTo>
                  <a:cubicBezTo>
                    <a:pt x="3022" y="3570"/>
                    <a:pt x="3003" y="3548"/>
                    <a:pt x="3003" y="3509"/>
                  </a:cubicBezTo>
                  <a:lnTo>
                    <a:pt x="3003" y="2550"/>
                  </a:lnTo>
                  <a:cubicBezTo>
                    <a:pt x="3003" y="2496"/>
                    <a:pt x="3041" y="2430"/>
                    <a:pt x="3089" y="2403"/>
                  </a:cubicBezTo>
                  <a:cubicBezTo>
                    <a:pt x="3103" y="2395"/>
                    <a:pt x="3116" y="2391"/>
                    <a:pt x="3127" y="2391"/>
                  </a:cubicBezTo>
                  <a:close/>
                  <a:moveTo>
                    <a:pt x="4842" y="4554"/>
                  </a:moveTo>
                  <a:cubicBezTo>
                    <a:pt x="4869" y="4554"/>
                    <a:pt x="4889" y="4577"/>
                    <a:pt x="4889" y="4615"/>
                  </a:cubicBezTo>
                  <a:lnTo>
                    <a:pt x="4889" y="5575"/>
                  </a:lnTo>
                  <a:cubicBezTo>
                    <a:pt x="4889" y="5629"/>
                    <a:pt x="4851" y="5694"/>
                    <a:pt x="4802" y="5722"/>
                  </a:cubicBezTo>
                  <a:cubicBezTo>
                    <a:pt x="4789" y="5730"/>
                    <a:pt x="4776" y="5734"/>
                    <a:pt x="4764" y="5734"/>
                  </a:cubicBezTo>
                  <a:cubicBezTo>
                    <a:pt x="4737" y="5734"/>
                    <a:pt x="4718" y="5712"/>
                    <a:pt x="4718" y="5674"/>
                  </a:cubicBezTo>
                  <a:lnTo>
                    <a:pt x="4718" y="4714"/>
                  </a:lnTo>
                  <a:cubicBezTo>
                    <a:pt x="4718" y="4660"/>
                    <a:pt x="4756" y="4594"/>
                    <a:pt x="4804" y="4566"/>
                  </a:cubicBezTo>
                  <a:cubicBezTo>
                    <a:pt x="4818" y="4558"/>
                    <a:pt x="4830" y="4554"/>
                    <a:pt x="4842" y="4554"/>
                  </a:cubicBezTo>
                  <a:close/>
                  <a:moveTo>
                    <a:pt x="4556" y="4720"/>
                  </a:moveTo>
                  <a:cubicBezTo>
                    <a:pt x="4584" y="4720"/>
                    <a:pt x="4603" y="4741"/>
                    <a:pt x="4603" y="4780"/>
                  </a:cubicBezTo>
                  <a:lnTo>
                    <a:pt x="4603" y="5739"/>
                  </a:lnTo>
                  <a:cubicBezTo>
                    <a:pt x="4603" y="5793"/>
                    <a:pt x="4565" y="5860"/>
                    <a:pt x="4516" y="5888"/>
                  </a:cubicBezTo>
                  <a:cubicBezTo>
                    <a:pt x="4503" y="5895"/>
                    <a:pt x="4490" y="5899"/>
                    <a:pt x="4479" y="5899"/>
                  </a:cubicBezTo>
                  <a:cubicBezTo>
                    <a:pt x="4451" y="5899"/>
                    <a:pt x="4432" y="5877"/>
                    <a:pt x="4432" y="5838"/>
                  </a:cubicBezTo>
                  <a:lnTo>
                    <a:pt x="4432" y="4879"/>
                  </a:lnTo>
                  <a:cubicBezTo>
                    <a:pt x="4432" y="4825"/>
                    <a:pt x="4470" y="4759"/>
                    <a:pt x="4518" y="4731"/>
                  </a:cubicBezTo>
                  <a:cubicBezTo>
                    <a:pt x="4532" y="4723"/>
                    <a:pt x="4545" y="4720"/>
                    <a:pt x="4556" y="4720"/>
                  </a:cubicBezTo>
                  <a:close/>
                  <a:moveTo>
                    <a:pt x="4270" y="4884"/>
                  </a:moveTo>
                  <a:cubicBezTo>
                    <a:pt x="4298" y="4884"/>
                    <a:pt x="4317" y="4907"/>
                    <a:pt x="4317" y="4945"/>
                  </a:cubicBezTo>
                  <a:lnTo>
                    <a:pt x="4317" y="5903"/>
                  </a:lnTo>
                  <a:cubicBezTo>
                    <a:pt x="4317" y="5959"/>
                    <a:pt x="4280" y="6024"/>
                    <a:pt x="4231" y="6052"/>
                  </a:cubicBezTo>
                  <a:cubicBezTo>
                    <a:pt x="4217" y="6060"/>
                    <a:pt x="4204" y="6064"/>
                    <a:pt x="4193" y="6064"/>
                  </a:cubicBezTo>
                  <a:cubicBezTo>
                    <a:pt x="4165" y="6064"/>
                    <a:pt x="4146" y="6042"/>
                    <a:pt x="4146" y="6004"/>
                  </a:cubicBezTo>
                  <a:lnTo>
                    <a:pt x="4146" y="5044"/>
                  </a:lnTo>
                  <a:cubicBezTo>
                    <a:pt x="4146" y="4990"/>
                    <a:pt x="4184" y="4924"/>
                    <a:pt x="4232" y="4896"/>
                  </a:cubicBezTo>
                  <a:cubicBezTo>
                    <a:pt x="4246" y="4888"/>
                    <a:pt x="4259" y="4884"/>
                    <a:pt x="4270" y="4884"/>
                  </a:cubicBezTo>
                  <a:close/>
                  <a:moveTo>
                    <a:pt x="3985" y="5049"/>
                  </a:moveTo>
                  <a:cubicBezTo>
                    <a:pt x="4013" y="5049"/>
                    <a:pt x="4032" y="5071"/>
                    <a:pt x="4032" y="5110"/>
                  </a:cubicBezTo>
                  <a:lnTo>
                    <a:pt x="4032" y="6069"/>
                  </a:lnTo>
                  <a:cubicBezTo>
                    <a:pt x="4032" y="6123"/>
                    <a:pt x="3994" y="6189"/>
                    <a:pt x="3945" y="6218"/>
                  </a:cubicBezTo>
                  <a:cubicBezTo>
                    <a:pt x="3932" y="6225"/>
                    <a:pt x="3919" y="6229"/>
                    <a:pt x="3907" y="6229"/>
                  </a:cubicBezTo>
                  <a:cubicBezTo>
                    <a:pt x="3879" y="6229"/>
                    <a:pt x="3860" y="6207"/>
                    <a:pt x="3860" y="6168"/>
                  </a:cubicBezTo>
                  <a:lnTo>
                    <a:pt x="3860" y="5209"/>
                  </a:lnTo>
                  <a:cubicBezTo>
                    <a:pt x="3860" y="5155"/>
                    <a:pt x="3898" y="5089"/>
                    <a:pt x="3946" y="5061"/>
                  </a:cubicBezTo>
                  <a:cubicBezTo>
                    <a:pt x="3960" y="5053"/>
                    <a:pt x="3973" y="5049"/>
                    <a:pt x="3985" y="5049"/>
                  </a:cubicBezTo>
                  <a:close/>
                  <a:moveTo>
                    <a:pt x="3699" y="5215"/>
                  </a:moveTo>
                  <a:cubicBezTo>
                    <a:pt x="3727" y="5215"/>
                    <a:pt x="3746" y="5237"/>
                    <a:pt x="3746" y="5275"/>
                  </a:cubicBezTo>
                  <a:lnTo>
                    <a:pt x="3746" y="6235"/>
                  </a:lnTo>
                  <a:cubicBezTo>
                    <a:pt x="3746" y="6289"/>
                    <a:pt x="3708" y="6354"/>
                    <a:pt x="3659" y="6382"/>
                  </a:cubicBezTo>
                  <a:cubicBezTo>
                    <a:pt x="3645" y="6390"/>
                    <a:pt x="3632" y="6394"/>
                    <a:pt x="3621" y="6394"/>
                  </a:cubicBezTo>
                  <a:cubicBezTo>
                    <a:pt x="3593" y="6394"/>
                    <a:pt x="3575" y="6372"/>
                    <a:pt x="3575" y="6334"/>
                  </a:cubicBezTo>
                  <a:lnTo>
                    <a:pt x="3575" y="5374"/>
                  </a:lnTo>
                  <a:cubicBezTo>
                    <a:pt x="3575" y="5320"/>
                    <a:pt x="3612" y="5255"/>
                    <a:pt x="3660" y="5227"/>
                  </a:cubicBezTo>
                  <a:cubicBezTo>
                    <a:pt x="3674" y="5219"/>
                    <a:pt x="3687" y="5215"/>
                    <a:pt x="3699" y="5215"/>
                  </a:cubicBezTo>
                  <a:close/>
                  <a:moveTo>
                    <a:pt x="3413" y="5379"/>
                  </a:moveTo>
                  <a:cubicBezTo>
                    <a:pt x="3441" y="5379"/>
                    <a:pt x="3460" y="5402"/>
                    <a:pt x="3460" y="5441"/>
                  </a:cubicBezTo>
                  <a:lnTo>
                    <a:pt x="3460" y="6399"/>
                  </a:lnTo>
                  <a:cubicBezTo>
                    <a:pt x="3460" y="6453"/>
                    <a:pt x="3422" y="6519"/>
                    <a:pt x="3373" y="6548"/>
                  </a:cubicBezTo>
                  <a:cubicBezTo>
                    <a:pt x="3360" y="6555"/>
                    <a:pt x="3347" y="6559"/>
                    <a:pt x="3335" y="6559"/>
                  </a:cubicBezTo>
                  <a:cubicBezTo>
                    <a:pt x="3308" y="6559"/>
                    <a:pt x="3289" y="6537"/>
                    <a:pt x="3289" y="6498"/>
                  </a:cubicBezTo>
                  <a:lnTo>
                    <a:pt x="3289" y="5540"/>
                  </a:lnTo>
                  <a:cubicBezTo>
                    <a:pt x="3289" y="5485"/>
                    <a:pt x="3326" y="5419"/>
                    <a:pt x="3375" y="5391"/>
                  </a:cubicBezTo>
                  <a:cubicBezTo>
                    <a:pt x="3389" y="5383"/>
                    <a:pt x="3402" y="5379"/>
                    <a:pt x="3413" y="5379"/>
                  </a:cubicBezTo>
                  <a:close/>
                  <a:moveTo>
                    <a:pt x="3127" y="5545"/>
                  </a:moveTo>
                  <a:cubicBezTo>
                    <a:pt x="3155" y="5545"/>
                    <a:pt x="3174" y="5567"/>
                    <a:pt x="3174" y="5605"/>
                  </a:cubicBezTo>
                  <a:lnTo>
                    <a:pt x="3174" y="6564"/>
                  </a:lnTo>
                  <a:cubicBezTo>
                    <a:pt x="3174" y="6618"/>
                    <a:pt x="3136" y="6684"/>
                    <a:pt x="3087" y="6712"/>
                  </a:cubicBezTo>
                  <a:cubicBezTo>
                    <a:pt x="3074" y="6720"/>
                    <a:pt x="3061" y="6724"/>
                    <a:pt x="3049" y="6724"/>
                  </a:cubicBezTo>
                  <a:cubicBezTo>
                    <a:pt x="3022" y="6724"/>
                    <a:pt x="3003" y="6702"/>
                    <a:pt x="3003" y="6664"/>
                  </a:cubicBezTo>
                  <a:lnTo>
                    <a:pt x="3003" y="5704"/>
                  </a:lnTo>
                  <a:cubicBezTo>
                    <a:pt x="3003" y="5650"/>
                    <a:pt x="3041" y="5585"/>
                    <a:pt x="3089" y="5557"/>
                  </a:cubicBezTo>
                  <a:cubicBezTo>
                    <a:pt x="3103" y="5549"/>
                    <a:pt x="3116" y="5545"/>
                    <a:pt x="3127" y="5545"/>
                  </a:cubicBezTo>
                  <a:close/>
                  <a:moveTo>
                    <a:pt x="5312" y="1"/>
                  </a:moveTo>
                  <a:lnTo>
                    <a:pt x="5078" y="136"/>
                  </a:lnTo>
                  <a:lnTo>
                    <a:pt x="4490" y="476"/>
                  </a:lnTo>
                  <a:lnTo>
                    <a:pt x="1" y="3067"/>
                  </a:lnTo>
                  <a:lnTo>
                    <a:pt x="1" y="3618"/>
                  </a:lnTo>
                  <a:lnTo>
                    <a:pt x="1016" y="3031"/>
                  </a:lnTo>
                  <a:lnTo>
                    <a:pt x="1016" y="3431"/>
                  </a:lnTo>
                  <a:lnTo>
                    <a:pt x="1" y="4016"/>
                  </a:lnTo>
                  <a:lnTo>
                    <a:pt x="1" y="4567"/>
                  </a:lnTo>
                  <a:lnTo>
                    <a:pt x="1016" y="3980"/>
                  </a:lnTo>
                  <a:lnTo>
                    <a:pt x="1016" y="4380"/>
                  </a:lnTo>
                  <a:lnTo>
                    <a:pt x="1" y="4965"/>
                  </a:lnTo>
                  <a:lnTo>
                    <a:pt x="1" y="5516"/>
                  </a:lnTo>
                  <a:lnTo>
                    <a:pt x="1016" y="4929"/>
                  </a:lnTo>
                  <a:lnTo>
                    <a:pt x="1016" y="5329"/>
                  </a:lnTo>
                  <a:lnTo>
                    <a:pt x="1" y="5915"/>
                  </a:lnTo>
                  <a:lnTo>
                    <a:pt x="1" y="6465"/>
                  </a:lnTo>
                  <a:lnTo>
                    <a:pt x="1" y="6864"/>
                  </a:lnTo>
                  <a:lnTo>
                    <a:pt x="1" y="7415"/>
                  </a:lnTo>
                  <a:lnTo>
                    <a:pt x="1" y="7802"/>
                  </a:lnTo>
                  <a:cubicBezTo>
                    <a:pt x="1" y="7803"/>
                    <a:pt x="1" y="9635"/>
                    <a:pt x="1" y="9636"/>
                  </a:cubicBezTo>
                  <a:cubicBezTo>
                    <a:pt x="1" y="9636"/>
                    <a:pt x="1009" y="9054"/>
                    <a:pt x="1016" y="9054"/>
                  </a:cubicBezTo>
                  <a:cubicBezTo>
                    <a:pt x="1016" y="9054"/>
                    <a:pt x="1016" y="9054"/>
                    <a:pt x="1016" y="9054"/>
                  </a:cubicBezTo>
                  <a:lnTo>
                    <a:pt x="4918" y="6796"/>
                  </a:lnTo>
                  <a:lnTo>
                    <a:pt x="5312" y="6569"/>
                  </a:lnTo>
                  <a:cubicBezTo>
                    <a:pt x="5312" y="6569"/>
                    <a:pt x="5312" y="4735"/>
                    <a:pt x="5312" y="4735"/>
                  </a:cubicBezTo>
                  <a:cubicBezTo>
                    <a:pt x="5312" y="4735"/>
                    <a:pt x="5312" y="4347"/>
                    <a:pt x="5312" y="4347"/>
                  </a:cubicBezTo>
                  <a:cubicBezTo>
                    <a:pt x="5312" y="4347"/>
                    <a:pt x="5312" y="3799"/>
                    <a:pt x="5312" y="3798"/>
                  </a:cubicBezTo>
                  <a:cubicBezTo>
                    <a:pt x="5312" y="3798"/>
                    <a:pt x="5312" y="3398"/>
                    <a:pt x="5312" y="3398"/>
                  </a:cubicBezTo>
                  <a:cubicBezTo>
                    <a:pt x="5312" y="3398"/>
                    <a:pt x="5312" y="2848"/>
                    <a:pt x="5312" y="2848"/>
                  </a:cubicBezTo>
                  <a:cubicBezTo>
                    <a:pt x="5312" y="2848"/>
                    <a:pt x="5312" y="2449"/>
                    <a:pt x="5312" y="2449"/>
                  </a:cubicBezTo>
                  <a:cubicBezTo>
                    <a:pt x="5312" y="2449"/>
                    <a:pt x="5312" y="1899"/>
                    <a:pt x="5312" y="1899"/>
                  </a:cubicBezTo>
                  <a:cubicBezTo>
                    <a:pt x="5312" y="1899"/>
                    <a:pt x="5312" y="1499"/>
                    <a:pt x="5312" y="1499"/>
                  </a:cubicBezTo>
                  <a:cubicBezTo>
                    <a:pt x="5312" y="1499"/>
                    <a:pt x="5312" y="950"/>
                    <a:pt x="5312" y="950"/>
                  </a:cubicBezTo>
                  <a:cubicBezTo>
                    <a:pt x="5312" y="950"/>
                    <a:pt x="5312" y="550"/>
                    <a:pt x="5312" y="550"/>
                  </a:cubicBezTo>
                  <a:cubicBezTo>
                    <a:pt x="5312" y="550"/>
                    <a:pt x="5312" y="1"/>
                    <a:pt x="531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352966" y="3491200"/>
              <a:ext cx="147321" cy="169205"/>
            </a:xfrm>
            <a:custGeom>
              <a:avLst/>
              <a:gdLst/>
              <a:ahLst/>
              <a:cxnLst/>
              <a:rect l="l" t="t" r="r" b="b"/>
              <a:pathLst>
                <a:path w="3211" h="3688" extrusionOk="0">
                  <a:moveTo>
                    <a:pt x="0" y="0"/>
                  </a:moveTo>
                  <a:lnTo>
                    <a:pt x="0" y="1835"/>
                  </a:lnTo>
                  <a:cubicBezTo>
                    <a:pt x="710" y="2687"/>
                    <a:pt x="1779" y="3304"/>
                    <a:pt x="3211" y="3687"/>
                  </a:cubicBezTo>
                  <a:lnTo>
                    <a:pt x="3211" y="1853"/>
                  </a:lnTo>
                  <a:cubicBezTo>
                    <a:pt x="1779" y="1470"/>
                    <a:pt x="710" y="853"/>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1"/>
            <p:cNvSpPr/>
            <p:nvPr/>
          </p:nvSpPr>
          <p:spPr>
            <a:xfrm>
              <a:off x="352966" y="3448210"/>
              <a:ext cx="147321" cy="110250"/>
            </a:xfrm>
            <a:custGeom>
              <a:avLst/>
              <a:gdLst/>
              <a:ahLst/>
              <a:cxnLst/>
              <a:rect l="l" t="t" r="r" b="b"/>
              <a:pathLst>
                <a:path w="3211" h="2403" extrusionOk="0">
                  <a:moveTo>
                    <a:pt x="0" y="1"/>
                  </a:moveTo>
                  <a:lnTo>
                    <a:pt x="0" y="550"/>
                  </a:lnTo>
                  <a:cubicBezTo>
                    <a:pt x="72" y="638"/>
                    <a:pt x="150" y="721"/>
                    <a:pt x="230" y="805"/>
                  </a:cubicBezTo>
                  <a:cubicBezTo>
                    <a:pt x="513" y="1094"/>
                    <a:pt x="843" y="1354"/>
                    <a:pt x="1220" y="1583"/>
                  </a:cubicBezTo>
                  <a:cubicBezTo>
                    <a:pt x="1393" y="1689"/>
                    <a:pt x="1577" y="1789"/>
                    <a:pt x="1772" y="1881"/>
                  </a:cubicBezTo>
                  <a:cubicBezTo>
                    <a:pt x="2202" y="2087"/>
                    <a:pt x="2681" y="2261"/>
                    <a:pt x="3211" y="2402"/>
                  </a:cubicBezTo>
                  <a:lnTo>
                    <a:pt x="3211" y="1853"/>
                  </a:lnTo>
                  <a:cubicBezTo>
                    <a:pt x="1779" y="1470"/>
                    <a:pt x="710" y="853"/>
                    <a:pt x="0" y="1"/>
                  </a:cubicBezTo>
                  <a:close/>
                </a:path>
              </a:pathLst>
            </a:custGeom>
            <a:solidFill>
              <a:srgbClr val="706F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1"/>
            <p:cNvSpPr/>
            <p:nvPr/>
          </p:nvSpPr>
          <p:spPr>
            <a:xfrm>
              <a:off x="352966" y="3404669"/>
              <a:ext cx="147321" cy="191916"/>
            </a:xfrm>
            <a:custGeom>
              <a:avLst/>
              <a:gdLst/>
              <a:ahLst/>
              <a:cxnLst/>
              <a:rect l="l" t="t" r="r" b="b"/>
              <a:pathLst>
                <a:path w="3211" h="4183" extrusionOk="0">
                  <a:moveTo>
                    <a:pt x="0" y="0"/>
                  </a:moveTo>
                  <a:lnTo>
                    <a:pt x="0" y="2330"/>
                  </a:lnTo>
                  <a:cubicBezTo>
                    <a:pt x="75" y="2420"/>
                    <a:pt x="155" y="2507"/>
                    <a:pt x="238" y="2591"/>
                  </a:cubicBezTo>
                  <a:cubicBezTo>
                    <a:pt x="519" y="2879"/>
                    <a:pt x="846" y="3135"/>
                    <a:pt x="1220" y="3363"/>
                  </a:cubicBezTo>
                  <a:cubicBezTo>
                    <a:pt x="1393" y="3469"/>
                    <a:pt x="1577" y="3568"/>
                    <a:pt x="1772" y="3661"/>
                  </a:cubicBezTo>
                  <a:cubicBezTo>
                    <a:pt x="2202" y="3866"/>
                    <a:pt x="2681" y="4041"/>
                    <a:pt x="3211" y="4183"/>
                  </a:cubicBezTo>
                  <a:lnTo>
                    <a:pt x="3211" y="1853"/>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1"/>
            <p:cNvSpPr/>
            <p:nvPr/>
          </p:nvSpPr>
          <p:spPr>
            <a:xfrm>
              <a:off x="408894" y="3433711"/>
              <a:ext cx="25372" cy="21885"/>
            </a:xfrm>
            <a:custGeom>
              <a:avLst/>
              <a:gdLst/>
              <a:ahLst/>
              <a:cxnLst/>
              <a:rect l="l" t="t" r="r" b="b"/>
              <a:pathLst>
                <a:path w="553" h="477" extrusionOk="0">
                  <a:moveTo>
                    <a:pt x="1" y="0"/>
                  </a:moveTo>
                  <a:lnTo>
                    <a:pt x="1" y="179"/>
                  </a:lnTo>
                  <a:lnTo>
                    <a:pt x="553" y="477"/>
                  </a:lnTo>
                  <a:lnTo>
                    <a:pt x="553" y="299"/>
                  </a:lnTo>
                  <a:cubicBezTo>
                    <a:pt x="358" y="206"/>
                    <a:pt x="174" y="106"/>
                    <a:pt x="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1"/>
            <p:cNvSpPr/>
            <p:nvPr/>
          </p:nvSpPr>
          <p:spPr>
            <a:xfrm>
              <a:off x="352966" y="3361128"/>
              <a:ext cx="147321" cy="110204"/>
            </a:xfrm>
            <a:custGeom>
              <a:avLst/>
              <a:gdLst/>
              <a:ahLst/>
              <a:cxnLst/>
              <a:rect l="l" t="t" r="r" b="b"/>
              <a:pathLst>
                <a:path w="3211" h="2402" extrusionOk="0">
                  <a:moveTo>
                    <a:pt x="0" y="0"/>
                  </a:moveTo>
                  <a:lnTo>
                    <a:pt x="0" y="550"/>
                  </a:lnTo>
                  <a:cubicBezTo>
                    <a:pt x="75" y="640"/>
                    <a:pt x="155" y="726"/>
                    <a:pt x="238" y="812"/>
                  </a:cubicBezTo>
                  <a:cubicBezTo>
                    <a:pt x="519" y="1098"/>
                    <a:pt x="846" y="1356"/>
                    <a:pt x="1220" y="1582"/>
                  </a:cubicBezTo>
                  <a:cubicBezTo>
                    <a:pt x="1393" y="1688"/>
                    <a:pt x="1577" y="1788"/>
                    <a:pt x="1772" y="1881"/>
                  </a:cubicBezTo>
                  <a:cubicBezTo>
                    <a:pt x="2202" y="2087"/>
                    <a:pt x="2681" y="2261"/>
                    <a:pt x="3211" y="2402"/>
                  </a:cubicBezTo>
                  <a:lnTo>
                    <a:pt x="3211" y="1852"/>
                  </a:lnTo>
                  <a:cubicBezTo>
                    <a:pt x="1779" y="1470"/>
                    <a:pt x="710" y="85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408894" y="3390125"/>
              <a:ext cx="25372" cy="22068"/>
            </a:xfrm>
            <a:custGeom>
              <a:avLst/>
              <a:gdLst/>
              <a:ahLst/>
              <a:cxnLst/>
              <a:rect l="l" t="t" r="r" b="b"/>
              <a:pathLst>
                <a:path w="553" h="481" extrusionOk="0">
                  <a:moveTo>
                    <a:pt x="1" y="1"/>
                  </a:moveTo>
                  <a:lnTo>
                    <a:pt x="1" y="182"/>
                  </a:lnTo>
                  <a:lnTo>
                    <a:pt x="553" y="481"/>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p:cNvSpPr/>
            <p:nvPr/>
          </p:nvSpPr>
          <p:spPr>
            <a:xfrm>
              <a:off x="500243" y="3240049"/>
              <a:ext cx="206047" cy="118967"/>
            </a:xfrm>
            <a:custGeom>
              <a:avLst/>
              <a:gdLst/>
              <a:ahLst/>
              <a:cxnLst/>
              <a:rect l="l" t="t" r="r" b="b"/>
              <a:pathLst>
                <a:path w="4491" h="2593" extrusionOk="0">
                  <a:moveTo>
                    <a:pt x="4490" y="1"/>
                  </a:moveTo>
                  <a:cubicBezTo>
                    <a:pt x="4490" y="1"/>
                    <a:pt x="1" y="2593"/>
                    <a:pt x="1" y="2593"/>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p:cNvSpPr/>
            <p:nvPr/>
          </p:nvSpPr>
          <p:spPr>
            <a:xfrm>
              <a:off x="352966" y="3317542"/>
              <a:ext cx="147321" cy="110250"/>
            </a:xfrm>
            <a:custGeom>
              <a:avLst/>
              <a:gdLst/>
              <a:ahLst/>
              <a:cxnLst/>
              <a:rect l="l" t="t" r="r" b="b"/>
              <a:pathLst>
                <a:path w="3211" h="2403" extrusionOk="0">
                  <a:moveTo>
                    <a:pt x="0" y="1"/>
                  </a:moveTo>
                  <a:lnTo>
                    <a:pt x="0" y="550"/>
                  </a:lnTo>
                  <a:cubicBezTo>
                    <a:pt x="75" y="640"/>
                    <a:pt x="155" y="727"/>
                    <a:pt x="238" y="813"/>
                  </a:cubicBezTo>
                  <a:cubicBezTo>
                    <a:pt x="519" y="1100"/>
                    <a:pt x="846" y="1357"/>
                    <a:pt x="1220" y="1583"/>
                  </a:cubicBezTo>
                  <a:cubicBezTo>
                    <a:pt x="1393" y="1689"/>
                    <a:pt x="1577" y="1789"/>
                    <a:pt x="1772" y="1881"/>
                  </a:cubicBezTo>
                  <a:cubicBezTo>
                    <a:pt x="2202" y="2087"/>
                    <a:pt x="2681" y="2262"/>
                    <a:pt x="3211" y="2403"/>
                  </a:cubicBezTo>
                  <a:lnTo>
                    <a:pt x="3211" y="1853"/>
                  </a:lnTo>
                  <a:cubicBezTo>
                    <a:pt x="1779"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a:off x="408894" y="3346584"/>
              <a:ext cx="25372" cy="22160"/>
            </a:xfrm>
            <a:custGeom>
              <a:avLst/>
              <a:gdLst/>
              <a:ahLst/>
              <a:cxnLst/>
              <a:rect l="l" t="t" r="r" b="b"/>
              <a:pathLst>
                <a:path w="553" h="483" extrusionOk="0">
                  <a:moveTo>
                    <a:pt x="1" y="1"/>
                  </a:moveTo>
                  <a:lnTo>
                    <a:pt x="1" y="185"/>
                  </a:lnTo>
                  <a:lnTo>
                    <a:pt x="553" y="483"/>
                  </a:lnTo>
                  <a:lnTo>
                    <a:pt x="553" y="299"/>
                  </a:lnTo>
                  <a:cubicBezTo>
                    <a:pt x="358" y="207"/>
                    <a:pt x="174" y="107"/>
                    <a:pt x="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a:off x="352966" y="3133285"/>
              <a:ext cx="391035" cy="225730"/>
            </a:xfrm>
            <a:custGeom>
              <a:avLst/>
              <a:gdLst/>
              <a:ahLst/>
              <a:cxnLst/>
              <a:rect l="l" t="t" r="r" b="b"/>
              <a:pathLst>
                <a:path w="8523" h="4920" extrusionOk="0">
                  <a:moveTo>
                    <a:pt x="5312" y="0"/>
                  </a:moveTo>
                  <a:lnTo>
                    <a:pt x="0" y="3068"/>
                  </a:lnTo>
                  <a:cubicBezTo>
                    <a:pt x="710" y="3920"/>
                    <a:pt x="1779" y="4537"/>
                    <a:pt x="3211" y="4920"/>
                  </a:cubicBezTo>
                  <a:lnTo>
                    <a:pt x="7699" y="2328"/>
                  </a:lnTo>
                  <a:lnTo>
                    <a:pt x="8522" y="1854"/>
                  </a:lnTo>
                  <a:lnTo>
                    <a:pt x="53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a:off x="352966" y="3274001"/>
              <a:ext cx="147321" cy="110250"/>
            </a:xfrm>
            <a:custGeom>
              <a:avLst/>
              <a:gdLst/>
              <a:ahLst/>
              <a:cxnLst/>
              <a:rect l="l" t="t" r="r" b="b"/>
              <a:pathLst>
                <a:path w="3211" h="2403" extrusionOk="0">
                  <a:moveTo>
                    <a:pt x="0" y="1"/>
                  </a:moveTo>
                  <a:lnTo>
                    <a:pt x="0" y="550"/>
                  </a:lnTo>
                  <a:cubicBezTo>
                    <a:pt x="75" y="640"/>
                    <a:pt x="155" y="728"/>
                    <a:pt x="238" y="812"/>
                  </a:cubicBezTo>
                  <a:cubicBezTo>
                    <a:pt x="519" y="1100"/>
                    <a:pt x="846" y="1356"/>
                    <a:pt x="1220" y="1583"/>
                  </a:cubicBezTo>
                  <a:cubicBezTo>
                    <a:pt x="1393" y="1689"/>
                    <a:pt x="1577" y="1789"/>
                    <a:pt x="1772" y="1881"/>
                  </a:cubicBezTo>
                  <a:cubicBezTo>
                    <a:pt x="2202" y="2087"/>
                    <a:pt x="2681" y="2262"/>
                    <a:pt x="3211" y="2402"/>
                  </a:cubicBezTo>
                  <a:lnTo>
                    <a:pt x="3211" y="1853"/>
                  </a:lnTo>
                  <a:cubicBezTo>
                    <a:pt x="1781" y="1470"/>
                    <a:pt x="710" y="853"/>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p:cNvSpPr/>
            <p:nvPr/>
          </p:nvSpPr>
          <p:spPr>
            <a:xfrm>
              <a:off x="390726" y="3483905"/>
              <a:ext cx="53496" cy="69049"/>
            </a:xfrm>
            <a:custGeom>
              <a:avLst/>
              <a:gdLst/>
              <a:ahLst/>
              <a:cxnLst/>
              <a:rect l="l" t="t" r="r" b="b"/>
              <a:pathLst>
                <a:path w="1166" h="1505" extrusionOk="0">
                  <a:moveTo>
                    <a:pt x="323" y="1"/>
                  </a:moveTo>
                  <a:cubicBezTo>
                    <a:pt x="132" y="1"/>
                    <a:pt x="0" y="153"/>
                    <a:pt x="0" y="416"/>
                  </a:cubicBezTo>
                  <a:cubicBezTo>
                    <a:pt x="0" y="788"/>
                    <a:pt x="262" y="1239"/>
                    <a:pt x="584" y="1425"/>
                  </a:cubicBezTo>
                  <a:cubicBezTo>
                    <a:pt x="677" y="1479"/>
                    <a:pt x="766" y="1505"/>
                    <a:pt x="844" y="1505"/>
                  </a:cubicBezTo>
                  <a:cubicBezTo>
                    <a:pt x="1035" y="1505"/>
                    <a:pt x="1166" y="1353"/>
                    <a:pt x="1166" y="1090"/>
                  </a:cubicBezTo>
                  <a:cubicBezTo>
                    <a:pt x="1166" y="718"/>
                    <a:pt x="905" y="266"/>
                    <a:pt x="584" y="81"/>
                  </a:cubicBezTo>
                  <a:cubicBezTo>
                    <a:pt x="490" y="27"/>
                    <a:pt x="401" y="1"/>
                    <a:pt x="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p:cNvSpPr/>
            <p:nvPr/>
          </p:nvSpPr>
          <p:spPr>
            <a:xfrm>
              <a:off x="399076" y="3494687"/>
              <a:ext cx="36796" cy="47486"/>
            </a:xfrm>
            <a:custGeom>
              <a:avLst/>
              <a:gdLst/>
              <a:ahLst/>
              <a:cxnLst/>
              <a:rect l="l" t="t" r="r" b="b"/>
              <a:pathLst>
                <a:path w="802" h="1035" extrusionOk="0">
                  <a:moveTo>
                    <a:pt x="223" y="1"/>
                  </a:moveTo>
                  <a:cubicBezTo>
                    <a:pt x="91" y="1"/>
                    <a:pt x="1" y="106"/>
                    <a:pt x="1" y="287"/>
                  </a:cubicBezTo>
                  <a:cubicBezTo>
                    <a:pt x="1" y="542"/>
                    <a:pt x="180" y="852"/>
                    <a:pt x="402" y="980"/>
                  </a:cubicBezTo>
                  <a:cubicBezTo>
                    <a:pt x="466" y="1017"/>
                    <a:pt x="527" y="1035"/>
                    <a:pt x="581" y="1035"/>
                  </a:cubicBezTo>
                  <a:cubicBezTo>
                    <a:pt x="712" y="1035"/>
                    <a:pt x="801" y="930"/>
                    <a:pt x="801" y="749"/>
                  </a:cubicBezTo>
                  <a:cubicBezTo>
                    <a:pt x="801" y="493"/>
                    <a:pt x="622" y="183"/>
                    <a:pt x="402" y="55"/>
                  </a:cubicBezTo>
                  <a:cubicBezTo>
                    <a:pt x="337" y="18"/>
                    <a:pt x="277" y="1"/>
                    <a:pt x="2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p:cNvSpPr/>
            <p:nvPr/>
          </p:nvSpPr>
          <p:spPr>
            <a:xfrm>
              <a:off x="401416" y="3497715"/>
              <a:ext cx="32116" cy="41430"/>
            </a:xfrm>
            <a:custGeom>
              <a:avLst/>
              <a:gdLst/>
              <a:ahLst/>
              <a:cxnLst/>
              <a:rect l="l" t="t" r="r" b="b"/>
              <a:pathLst>
                <a:path w="700" h="903" extrusionOk="0">
                  <a:moveTo>
                    <a:pt x="194" y="1"/>
                  </a:moveTo>
                  <a:cubicBezTo>
                    <a:pt x="79" y="1"/>
                    <a:pt x="0" y="92"/>
                    <a:pt x="0" y="250"/>
                  </a:cubicBezTo>
                  <a:cubicBezTo>
                    <a:pt x="0" y="473"/>
                    <a:pt x="157" y="744"/>
                    <a:pt x="351" y="855"/>
                  </a:cubicBezTo>
                  <a:cubicBezTo>
                    <a:pt x="407" y="887"/>
                    <a:pt x="460" y="903"/>
                    <a:pt x="507" y="903"/>
                  </a:cubicBezTo>
                  <a:cubicBezTo>
                    <a:pt x="621" y="903"/>
                    <a:pt x="700" y="812"/>
                    <a:pt x="700" y="653"/>
                  </a:cubicBezTo>
                  <a:cubicBezTo>
                    <a:pt x="700" y="431"/>
                    <a:pt x="543" y="160"/>
                    <a:pt x="351" y="49"/>
                  </a:cubicBezTo>
                  <a:cubicBezTo>
                    <a:pt x="294" y="16"/>
                    <a:pt x="241" y="1"/>
                    <a:pt x="1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p:cNvSpPr/>
            <p:nvPr/>
          </p:nvSpPr>
          <p:spPr>
            <a:xfrm>
              <a:off x="415410" y="3496889"/>
              <a:ext cx="4129" cy="17389"/>
            </a:xfrm>
            <a:custGeom>
              <a:avLst/>
              <a:gdLst/>
              <a:ahLst/>
              <a:cxnLst/>
              <a:rect l="l" t="t" r="r" b="b"/>
              <a:pathLst>
                <a:path w="90" h="379" extrusionOk="0">
                  <a:moveTo>
                    <a:pt x="1" y="0"/>
                  </a:moveTo>
                  <a:lnTo>
                    <a:pt x="1" y="328"/>
                  </a:lnTo>
                  <a:lnTo>
                    <a:pt x="90" y="379"/>
                  </a:lnTo>
                  <a:lnTo>
                    <a:pt x="90" y="5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p:cNvSpPr/>
            <p:nvPr/>
          </p:nvSpPr>
          <p:spPr>
            <a:xfrm>
              <a:off x="1682771" y="4647025"/>
              <a:ext cx="350707" cy="172830"/>
            </a:xfrm>
            <a:custGeom>
              <a:avLst/>
              <a:gdLst/>
              <a:ahLst/>
              <a:cxnLst/>
              <a:rect l="l" t="t" r="r" b="b"/>
              <a:pathLst>
                <a:path w="7644" h="3767" extrusionOk="0">
                  <a:moveTo>
                    <a:pt x="4342" y="1"/>
                  </a:moveTo>
                  <a:cubicBezTo>
                    <a:pt x="3691" y="1"/>
                    <a:pt x="3002" y="174"/>
                    <a:pt x="2309" y="574"/>
                  </a:cubicBezTo>
                  <a:cubicBezTo>
                    <a:pt x="893" y="1391"/>
                    <a:pt x="1" y="2848"/>
                    <a:pt x="1083" y="3473"/>
                  </a:cubicBezTo>
                  <a:cubicBezTo>
                    <a:pt x="1436" y="3677"/>
                    <a:pt x="1956" y="3767"/>
                    <a:pt x="2546" y="3767"/>
                  </a:cubicBezTo>
                  <a:cubicBezTo>
                    <a:pt x="3761" y="3767"/>
                    <a:pt x="5272" y="3385"/>
                    <a:pt x="6226" y="2835"/>
                  </a:cubicBezTo>
                  <a:cubicBezTo>
                    <a:pt x="7643" y="2016"/>
                    <a:pt x="7295" y="1135"/>
                    <a:pt x="6214" y="511"/>
                  </a:cubicBezTo>
                  <a:cubicBezTo>
                    <a:pt x="5661" y="191"/>
                    <a:pt x="5023" y="1"/>
                    <a:pt x="43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p:cNvSpPr/>
            <p:nvPr/>
          </p:nvSpPr>
          <p:spPr>
            <a:xfrm>
              <a:off x="1812797" y="4597612"/>
              <a:ext cx="153973" cy="34961"/>
            </a:xfrm>
            <a:custGeom>
              <a:avLst/>
              <a:gdLst/>
              <a:ahLst/>
              <a:cxnLst/>
              <a:rect l="l" t="t" r="r" b="b"/>
              <a:pathLst>
                <a:path w="3356" h="762" extrusionOk="0">
                  <a:moveTo>
                    <a:pt x="1520" y="0"/>
                  </a:moveTo>
                  <a:cubicBezTo>
                    <a:pt x="1030" y="0"/>
                    <a:pt x="519" y="96"/>
                    <a:pt x="0" y="309"/>
                  </a:cubicBezTo>
                  <a:cubicBezTo>
                    <a:pt x="23" y="308"/>
                    <a:pt x="46" y="308"/>
                    <a:pt x="69" y="308"/>
                  </a:cubicBezTo>
                  <a:cubicBezTo>
                    <a:pt x="766" y="308"/>
                    <a:pt x="1427" y="473"/>
                    <a:pt x="2017" y="761"/>
                  </a:cubicBezTo>
                  <a:cubicBezTo>
                    <a:pt x="2472" y="593"/>
                    <a:pt x="2920" y="500"/>
                    <a:pt x="3356" y="474"/>
                  </a:cubicBezTo>
                  <a:cubicBezTo>
                    <a:pt x="2807" y="176"/>
                    <a:pt x="2183" y="0"/>
                    <a:pt x="1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p:cNvSpPr/>
            <p:nvPr/>
          </p:nvSpPr>
          <p:spPr>
            <a:xfrm>
              <a:off x="1905292" y="4619359"/>
              <a:ext cx="133281" cy="153147"/>
            </a:xfrm>
            <a:custGeom>
              <a:avLst/>
              <a:gdLst/>
              <a:ahLst/>
              <a:cxnLst/>
              <a:rect l="l" t="t" r="r" b="b"/>
              <a:pathLst>
                <a:path w="2905" h="3338" extrusionOk="0">
                  <a:moveTo>
                    <a:pt x="1340" y="0"/>
                  </a:moveTo>
                  <a:cubicBezTo>
                    <a:pt x="904" y="26"/>
                    <a:pt x="456" y="119"/>
                    <a:pt x="1" y="287"/>
                  </a:cubicBezTo>
                  <a:cubicBezTo>
                    <a:pt x="99" y="336"/>
                    <a:pt x="196" y="385"/>
                    <a:pt x="289" y="439"/>
                  </a:cubicBezTo>
                  <a:cubicBezTo>
                    <a:pt x="1316" y="1033"/>
                    <a:pt x="1783" y="2338"/>
                    <a:pt x="1081" y="3338"/>
                  </a:cubicBezTo>
                  <a:cubicBezTo>
                    <a:pt x="1208" y="3277"/>
                    <a:pt x="1332" y="3215"/>
                    <a:pt x="1446" y="3150"/>
                  </a:cubicBezTo>
                  <a:cubicBezTo>
                    <a:pt x="2905" y="2306"/>
                    <a:pt x="2547" y="693"/>
                    <a:pt x="1434" y="50"/>
                  </a:cubicBezTo>
                  <a:cubicBezTo>
                    <a:pt x="1403" y="33"/>
                    <a:pt x="1371" y="17"/>
                    <a:pt x="13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p:cNvSpPr/>
            <p:nvPr/>
          </p:nvSpPr>
          <p:spPr>
            <a:xfrm>
              <a:off x="1677541" y="4611697"/>
              <a:ext cx="309598" cy="196137"/>
            </a:xfrm>
            <a:custGeom>
              <a:avLst/>
              <a:gdLst/>
              <a:ahLst/>
              <a:cxnLst/>
              <a:rect l="l" t="t" r="r" b="b"/>
              <a:pathLst>
                <a:path w="6748" h="4275" extrusionOk="0">
                  <a:moveTo>
                    <a:pt x="3023" y="1"/>
                  </a:moveTo>
                  <a:cubicBezTo>
                    <a:pt x="2998" y="1"/>
                    <a:pt x="2973" y="1"/>
                    <a:pt x="2948" y="2"/>
                  </a:cubicBezTo>
                  <a:cubicBezTo>
                    <a:pt x="2759" y="79"/>
                    <a:pt x="2567" y="172"/>
                    <a:pt x="2377" y="282"/>
                  </a:cubicBezTo>
                  <a:cubicBezTo>
                    <a:pt x="918" y="1124"/>
                    <a:pt x="0" y="3331"/>
                    <a:pt x="1114" y="3974"/>
                  </a:cubicBezTo>
                  <a:cubicBezTo>
                    <a:pt x="1373" y="4124"/>
                    <a:pt x="1722" y="4212"/>
                    <a:pt x="2120" y="4251"/>
                  </a:cubicBezTo>
                  <a:cubicBezTo>
                    <a:pt x="2280" y="4267"/>
                    <a:pt x="2448" y="4275"/>
                    <a:pt x="2622" y="4275"/>
                  </a:cubicBezTo>
                  <a:cubicBezTo>
                    <a:pt x="3727" y="4275"/>
                    <a:pt x="5069" y="3968"/>
                    <a:pt x="6044" y="3505"/>
                  </a:cubicBezTo>
                  <a:cubicBezTo>
                    <a:pt x="6747" y="2505"/>
                    <a:pt x="6280" y="1200"/>
                    <a:pt x="5253" y="606"/>
                  </a:cubicBezTo>
                  <a:cubicBezTo>
                    <a:pt x="5158" y="552"/>
                    <a:pt x="5063" y="503"/>
                    <a:pt x="4965" y="454"/>
                  </a:cubicBezTo>
                  <a:cubicBezTo>
                    <a:pt x="4376" y="167"/>
                    <a:pt x="3718" y="1"/>
                    <a:pt x="30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p:cNvSpPr/>
            <p:nvPr/>
          </p:nvSpPr>
          <p:spPr>
            <a:xfrm>
              <a:off x="1855695" y="4633124"/>
              <a:ext cx="43081" cy="22711"/>
            </a:xfrm>
            <a:custGeom>
              <a:avLst/>
              <a:gdLst/>
              <a:ahLst/>
              <a:cxnLst/>
              <a:rect l="l" t="t" r="r" b="b"/>
              <a:pathLst>
                <a:path w="939" h="495" extrusionOk="0">
                  <a:moveTo>
                    <a:pt x="469" y="1"/>
                  </a:moveTo>
                  <a:cubicBezTo>
                    <a:pt x="360" y="1"/>
                    <a:pt x="251" y="25"/>
                    <a:pt x="167" y="73"/>
                  </a:cubicBezTo>
                  <a:cubicBezTo>
                    <a:pt x="1" y="170"/>
                    <a:pt x="1" y="326"/>
                    <a:pt x="167" y="422"/>
                  </a:cubicBezTo>
                  <a:cubicBezTo>
                    <a:pt x="251" y="470"/>
                    <a:pt x="360" y="494"/>
                    <a:pt x="469" y="494"/>
                  </a:cubicBezTo>
                  <a:cubicBezTo>
                    <a:pt x="578" y="494"/>
                    <a:pt x="688" y="470"/>
                    <a:pt x="771" y="422"/>
                  </a:cubicBezTo>
                  <a:cubicBezTo>
                    <a:pt x="939" y="326"/>
                    <a:pt x="939" y="170"/>
                    <a:pt x="771" y="73"/>
                  </a:cubicBezTo>
                  <a:cubicBezTo>
                    <a:pt x="688" y="25"/>
                    <a:pt x="578" y="1"/>
                    <a:pt x="46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p:cNvSpPr/>
            <p:nvPr/>
          </p:nvSpPr>
          <p:spPr>
            <a:xfrm>
              <a:off x="1642901" y="3496063"/>
              <a:ext cx="448385" cy="280831"/>
            </a:xfrm>
            <a:custGeom>
              <a:avLst/>
              <a:gdLst/>
              <a:ahLst/>
              <a:cxnLst/>
              <a:rect l="l" t="t" r="r" b="b"/>
              <a:pathLst>
                <a:path w="9773" h="6121" extrusionOk="0">
                  <a:moveTo>
                    <a:pt x="9772" y="0"/>
                  </a:moveTo>
                  <a:cubicBezTo>
                    <a:pt x="9772" y="247"/>
                    <a:pt x="9649" y="478"/>
                    <a:pt x="9455" y="608"/>
                  </a:cubicBezTo>
                  <a:cubicBezTo>
                    <a:pt x="9286" y="724"/>
                    <a:pt x="9034" y="820"/>
                    <a:pt x="8758" y="881"/>
                  </a:cubicBezTo>
                  <a:cubicBezTo>
                    <a:pt x="8537" y="932"/>
                    <a:pt x="8302" y="961"/>
                    <a:pt x="8085" y="961"/>
                  </a:cubicBezTo>
                  <a:cubicBezTo>
                    <a:pt x="8049" y="961"/>
                    <a:pt x="8013" y="960"/>
                    <a:pt x="7979" y="959"/>
                  </a:cubicBezTo>
                  <a:cubicBezTo>
                    <a:pt x="7954" y="959"/>
                    <a:pt x="7929" y="956"/>
                    <a:pt x="7907" y="956"/>
                  </a:cubicBezTo>
                  <a:cubicBezTo>
                    <a:pt x="7697" y="956"/>
                    <a:pt x="7503" y="1000"/>
                    <a:pt x="7367" y="1080"/>
                  </a:cubicBezTo>
                  <a:lnTo>
                    <a:pt x="6713" y="1456"/>
                  </a:lnTo>
                  <a:lnTo>
                    <a:pt x="4954" y="2472"/>
                  </a:lnTo>
                  <a:lnTo>
                    <a:pt x="4312" y="2844"/>
                  </a:lnTo>
                  <a:lnTo>
                    <a:pt x="2029" y="4162"/>
                  </a:lnTo>
                  <a:cubicBezTo>
                    <a:pt x="1927" y="4222"/>
                    <a:pt x="1857" y="4295"/>
                    <a:pt x="1828" y="4382"/>
                  </a:cubicBezTo>
                  <a:cubicBezTo>
                    <a:pt x="1817" y="4419"/>
                    <a:pt x="1812" y="4461"/>
                    <a:pt x="1816" y="4500"/>
                  </a:cubicBezTo>
                  <a:cubicBezTo>
                    <a:pt x="1816" y="4510"/>
                    <a:pt x="1817" y="4520"/>
                    <a:pt x="1819" y="4529"/>
                  </a:cubicBezTo>
                  <a:cubicBezTo>
                    <a:pt x="1904" y="5009"/>
                    <a:pt x="1556" y="5381"/>
                    <a:pt x="878" y="5568"/>
                  </a:cubicBezTo>
                  <a:cubicBezTo>
                    <a:pt x="809" y="5589"/>
                    <a:pt x="734" y="5608"/>
                    <a:pt x="657" y="5622"/>
                  </a:cubicBezTo>
                  <a:cubicBezTo>
                    <a:pt x="575" y="5640"/>
                    <a:pt x="489" y="5654"/>
                    <a:pt x="399" y="5666"/>
                  </a:cubicBezTo>
                  <a:lnTo>
                    <a:pt x="378" y="5669"/>
                  </a:lnTo>
                  <a:cubicBezTo>
                    <a:pt x="367" y="5670"/>
                    <a:pt x="355" y="5672"/>
                    <a:pt x="343" y="5673"/>
                  </a:cubicBezTo>
                  <a:cubicBezTo>
                    <a:pt x="283" y="5681"/>
                    <a:pt x="211" y="5689"/>
                    <a:pt x="154" y="5689"/>
                  </a:cubicBezTo>
                  <a:cubicBezTo>
                    <a:pt x="88" y="5689"/>
                    <a:pt x="40" y="5678"/>
                    <a:pt x="14" y="5652"/>
                  </a:cubicBezTo>
                  <a:cubicBezTo>
                    <a:pt x="6" y="5644"/>
                    <a:pt x="2" y="5636"/>
                    <a:pt x="1" y="5627"/>
                  </a:cubicBezTo>
                  <a:lnTo>
                    <a:pt x="1" y="6045"/>
                  </a:lnTo>
                  <a:cubicBezTo>
                    <a:pt x="1" y="6045"/>
                    <a:pt x="1" y="6071"/>
                    <a:pt x="6" y="6071"/>
                  </a:cubicBezTo>
                  <a:cubicBezTo>
                    <a:pt x="6" y="6071"/>
                    <a:pt x="6" y="6071"/>
                    <a:pt x="6" y="6071"/>
                  </a:cubicBezTo>
                  <a:cubicBezTo>
                    <a:pt x="10" y="6075"/>
                    <a:pt x="12" y="6080"/>
                    <a:pt x="15" y="6083"/>
                  </a:cubicBezTo>
                  <a:cubicBezTo>
                    <a:pt x="40" y="6108"/>
                    <a:pt x="88" y="6120"/>
                    <a:pt x="154" y="6120"/>
                  </a:cubicBezTo>
                  <a:cubicBezTo>
                    <a:pt x="224" y="6120"/>
                    <a:pt x="316" y="6106"/>
                    <a:pt x="379" y="6098"/>
                  </a:cubicBezTo>
                  <a:lnTo>
                    <a:pt x="399" y="6097"/>
                  </a:lnTo>
                  <a:cubicBezTo>
                    <a:pt x="1334" y="5973"/>
                    <a:pt x="1859" y="5589"/>
                    <a:pt x="1830" y="5056"/>
                  </a:cubicBezTo>
                  <a:lnTo>
                    <a:pt x="1830" y="4828"/>
                  </a:lnTo>
                  <a:cubicBezTo>
                    <a:pt x="1855" y="4737"/>
                    <a:pt x="1922" y="4654"/>
                    <a:pt x="2029" y="4592"/>
                  </a:cubicBezTo>
                  <a:lnTo>
                    <a:pt x="4313" y="3274"/>
                  </a:lnTo>
                  <a:lnTo>
                    <a:pt x="5237" y="2740"/>
                  </a:lnTo>
                  <a:lnTo>
                    <a:pt x="6713" y="1888"/>
                  </a:lnTo>
                  <a:lnTo>
                    <a:pt x="7367" y="1509"/>
                  </a:lnTo>
                  <a:cubicBezTo>
                    <a:pt x="7503" y="1429"/>
                    <a:pt x="7697" y="1387"/>
                    <a:pt x="7907" y="1387"/>
                  </a:cubicBezTo>
                  <a:cubicBezTo>
                    <a:pt x="7929" y="1387"/>
                    <a:pt x="7954" y="1388"/>
                    <a:pt x="7979" y="1390"/>
                  </a:cubicBezTo>
                  <a:cubicBezTo>
                    <a:pt x="8015" y="1392"/>
                    <a:pt x="8051" y="1392"/>
                    <a:pt x="8088" y="1392"/>
                  </a:cubicBezTo>
                  <a:cubicBezTo>
                    <a:pt x="8578" y="1392"/>
                    <a:pt x="9153" y="1244"/>
                    <a:pt x="9455" y="1039"/>
                  </a:cubicBezTo>
                  <a:cubicBezTo>
                    <a:pt x="9649" y="909"/>
                    <a:pt x="9772" y="679"/>
                    <a:pt x="9772" y="432"/>
                  </a:cubicBezTo>
                  <a:lnTo>
                    <a:pt x="97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p:cNvSpPr/>
            <p:nvPr/>
          </p:nvSpPr>
          <p:spPr>
            <a:xfrm>
              <a:off x="1567198" y="3702389"/>
              <a:ext cx="106212" cy="51477"/>
            </a:xfrm>
            <a:custGeom>
              <a:avLst/>
              <a:gdLst/>
              <a:ahLst/>
              <a:cxnLst/>
              <a:rect l="l" t="t" r="r" b="b"/>
              <a:pathLst>
                <a:path w="2315" h="1122" extrusionOk="0">
                  <a:moveTo>
                    <a:pt x="1188" y="1"/>
                  </a:moveTo>
                  <a:cubicBezTo>
                    <a:pt x="1140" y="1"/>
                    <a:pt x="1093" y="12"/>
                    <a:pt x="1072" y="28"/>
                  </a:cubicBezTo>
                  <a:lnTo>
                    <a:pt x="467" y="652"/>
                  </a:lnTo>
                  <a:cubicBezTo>
                    <a:pt x="442" y="678"/>
                    <a:pt x="393" y="691"/>
                    <a:pt x="343" y="691"/>
                  </a:cubicBezTo>
                  <a:cubicBezTo>
                    <a:pt x="292" y="691"/>
                    <a:pt x="242" y="677"/>
                    <a:pt x="216" y="652"/>
                  </a:cubicBezTo>
                  <a:cubicBezTo>
                    <a:pt x="68" y="493"/>
                    <a:pt x="4" y="308"/>
                    <a:pt x="2" y="133"/>
                  </a:cubicBezTo>
                  <a:cubicBezTo>
                    <a:pt x="2" y="128"/>
                    <a:pt x="3" y="124"/>
                    <a:pt x="3" y="119"/>
                  </a:cubicBezTo>
                  <a:cubicBezTo>
                    <a:pt x="2" y="112"/>
                    <a:pt x="1" y="107"/>
                    <a:pt x="1" y="99"/>
                  </a:cubicBezTo>
                  <a:lnTo>
                    <a:pt x="1" y="524"/>
                  </a:lnTo>
                  <a:cubicBezTo>
                    <a:pt x="1" y="532"/>
                    <a:pt x="1" y="541"/>
                    <a:pt x="1" y="550"/>
                  </a:cubicBezTo>
                  <a:lnTo>
                    <a:pt x="1" y="581"/>
                  </a:lnTo>
                  <a:cubicBezTo>
                    <a:pt x="9" y="751"/>
                    <a:pt x="74" y="926"/>
                    <a:pt x="216" y="1082"/>
                  </a:cubicBezTo>
                  <a:cubicBezTo>
                    <a:pt x="242" y="1109"/>
                    <a:pt x="293" y="1122"/>
                    <a:pt x="344" y="1122"/>
                  </a:cubicBezTo>
                  <a:cubicBezTo>
                    <a:pt x="394" y="1122"/>
                    <a:pt x="443" y="1109"/>
                    <a:pt x="468" y="1084"/>
                  </a:cubicBezTo>
                  <a:lnTo>
                    <a:pt x="1072" y="459"/>
                  </a:lnTo>
                  <a:cubicBezTo>
                    <a:pt x="1094" y="442"/>
                    <a:pt x="1142" y="431"/>
                    <a:pt x="1189" y="431"/>
                  </a:cubicBezTo>
                  <a:cubicBezTo>
                    <a:pt x="1481" y="449"/>
                    <a:pt x="1848" y="593"/>
                    <a:pt x="2064" y="674"/>
                  </a:cubicBezTo>
                  <a:lnTo>
                    <a:pt x="2298" y="433"/>
                  </a:lnTo>
                  <a:cubicBezTo>
                    <a:pt x="2315" y="408"/>
                    <a:pt x="2310" y="378"/>
                    <a:pt x="2291" y="361"/>
                  </a:cubicBezTo>
                  <a:cubicBezTo>
                    <a:pt x="2002" y="166"/>
                    <a:pt x="1613" y="41"/>
                    <a:pt x="11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a:off x="1985124" y="3450458"/>
              <a:ext cx="30510" cy="40512"/>
            </a:xfrm>
            <a:custGeom>
              <a:avLst/>
              <a:gdLst/>
              <a:ahLst/>
              <a:cxnLst/>
              <a:rect l="l" t="t" r="r" b="b"/>
              <a:pathLst>
                <a:path w="665" h="883" extrusionOk="0">
                  <a:moveTo>
                    <a:pt x="665" y="0"/>
                  </a:moveTo>
                  <a:cubicBezTo>
                    <a:pt x="664" y="14"/>
                    <a:pt x="657" y="27"/>
                    <a:pt x="647" y="35"/>
                  </a:cubicBezTo>
                  <a:lnTo>
                    <a:pt x="20" y="684"/>
                  </a:lnTo>
                  <a:cubicBezTo>
                    <a:pt x="1" y="707"/>
                    <a:pt x="4" y="739"/>
                    <a:pt x="23" y="756"/>
                  </a:cubicBezTo>
                  <a:cubicBezTo>
                    <a:pt x="92" y="803"/>
                    <a:pt x="169" y="846"/>
                    <a:pt x="251" y="883"/>
                  </a:cubicBezTo>
                  <a:lnTo>
                    <a:pt x="627" y="486"/>
                  </a:lnTo>
                  <a:lnTo>
                    <a:pt x="647" y="466"/>
                  </a:lnTo>
                  <a:cubicBezTo>
                    <a:pt x="657" y="455"/>
                    <a:pt x="665" y="439"/>
                    <a:pt x="665" y="425"/>
                  </a:cubicBezTo>
                  <a:lnTo>
                    <a:pt x="6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a:off x="1567289" y="3446925"/>
              <a:ext cx="523995" cy="310195"/>
            </a:xfrm>
            <a:custGeom>
              <a:avLst/>
              <a:gdLst/>
              <a:ahLst/>
              <a:cxnLst/>
              <a:rect l="l" t="t" r="r" b="b"/>
              <a:pathLst>
                <a:path w="11421" h="6761" extrusionOk="0">
                  <a:moveTo>
                    <a:pt x="9619" y="0"/>
                  </a:moveTo>
                  <a:cubicBezTo>
                    <a:pt x="9603" y="0"/>
                    <a:pt x="9587" y="0"/>
                    <a:pt x="9568" y="3"/>
                  </a:cubicBezTo>
                  <a:cubicBezTo>
                    <a:pt x="9508" y="6"/>
                    <a:pt x="9441" y="14"/>
                    <a:pt x="9391" y="22"/>
                  </a:cubicBezTo>
                  <a:lnTo>
                    <a:pt x="9371" y="23"/>
                  </a:lnTo>
                  <a:cubicBezTo>
                    <a:pt x="8383" y="155"/>
                    <a:pt x="7853" y="579"/>
                    <a:pt x="7953" y="1161"/>
                  </a:cubicBezTo>
                  <a:cubicBezTo>
                    <a:pt x="7977" y="1303"/>
                    <a:pt x="7900" y="1436"/>
                    <a:pt x="7743" y="1530"/>
                  </a:cubicBezTo>
                  <a:lnTo>
                    <a:pt x="5430" y="2865"/>
                  </a:lnTo>
                  <a:lnTo>
                    <a:pt x="4786" y="3238"/>
                  </a:lnTo>
                  <a:lnTo>
                    <a:pt x="3058" y="4234"/>
                  </a:lnTo>
                  <a:lnTo>
                    <a:pt x="2404" y="4611"/>
                  </a:lnTo>
                  <a:cubicBezTo>
                    <a:pt x="2268" y="4690"/>
                    <a:pt x="2078" y="4732"/>
                    <a:pt x="1866" y="4732"/>
                  </a:cubicBezTo>
                  <a:lnTo>
                    <a:pt x="1793" y="4732"/>
                  </a:lnTo>
                  <a:cubicBezTo>
                    <a:pt x="1754" y="4730"/>
                    <a:pt x="1715" y="4729"/>
                    <a:pt x="1675" y="4729"/>
                  </a:cubicBezTo>
                  <a:cubicBezTo>
                    <a:pt x="1189" y="4729"/>
                    <a:pt x="616" y="4877"/>
                    <a:pt x="316" y="5080"/>
                  </a:cubicBezTo>
                  <a:cubicBezTo>
                    <a:pt x="122" y="5211"/>
                    <a:pt x="0" y="5442"/>
                    <a:pt x="1" y="5687"/>
                  </a:cubicBezTo>
                  <a:cubicBezTo>
                    <a:pt x="1" y="5692"/>
                    <a:pt x="0" y="5697"/>
                    <a:pt x="0" y="5699"/>
                  </a:cubicBezTo>
                  <a:cubicBezTo>
                    <a:pt x="1" y="5876"/>
                    <a:pt x="66" y="6060"/>
                    <a:pt x="213" y="6219"/>
                  </a:cubicBezTo>
                  <a:cubicBezTo>
                    <a:pt x="238" y="6245"/>
                    <a:pt x="289" y="6258"/>
                    <a:pt x="340" y="6258"/>
                  </a:cubicBezTo>
                  <a:cubicBezTo>
                    <a:pt x="390" y="6258"/>
                    <a:pt x="440" y="6245"/>
                    <a:pt x="466" y="6219"/>
                  </a:cubicBezTo>
                  <a:lnTo>
                    <a:pt x="1070" y="5596"/>
                  </a:lnTo>
                  <a:cubicBezTo>
                    <a:pt x="1092" y="5580"/>
                    <a:pt x="1138" y="5569"/>
                    <a:pt x="1187" y="5569"/>
                  </a:cubicBezTo>
                  <a:cubicBezTo>
                    <a:pt x="1611" y="5608"/>
                    <a:pt x="2001" y="5733"/>
                    <a:pt x="2289" y="5929"/>
                  </a:cubicBezTo>
                  <a:cubicBezTo>
                    <a:pt x="2308" y="5945"/>
                    <a:pt x="2313" y="5975"/>
                    <a:pt x="2295" y="6001"/>
                  </a:cubicBezTo>
                  <a:lnTo>
                    <a:pt x="2062" y="6241"/>
                  </a:lnTo>
                  <a:lnTo>
                    <a:pt x="1980" y="6327"/>
                  </a:lnTo>
                  <a:lnTo>
                    <a:pt x="1858" y="6452"/>
                  </a:lnTo>
                  <a:lnTo>
                    <a:pt x="1668" y="6649"/>
                  </a:lnTo>
                  <a:cubicBezTo>
                    <a:pt x="1660" y="6657"/>
                    <a:pt x="1652" y="6668"/>
                    <a:pt x="1649" y="6679"/>
                  </a:cubicBezTo>
                  <a:lnTo>
                    <a:pt x="1649" y="6698"/>
                  </a:lnTo>
                  <a:cubicBezTo>
                    <a:pt x="1650" y="6707"/>
                    <a:pt x="1654" y="6715"/>
                    <a:pt x="1662" y="6723"/>
                  </a:cubicBezTo>
                  <a:cubicBezTo>
                    <a:pt x="1688" y="6749"/>
                    <a:pt x="1736" y="6760"/>
                    <a:pt x="1802" y="6760"/>
                  </a:cubicBezTo>
                  <a:cubicBezTo>
                    <a:pt x="1859" y="6760"/>
                    <a:pt x="1931" y="6752"/>
                    <a:pt x="1991" y="6744"/>
                  </a:cubicBezTo>
                  <a:cubicBezTo>
                    <a:pt x="2004" y="6743"/>
                    <a:pt x="2015" y="6741"/>
                    <a:pt x="2026" y="6740"/>
                  </a:cubicBezTo>
                  <a:lnTo>
                    <a:pt x="2047" y="6737"/>
                  </a:lnTo>
                  <a:cubicBezTo>
                    <a:pt x="2137" y="6725"/>
                    <a:pt x="2224" y="6711"/>
                    <a:pt x="2305" y="6694"/>
                  </a:cubicBezTo>
                  <a:cubicBezTo>
                    <a:pt x="2382" y="6679"/>
                    <a:pt x="2457" y="6660"/>
                    <a:pt x="2526" y="6639"/>
                  </a:cubicBezTo>
                  <a:cubicBezTo>
                    <a:pt x="3204" y="6452"/>
                    <a:pt x="3552" y="6080"/>
                    <a:pt x="3467" y="5600"/>
                  </a:cubicBezTo>
                  <a:cubicBezTo>
                    <a:pt x="3465" y="5591"/>
                    <a:pt x="3464" y="5581"/>
                    <a:pt x="3464" y="5572"/>
                  </a:cubicBezTo>
                  <a:cubicBezTo>
                    <a:pt x="3460" y="5532"/>
                    <a:pt x="3465" y="5490"/>
                    <a:pt x="3476" y="5453"/>
                  </a:cubicBezTo>
                  <a:cubicBezTo>
                    <a:pt x="3505" y="5367"/>
                    <a:pt x="3575" y="5293"/>
                    <a:pt x="3677" y="5233"/>
                  </a:cubicBezTo>
                  <a:lnTo>
                    <a:pt x="5960" y="3915"/>
                  </a:lnTo>
                  <a:lnTo>
                    <a:pt x="6602" y="3543"/>
                  </a:lnTo>
                  <a:lnTo>
                    <a:pt x="8361" y="2527"/>
                  </a:lnTo>
                  <a:lnTo>
                    <a:pt x="9015" y="2151"/>
                  </a:lnTo>
                  <a:cubicBezTo>
                    <a:pt x="9151" y="2071"/>
                    <a:pt x="9345" y="2027"/>
                    <a:pt x="9555" y="2027"/>
                  </a:cubicBezTo>
                  <a:cubicBezTo>
                    <a:pt x="9577" y="2027"/>
                    <a:pt x="9602" y="2030"/>
                    <a:pt x="9627" y="2030"/>
                  </a:cubicBezTo>
                  <a:cubicBezTo>
                    <a:pt x="9661" y="2031"/>
                    <a:pt x="9697" y="2032"/>
                    <a:pt x="9733" y="2032"/>
                  </a:cubicBezTo>
                  <a:cubicBezTo>
                    <a:pt x="9950" y="2032"/>
                    <a:pt x="10185" y="2003"/>
                    <a:pt x="10406" y="1952"/>
                  </a:cubicBezTo>
                  <a:cubicBezTo>
                    <a:pt x="10682" y="1891"/>
                    <a:pt x="10934" y="1795"/>
                    <a:pt x="11103" y="1681"/>
                  </a:cubicBezTo>
                  <a:cubicBezTo>
                    <a:pt x="11297" y="1549"/>
                    <a:pt x="11420" y="1318"/>
                    <a:pt x="11420" y="1071"/>
                  </a:cubicBezTo>
                  <a:cubicBezTo>
                    <a:pt x="11420" y="1020"/>
                    <a:pt x="11415" y="970"/>
                    <a:pt x="11404" y="918"/>
                  </a:cubicBezTo>
                  <a:cubicBezTo>
                    <a:pt x="11378" y="790"/>
                    <a:pt x="11313" y="660"/>
                    <a:pt x="11205" y="542"/>
                  </a:cubicBezTo>
                  <a:cubicBezTo>
                    <a:pt x="11179" y="515"/>
                    <a:pt x="11129" y="502"/>
                    <a:pt x="11079" y="502"/>
                  </a:cubicBezTo>
                  <a:cubicBezTo>
                    <a:pt x="11029" y="502"/>
                    <a:pt x="10979" y="515"/>
                    <a:pt x="10953" y="542"/>
                  </a:cubicBezTo>
                  <a:lnTo>
                    <a:pt x="10406" y="1106"/>
                  </a:lnTo>
                  <a:lnTo>
                    <a:pt x="10350" y="1164"/>
                  </a:lnTo>
                  <a:cubicBezTo>
                    <a:pt x="10328" y="1179"/>
                    <a:pt x="10281" y="1191"/>
                    <a:pt x="10235" y="1191"/>
                  </a:cubicBezTo>
                  <a:cubicBezTo>
                    <a:pt x="9994" y="1169"/>
                    <a:pt x="9770" y="1118"/>
                    <a:pt x="9562" y="1044"/>
                  </a:cubicBezTo>
                  <a:cubicBezTo>
                    <a:pt x="9492" y="1018"/>
                    <a:pt x="9422" y="989"/>
                    <a:pt x="9358" y="959"/>
                  </a:cubicBezTo>
                  <a:cubicBezTo>
                    <a:pt x="9276" y="922"/>
                    <a:pt x="9200" y="880"/>
                    <a:pt x="9129" y="833"/>
                  </a:cubicBezTo>
                  <a:cubicBezTo>
                    <a:pt x="9111" y="816"/>
                    <a:pt x="9108" y="784"/>
                    <a:pt x="9126" y="761"/>
                  </a:cubicBezTo>
                  <a:lnTo>
                    <a:pt x="9754" y="111"/>
                  </a:lnTo>
                  <a:cubicBezTo>
                    <a:pt x="9763" y="103"/>
                    <a:pt x="9772" y="91"/>
                    <a:pt x="9773" y="76"/>
                  </a:cubicBezTo>
                  <a:cubicBezTo>
                    <a:pt x="9773" y="64"/>
                    <a:pt x="9770" y="49"/>
                    <a:pt x="9755" y="36"/>
                  </a:cubicBezTo>
                  <a:cubicBezTo>
                    <a:pt x="9729" y="12"/>
                    <a:pt x="9685" y="0"/>
                    <a:pt x="9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a:off x="1786828" y="3578373"/>
              <a:ext cx="99376" cy="67902"/>
            </a:xfrm>
            <a:custGeom>
              <a:avLst/>
              <a:gdLst/>
              <a:ahLst/>
              <a:cxnLst/>
              <a:rect l="l" t="t" r="r" b="b"/>
              <a:pathLst>
                <a:path w="2166" h="1480" extrusionOk="0">
                  <a:moveTo>
                    <a:pt x="645" y="0"/>
                  </a:moveTo>
                  <a:lnTo>
                    <a:pt x="1" y="373"/>
                  </a:lnTo>
                  <a:lnTo>
                    <a:pt x="1175" y="1050"/>
                  </a:lnTo>
                  <a:lnTo>
                    <a:pt x="1176" y="1480"/>
                  </a:lnTo>
                  <a:lnTo>
                    <a:pt x="2100" y="946"/>
                  </a:lnTo>
                  <a:lnTo>
                    <a:pt x="2165" y="878"/>
                  </a:lnTo>
                  <a:lnTo>
                    <a:pt x="1817" y="678"/>
                  </a:lnTo>
                  <a:lnTo>
                    <a:pt x="64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a:off x="1601287" y="3460322"/>
              <a:ext cx="294779" cy="177601"/>
            </a:xfrm>
            <a:custGeom>
              <a:avLst/>
              <a:gdLst/>
              <a:ahLst/>
              <a:cxnLst/>
              <a:rect l="l" t="t" r="r" b="b"/>
              <a:pathLst>
                <a:path w="6425" h="3871" extrusionOk="0">
                  <a:moveTo>
                    <a:pt x="390" y="1"/>
                  </a:moveTo>
                  <a:cubicBezTo>
                    <a:pt x="225" y="1"/>
                    <a:pt x="1" y="357"/>
                    <a:pt x="155" y="488"/>
                  </a:cubicBezTo>
                  <a:lnTo>
                    <a:pt x="5925" y="3820"/>
                  </a:lnTo>
                  <a:cubicBezTo>
                    <a:pt x="5984" y="3854"/>
                    <a:pt x="6048" y="3870"/>
                    <a:pt x="6109" y="3870"/>
                  </a:cubicBezTo>
                  <a:cubicBezTo>
                    <a:pt x="6208" y="3870"/>
                    <a:pt x="6300" y="3826"/>
                    <a:pt x="6349" y="3741"/>
                  </a:cubicBezTo>
                  <a:cubicBezTo>
                    <a:pt x="6424" y="3610"/>
                    <a:pt x="6358" y="3431"/>
                    <a:pt x="6202" y="3340"/>
                  </a:cubicBezTo>
                  <a:lnTo>
                    <a:pt x="431" y="9"/>
                  </a:lnTo>
                  <a:cubicBezTo>
                    <a:pt x="418" y="4"/>
                    <a:pt x="404" y="1"/>
                    <a:pt x="39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a:off x="1856016" y="3593422"/>
              <a:ext cx="83364" cy="86025"/>
            </a:xfrm>
            <a:custGeom>
              <a:avLst/>
              <a:gdLst/>
              <a:ahLst/>
              <a:cxnLst/>
              <a:rect l="l" t="t" r="r" b="b"/>
              <a:pathLst>
                <a:path w="1817" h="1875" extrusionOk="0">
                  <a:moveTo>
                    <a:pt x="790" y="0"/>
                  </a:moveTo>
                  <a:cubicBezTo>
                    <a:pt x="717" y="0"/>
                    <a:pt x="635" y="25"/>
                    <a:pt x="548" y="74"/>
                  </a:cubicBezTo>
                  <a:cubicBezTo>
                    <a:pt x="245" y="249"/>
                    <a:pt x="1" y="673"/>
                    <a:pt x="1" y="1021"/>
                  </a:cubicBezTo>
                  <a:cubicBezTo>
                    <a:pt x="1" y="1154"/>
                    <a:pt x="37" y="1257"/>
                    <a:pt x="97" y="1324"/>
                  </a:cubicBezTo>
                  <a:cubicBezTo>
                    <a:pt x="112" y="1339"/>
                    <a:pt x="126" y="1352"/>
                    <a:pt x="142" y="1365"/>
                  </a:cubicBezTo>
                  <a:cubicBezTo>
                    <a:pt x="148" y="1368"/>
                    <a:pt x="175" y="1383"/>
                    <a:pt x="175" y="1383"/>
                  </a:cubicBezTo>
                  <a:lnTo>
                    <a:pt x="1027" y="1875"/>
                  </a:lnTo>
                  <a:cubicBezTo>
                    <a:pt x="948" y="1811"/>
                    <a:pt x="898" y="1697"/>
                    <a:pt x="898" y="1543"/>
                  </a:cubicBezTo>
                  <a:cubicBezTo>
                    <a:pt x="898" y="1193"/>
                    <a:pt x="1143" y="770"/>
                    <a:pt x="1445" y="596"/>
                  </a:cubicBezTo>
                  <a:cubicBezTo>
                    <a:pt x="1532" y="545"/>
                    <a:pt x="1614" y="521"/>
                    <a:pt x="1687" y="521"/>
                  </a:cubicBezTo>
                  <a:cubicBezTo>
                    <a:pt x="1734" y="521"/>
                    <a:pt x="1777" y="531"/>
                    <a:pt x="1815" y="549"/>
                  </a:cubicBezTo>
                  <a:cubicBezTo>
                    <a:pt x="1817" y="548"/>
                    <a:pt x="957" y="52"/>
                    <a:pt x="957" y="52"/>
                  </a:cubicBezTo>
                  <a:lnTo>
                    <a:pt x="907" y="25"/>
                  </a:lnTo>
                  <a:cubicBezTo>
                    <a:pt x="895" y="18"/>
                    <a:pt x="881" y="13"/>
                    <a:pt x="866" y="10"/>
                  </a:cubicBezTo>
                  <a:cubicBezTo>
                    <a:pt x="842" y="4"/>
                    <a:pt x="817" y="0"/>
                    <a:pt x="7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1"/>
            <p:cNvSpPr/>
            <p:nvPr/>
          </p:nvSpPr>
          <p:spPr>
            <a:xfrm>
              <a:off x="1876525" y="3604984"/>
              <a:ext cx="284043" cy="202331"/>
            </a:xfrm>
            <a:custGeom>
              <a:avLst/>
              <a:gdLst/>
              <a:ahLst/>
              <a:cxnLst/>
              <a:rect l="l" t="t" r="r" b="b"/>
              <a:pathLst>
                <a:path w="6191" h="4410" extrusionOk="0">
                  <a:moveTo>
                    <a:pt x="1390" y="1"/>
                  </a:moveTo>
                  <a:cubicBezTo>
                    <a:pt x="974" y="1"/>
                    <a:pt x="569" y="217"/>
                    <a:pt x="345" y="604"/>
                  </a:cubicBezTo>
                  <a:lnTo>
                    <a:pt x="333" y="625"/>
                  </a:lnTo>
                  <a:cubicBezTo>
                    <a:pt x="1" y="1200"/>
                    <a:pt x="198" y="1937"/>
                    <a:pt x="774" y="2269"/>
                  </a:cubicBezTo>
                  <a:lnTo>
                    <a:pt x="4201" y="4248"/>
                  </a:lnTo>
                  <a:cubicBezTo>
                    <a:pt x="4391" y="4357"/>
                    <a:pt x="4598" y="4409"/>
                    <a:pt x="4802" y="4409"/>
                  </a:cubicBezTo>
                  <a:cubicBezTo>
                    <a:pt x="5218" y="4409"/>
                    <a:pt x="5622" y="4193"/>
                    <a:pt x="5846" y="3807"/>
                  </a:cubicBezTo>
                  <a:lnTo>
                    <a:pt x="5858" y="3786"/>
                  </a:lnTo>
                  <a:cubicBezTo>
                    <a:pt x="6190" y="3210"/>
                    <a:pt x="5993" y="2473"/>
                    <a:pt x="5417" y="2141"/>
                  </a:cubicBezTo>
                  <a:lnTo>
                    <a:pt x="1990" y="162"/>
                  </a:lnTo>
                  <a:cubicBezTo>
                    <a:pt x="1801" y="53"/>
                    <a:pt x="1594" y="1"/>
                    <a:pt x="139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1"/>
            <p:cNvSpPr/>
            <p:nvPr/>
          </p:nvSpPr>
          <p:spPr>
            <a:xfrm>
              <a:off x="1883545" y="3605810"/>
              <a:ext cx="60057" cy="77491"/>
            </a:xfrm>
            <a:custGeom>
              <a:avLst/>
              <a:gdLst/>
              <a:ahLst/>
              <a:cxnLst/>
              <a:rect l="l" t="t" r="r" b="b"/>
              <a:pathLst>
                <a:path w="1309" h="1689" extrusionOk="0">
                  <a:moveTo>
                    <a:pt x="946" y="1"/>
                  </a:moveTo>
                  <a:cubicBezTo>
                    <a:pt x="858" y="1"/>
                    <a:pt x="759" y="30"/>
                    <a:pt x="654" y="90"/>
                  </a:cubicBezTo>
                  <a:cubicBezTo>
                    <a:pt x="293" y="298"/>
                    <a:pt x="1" y="805"/>
                    <a:pt x="1" y="1222"/>
                  </a:cubicBezTo>
                  <a:cubicBezTo>
                    <a:pt x="1" y="1517"/>
                    <a:pt x="148" y="1688"/>
                    <a:pt x="362" y="1688"/>
                  </a:cubicBezTo>
                  <a:cubicBezTo>
                    <a:pt x="450" y="1688"/>
                    <a:pt x="549" y="1660"/>
                    <a:pt x="654" y="1599"/>
                  </a:cubicBezTo>
                  <a:cubicBezTo>
                    <a:pt x="1015" y="1391"/>
                    <a:pt x="1308" y="884"/>
                    <a:pt x="1308" y="467"/>
                  </a:cubicBezTo>
                  <a:cubicBezTo>
                    <a:pt x="1308" y="172"/>
                    <a:pt x="1161" y="1"/>
                    <a:pt x="946" y="1"/>
                  </a:cubicBezTo>
                  <a:close/>
                </a:path>
              </a:pathLst>
            </a:custGeom>
            <a:solidFill>
              <a:srgbClr val="E83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1"/>
            <p:cNvSpPr/>
            <p:nvPr/>
          </p:nvSpPr>
          <p:spPr>
            <a:xfrm>
              <a:off x="1892216" y="3662197"/>
              <a:ext cx="176225" cy="116122"/>
            </a:xfrm>
            <a:custGeom>
              <a:avLst/>
              <a:gdLst/>
              <a:ahLst/>
              <a:cxnLst/>
              <a:rect l="l" t="t" r="r" b="b"/>
              <a:pathLst>
                <a:path w="3841" h="2531" extrusionOk="0">
                  <a:moveTo>
                    <a:pt x="112" y="0"/>
                  </a:moveTo>
                  <a:cubicBezTo>
                    <a:pt x="46" y="0"/>
                    <a:pt x="1" y="53"/>
                    <a:pt x="1" y="145"/>
                  </a:cubicBezTo>
                  <a:lnTo>
                    <a:pt x="1" y="169"/>
                  </a:lnTo>
                  <a:cubicBezTo>
                    <a:pt x="1" y="298"/>
                    <a:pt x="91" y="455"/>
                    <a:pt x="202" y="520"/>
                  </a:cubicBezTo>
                  <a:lnTo>
                    <a:pt x="3638" y="2503"/>
                  </a:lnTo>
                  <a:cubicBezTo>
                    <a:pt x="3670" y="2521"/>
                    <a:pt x="3701" y="2530"/>
                    <a:pt x="3728" y="2530"/>
                  </a:cubicBezTo>
                  <a:cubicBezTo>
                    <a:pt x="3795" y="2530"/>
                    <a:pt x="3841" y="2478"/>
                    <a:pt x="3841" y="2386"/>
                  </a:cubicBezTo>
                  <a:lnTo>
                    <a:pt x="3841" y="2362"/>
                  </a:lnTo>
                  <a:cubicBezTo>
                    <a:pt x="3841" y="2233"/>
                    <a:pt x="3750" y="2076"/>
                    <a:pt x="3638" y="2011"/>
                  </a:cubicBezTo>
                  <a:lnTo>
                    <a:pt x="202" y="28"/>
                  </a:lnTo>
                  <a:cubicBezTo>
                    <a:pt x="170" y="9"/>
                    <a:pt x="139" y="0"/>
                    <a:pt x="1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1"/>
            <p:cNvSpPr/>
            <p:nvPr/>
          </p:nvSpPr>
          <p:spPr>
            <a:xfrm>
              <a:off x="1921121" y="3610581"/>
              <a:ext cx="187466" cy="106763"/>
            </a:xfrm>
            <a:custGeom>
              <a:avLst/>
              <a:gdLst/>
              <a:ahLst/>
              <a:cxnLst/>
              <a:rect l="l" t="t" r="r" b="b"/>
              <a:pathLst>
                <a:path w="4086" h="2327" extrusionOk="0">
                  <a:moveTo>
                    <a:pt x="335" y="0"/>
                  </a:moveTo>
                  <a:cubicBezTo>
                    <a:pt x="262" y="0"/>
                    <a:pt x="189" y="17"/>
                    <a:pt x="133" y="49"/>
                  </a:cubicBezTo>
                  <a:lnTo>
                    <a:pt x="113" y="62"/>
                  </a:lnTo>
                  <a:cubicBezTo>
                    <a:pt x="0" y="126"/>
                    <a:pt x="0" y="231"/>
                    <a:pt x="113" y="295"/>
                  </a:cubicBezTo>
                  <a:lnTo>
                    <a:pt x="3547" y="2278"/>
                  </a:lnTo>
                  <a:cubicBezTo>
                    <a:pt x="3603" y="2310"/>
                    <a:pt x="3676" y="2327"/>
                    <a:pt x="3750" y="2327"/>
                  </a:cubicBezTo>
                  <a:cubicBezTo>
                    <a:pt x="3823" y="2327"/>
                    <a:pt x="3897" y="2310"/>
                    <a:pt x="3953" y="2278"/>
                  </a:cubicBezTo>
                  <a:lnTo>
                    <a:pt x="3973" y="2266"/>
                  </a:lnTo>
                  <a:cubicBezTo>
                    <a:pt x="4086" y="2201"/>
                    <a:pt x="4086" y="2096"/>
                    <a:pt x="3973" y="2032"/>
                  </a:cubicBezTo>
                  <a:lnTo>
                    <a:pt x="539" y="49"/>
                  </a:lnTo>
                  <a:cubicBezTo>
                    <a:pt x="482" y="17"/>
                    <a:pt x="409" y="0"/>
                    <a:pt x="3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1"/>
            <p:cNvSpPr/>
            <p:nvPr/>
          </p:nvSpPr>
          <p:spPr>
            <a:xfrm>
              <a:off x="1900796" y="3632512"/>
              <a:ext cx="184116" cy="112039"/>
            </a:xfrm>
            <a:custGeom>
              <a:avLst/>
              <a:gdLst/>
              <a:ahLst/>
              <a:cxnLst/>
              <a:rect l="l" t="t" r="r" b="b"/>
              <a:pathLst>
                <a:path w="4013" h="2442" extrusionOk="0">
                  <a:moveTo>
                    <a:pt x="262" y="1"/>
                  </a:moveTo>
                  <a:cubicBezTo>
                    <a:pt x="192" y="1"/>
                    <a:pt x="118" y="41"/>
                    <a:pt x="74" y="109"/>
                  </a:cubicBezTo>
                  <a:lnTo>
                    <a:pt x="63" y="127"/>
                  </a:lnTo>
                  <a:cubicBezTo>
                    <a:pt x="1" y="224"/>
                    <a:pt x="21" y="343"/>
                    <a:pt x="108" y="391"/>
                  </a:cubicBezTo>
                  <a:lnTo>
                    <a:pt x="3669" y="2421"/>
                  </a:lnTo>
                  <a:cubicBezTo>
                    <a:pt x="3695" y="2435"/>
                    <a:pt x="3723" y="2442"/>
                    <a:pt x="3752" y="2442"/>
                  </a:cubicBezTo>
                  <a:cubicBezTo>
                    <a:pt x="3822" y="2442"/>
                    <a:pt x="3896" y="2402"/>
                    <a:pt x="3940" y="2333"/>
                  </a:cubicBezTo>
                  <a:lnTo>
                    <a:pt x="3951" y="2315"/>
                  </a:lnTo>
                  <a:cubicBezTo>
                    <a:pt x="4013" y="2219"/>
                    <a:pt x="3993" y="2100"/>
                    <a:pt x="3906" y="2052"/>
                  </a:cubicBezTo>
                  <a:lnTo>
                    <a:pt x="344" y="22"/>
                  </a:lnTo>
                  <a:cubicBezTo>
                    <a:pt x="319" y="8"/>
                    <a:pt x="291" y="1"/>
                    <a:pt x="2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1"/>
            <p:cNvSpPr/>
            <p:nvPr/>
          </p:nvSpPr>
          <p:spPr>
            <a:xfrm>
              <a:off x="1560958" y="3440685"/>
              <a:ext cx="81070" cy="49642"/>
            </a:xfrm>
            <a:custGeom>
              <a:avLst/>
              <a:gdLst/>
              <a:ahLst/>
              <a:cxnLst/>
              <a:rect l="l" t="t" r="r" b="b"/>
              <a:pathLst>
                <a:path w="1767" h="1082" extrusionOk="0">
                  <a:moveTo>
                    <a:pt x="335" y="0"/>
                  </a:moveTo>
                  <a:lnTo>
                    <a:pt x="1" y="193"/>
                  </a:lnTo>
                  <a:lnTo>
                    <a:pt x="546" y="757"/>
                  </a:lnTo>
                  <a:lnTo>
                    <a:pt x="1432" y="1081"/>
                  </a:lnTo>
                  <a:lnTo>
                    <a:pt x="1766" y="889"/>
                  </a:lnTo>
                  <a:lnTo>
                    <a:pt x="1206" y="376"/>
                  </a:lnTo>
                  <a:lnTo>
                    <a:pt x="33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1"/>
            <p:cNvSpPr/>
            <p:nvPr/>
          </p:nvSpPr>
          <p:spPr>
            <a:xfrm>
              <a:off x="1560958" y="3440685"/>
              <a:ext cx="89604" cy="45421"/>
            </a:xfrm>
            <a:custGeom>
              <a:avLst/>
              <a:gdLst/>
              <a:ahLst/>
              <a:cxnLst/>
              <a:rect l="l" t="t" r="r" b="b"/>
              <a:pathLst>
                <a:path w="1953" h="990" extrusionOk="0">
                  <a:moveTo>
                    <a:pt x="335" y="0"/>
                  </a:moveTo>
                  <a:lnTo>
                    <a:pt x="1" y="193"/>
                  </a:lnTo>
                  <a:lnTo>
                    <a:pt x="564" y="608"/>
                  </a:lnTo>
                  <a:lnTo>
                    <a:pt x="1451" y="933"/>
                  </a:lnTo>
                  <a:cubicBezTo>
                    <a:pt x="1551" y="972"/>
                    <a:pt x="1642" y="990"/>
                    <a:pt x="1714" y="990"/>
                  </a:cubicBezTo>
                  <a:cubicBezTo>
                    <a:pt x="1887" y="990"/>
                    <a:pt x="1953" y="888"/>
                    <a:pt x="1785" y="740"/>
                  </a:cubicBezTo>
                  <a:lnTo>
                    <a:pt x="1224" y="228"/>
                  </a:lnTo>
                  <a:lnTo>
                    <a:pt x="3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8" name="Google Shape;648;p31"/>
          <p:cNvGrpSpPr/>
          <p:nvPr/>
        </p:nvGrpSpPr>
        <p:grpSpPr>
          <a:xfrm>
            <a:off x="459961" y="301521"/>
            <a:ext cx="510276" cy="1011126"/>
            <a:chOff x="331179" y="148675"/>
            <a:chExt cx="557496" cy="1104693"/>
          </a:xfrm>
        </p:grpSpPr>
        <p:sp>
          <p:nvSpPr>
            <p:cNvPr id="649" name="Google Shape;649;p31"/>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1"/>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1"/>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1"/>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1"/>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1"/>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1"/>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1"/>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1"/>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1"/>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1"/>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1"/>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1"/>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1"/>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1"/>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1"/>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1"/>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1"/>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1"/>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EC537FC3-FFAC-9A9A-83E3-2BA8F4AFE087}"/>
            </a:ext>
          </a:extLst>
        </p:cNvPr>
        <p:cNvGrpSpPr/>
        <p:nvPr/>
      </p:nvGrpSpPr>
      <p:grpSpPr>
        <a:xfrm>
          <a:off x="0" y="0"/>
          <a:ext cx="0" cy="0"/>
          <a:chOff x="0" y="0"/>
          <a:chExt cx="0" cy="0"/>
        </a:xfrm>
      </p:grpSpPr>
      <p:grpSp>
        <p:nvGrpSpPr>
          <p:cNvPr id="733" name="Google Shape;733;p32">
            <a:extLst>
              <a:ext uri="{FF2B5EF4-FFF2-40B4-BE49-F238E27FC236}">
                <a16:creationId xmlns:a16="http://schemas.microsoft.com/office/drawing/2014/main" id="{2C8C2707-7F29-2AF1-F513-F871D6ACFED8}"/>
              </a:ext>
            </a:extLst>
          </p:cNvPr>
          <p:cNvGrpSpPr/>
          <p:nvPr/>
        </p:nvGrpSpPr>
        <p:grpSpPr>
          <a:xfrm>
            <a:off x="333839" y="391060"/>
            <a:ext cx="536748" cy="599601"/>
            <a:chOff x="-1981011" y="3336622"/>
            <a:chExt cx="536748" cy="599601"/>
          </a:xfrm>
        </p:grpSpPr>
        <p:sp>
          <p:nvSpPr>
            <p:cNvPr id="734" name="Google Shape;734;p32">
              <a:extLst>
                <a:ext uri="{FF2B5EF4-FFF2-40B4-BE49-F238E27FC236}">
                  <a16:creationId xmlns:a16="http://schemas.microsoft.com/office/drawing/2014/main" id="{3E44199A-AB17-1203-EBB8-FA36156E7543}"/>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5" name="Google Shape;735;p32">
              <a:extLst>
                <a:ext uri="{FF2B5EF4-FFF2-40B4-BE49-F238E27FC236}">
                  <a16:creationId xmlns:a16="http://schemas.microsoft.com/office/drawing/2014/main" id="{6B3ECA25-936D-C93B-0325-B5C8D5276422}"/>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6" name="Google Shape;736;p32">
              <a:extLst>
                <a:ext uri="{FF2B5EF4-FFF2-40B4-BE49-F238E27FC236}">
                  <a16:creationId xmlns:a16="http://schemas.microsoft.com/office/drawing/2014/main" id="{DAB5FE26-22D7-4226-EAD1-A14C5BB9D40A}"/>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7" name="Google Shape;737;p32">
              <a:extLst>
                <a:ext uri="{FF2B5EF4-FFF2-40B4-BE49-F238E27FC236}">
                  <a16:creationId xmlns:a16="http://schemas.microsoft.com/office/drawing/2014/main" id="{C6A91BD3-A0F8-CCF0-08C0-DF9A8CC2DE53}"/>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8" name="Google Shape;738;p32">
              <a:extLst>
                <a:ext uri="{FF2B5EF4-FFF2-40B4-BE49-F238E27FC236}">
                  <a16:creationId xmlns:a16="http://schemas.microsoft.com/office/drawing/2014/main" id="{C3EA74F8-6FFE-9021-A4F7-1D30660D27FC}"/>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pic>
        <p:nvPicPr>
          <p:cNvPr id="672" name="Google Shape;672;p32">
            <a:extLst>
              <a:ext uri="{FF2B5EF4-FFF2-40B4-BE49-F238E27FC236}">
                <a16:creationId xmlns:a16="http://schemas.microsoft.com/office/drawing/2014/main" id="{F19101E7-4EF0-09CF-A6FE-767DB1602F0B}"/>
              </a:ext>
            </a:extLst>
          </p:cNvPr>
          <p:cNvPicPr preferRelativeResize="0"/>
          <p:nvPr/>
        </p:nvPicPr>
        <p:blipFill rotWithShape="1">
          <a:blip r:embed="rId3">
            <a:alphaModFix/>
          </a:blip>
          <a:srcRect l="48461" t="-1107" r="2177" b="1107"/>
          <a:stretch>
            <a:fillRect/>
          </a:stretch>
        </p:blipFill>
        <p:spPr>
          <a:xfrm>
            <a:off x="5972670" y="733775"/>
            <a:ext cx="3225800" cy="3675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73" name="Google Shape;673;p32">
            <a:extLst>
              <a:ext uri="{FF2B5EF4-FFF2-40B4-BE49-F238E27FC236}">
                <a16:creationId xmlns:a16="http://schemas.microsoft.com/office/drawing/2014/main" id="{904BE7A2-A23B-49C9-6098-18B5BE11415E}"/>
              </a:ext>
            </a:extLst>
          </p:cNvPr>
          <p:cNvSpPr txBox="1">
            <a:spLocks noGrp="1"/>
          </p:cNvSpPr>
          <p:nvPr>
            <p:ph type="title"/>
          </p:nvPr>
        </p:nvSpPr>
        <p:spPr>
          <a:xfrm>
            <a:off x="654624" y="199061"/>
            <a:ext cx="586591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rPr>
              <a:t>MACHINE LEARNING</a:t>
            </a:r>
            <a:endParaRPr dirty="0">
              <a:solidFill>
                <a:schemeClr val="lt2"/>
              </a:solidFill>
            </a:endParaRPr>
          </a:p>
        </p:txBody>
      </p:sp>
      <p:sp>
        <p:nvSpPr>
          <p:cNvPr id="674" name="Google Shape;674;p32">
            <a:extLst>
              <a:ext uri="{FF2B5EF4-FFF2-40B4-BE49-F238E27FC236}">
                <a16:creationId xmlns:a16="http://schemas.microsoft.com/office/drawing/2014/main" id="{22F3DF1C-CE96-D4EE-3F47-8CFD2FE9FFCC}"/>
              </a:ext>
            </a:extLst>
          </p:cNvPr>
          <p:cNvSpPr txBox="1">
            <a:spLocks noGrp="1"/>
          </p:cNvSpPr>
          <p:nvPr>
            <p:ph type="subTitle" idx="1"/>
          </p:nvPr>
        </p:nvSpPr>
        <p:spPr>
          <a:xfrm>
            <a:off x="159324" y="1203262"/>
            <a:ext cx="5593776" cy="1974900"/>
          </a:xfrm>
          <a:prstGeom prst="rect">
            <a:avLst/>
          </a:prstGeom>
        </p:spPr>
        <p:txBody>
          <a:bodyPr spcFirstLastPara="1" wrap="square" lIns="91425" tIns="91425" rIns="91425" bIns="91425" anchor="t" anchorCtr="0">
            <a:noAutofit/>
          </a:bodyPr>
          <a:lstStyle/>
          <a:p>
            <a:pPr marL="0" lvl="0" indent="0"/>
            <a:r>
              <a:rPr lang="vi-VN" b="1" dirty="0"/>
              <a:t>Machine Learning (Học máy)</a:t>
            </a:r>
            <a:r>
              <a:rPr lang="vi-VN" dirty="0"/>
              <a:t> là một lĩnh vực của Trí tuệ nhân tạo (AI), tập trung vào việc xây dựng các hệ thống có khả năng </a:t>
            </a:r>
            <a:r>
              <a:rPr lang="vi-VN" b="1" dirty="0"/>
              <a:t>tự học hỏi từ dữ liệu</a:t>
            </a:r>
            <a:r>
              <a:rPr lang="vi-VN" dirty="0"/>
              <a:t> để đưa ra dự đoán hoặc quyết định mà không cần phải được lập trình từng bước một cách thủ công.</a:t>
            </a:r>
            <a:endParaRPr lang="en-US" dirty="0"/>
          </a:p>
          <a:p>
            <a:pPr marL="0" lvl="0" indent="0"/>
            <a:r>
              <a:rPr lang="vi-VN" dirty="0"/>
              <a:t>Việc ứng dụng Học máy (Machine Learning) vào Hệ thống phát hiện xâm nhập (Intrusion Detection System - IDS) đánh dấu bước chuyển mình quan trọng trong lĩnh vực an ninh mạng. Thay vì dựa hoàn toàn vào các tập luật cố định do con người định nghĩa, ML cho phép hệ thống tự động học hỏi và nhận diện các mẫu hành vi bất thường từ lượng lớn dữ liệu lịch sử.</a:t>
            </a:r>
            <a:endParaRPr dirty="0"/>
          </a:p>
        </p:txBody>
      </p:sp>
      <p:sp>
        <p:nvSpPr>
          <p:cNvPr id="675" name="Google Shape;675;p32">
            <a:extLst>
              <a:ext uri="{FF2B5EF4-FFF2-40B4-BE49-F238E27FC236}">
                <a16:creationId xmlns:a16="http://schemas.microsoft.com/office/drawing/2014/main" id="{2B733787-879A-2AA2-B9F3-6A8BA373F368}"/>
              </a:ext>
            </a:extLst>
          </p:cNvPr>
          <p:cNvSpPr/>
          <p:nvPr/>
        </p:nvSpPr>
        <p:spPr>
          <a:xfrm>
            <a:off x="5946841" y="841750"/>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a:extLst>
              <a:ext uri="{FF2B5EF4-FFF2-40B4-BE49-F238E27FC236}">
                <a16:creationId xmlns:a16="http://schemas.microsoft.com/office/drawing/2014/main" id="{AE2F3578-991C-BBDC-8168-58510243E4CF}"/>
              </a:ext>
            </a:extLst>
          </p:cNvPr>
          <p:cNvSpPr/>
          <p:nvPr/>
        </p:nvSpPr>
        <p:spPr>
          <a:xfrm>
            <a:off x="5955516" y="749141"/>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32">
            <a:extLst>
              <a:ext uri="{FF2B5EF4-FFF2-40B4-BE49-F238E27FC236}">
                <a16:creationId xmlns:a16="http://schemas.microsoft.com/office/drawing/2014/main" id="{0307B97B-E846-1BC2-9DF5-7FEBE2164D4E}"/>
              </a:ext>
            </a:extLst>
          </p:cNvPr>
          <p:cNvGrpSpPr/>
          <p:nvPr/>
        </p:nvGrpSpPr>
        <p:grpSpPr>
          <a:xfrm>
            <a:off x="5483265" y="340026"/>
            <a:ext cx="1114126" cy="970524"/>
            <a:chOff x="4870700" y="341075"/>
            <a:chExt cx="1114126" cy="970524"/>
          </a:xfrm>
        </p:grpSpPr>
        <p:sp>
          <p:nvSpPr>
            <p:cNvPr id="678" name="Google Shape;678;p32">
              <a:extLst>
                <a:ext uri="{FF2B5EF4-FFF2-40B4-BE49-F238E27FC236}">
                  <a16:creationId xmlns:a16="http://schemas.microsoft.com/office/drawing/2014/main" id="{93DF5B8B-2568-B90A-BB47-570B18F5F1CE}"/>
                </a:ext>
              </a:extLst>
            </p:cNvPr>
            <p:cNvSpPr/>
            <p:nvPr/>
          </p:nvSpPr>
          <p:spPr>
            <a:xfrm>
              <a:off x="4870700" y="341075"/>
              <a:ext cx="964196" cy="903003"/>
            </a:xfrm>
            <a:custGeom>
              <a:avLst/>
              <a:gdLst/>
              <a:ahLst/>
              <a:cxnLst/>
              <a:rect l="l" t="t" r="r" b="b"/>
              <a:pathLst>
                <a:path w="8225" h="7703" extrusionOk="0">
                  <a:moveTo>
                    <a:pt x="5985" y="1"/>
                  </a:moveTo>
                  <a:cubicBezTo>
                    <a:pt x="5869" y="1"/>
                    <a:pt x="5741" y="38"/>
                    <a:pt x="5606" y="115"/>
                  </a:cubicBezTo>
                  <a:cubicBezTo>
                    <a:pt x="5263" y="314"/>
                    <a:pt x="4962" y="730"/>
                    <a:pt x="4796" y="1191"/>
                  </a:cubicBezTo>
                  <a:cubicBezTo>
                    <a:pt x="4621" y="793"/>
                    <a:pt x="4314" y="570"/>
                    <a:pt x="3935" y="570"/>
                  </a:cubicBezTo>
                  <a:cubicBezTo>
                    <a:pt x="3730" y="570"/>
                    <a:pt x="3505" y="635"/>
                    <a:pt x="3268" y="772"/>
                  </a:cubicBezTo>
                  <a:cubicBezTo>
                    <a:pt x="2373" y="1288"/>
                    <a:pt x="1644" y="2638"/>
                    <a:pt x="1586" y="3844"/>
                  </a:cubicBezTo>
                  <a:cubicBezTo>
                    <a:pt x="1497" y="3870"/>
                    <a:pt x="1405" y="3909"/>
                    <a:pt x="1310" y="3963"/>
                  </a:cubicBezTo>
                  <a:cubicBezTo>
                    <a:pt x="588" y="4381"/>
                    <a:pt x="1" y="5502"/>
                    <a:pt x="1" y="6468"/>
                  </a:cubicBezTo>
                  <a:cubicBezTo>
                    <a:pt x="1" y="6989"/>
                    <a:pt x="172" y="7358"/>
                    <a:pt x="445" y="7521"/>
                  </a:cubicBezTo>
                  <a:cubicBezTo>
                    <a:pt x="547" y="7583"/>
                    <a:pt x="664" y="7615"/>
                    <a:pt x="791" y="7615"/>
                  </a:cubicBezTo>
                  <a:cubicBezTo>
                    <a:pt x="950" y="7615"/>
                    <a:pt x="1126" y="7565"/>
                    <a:pt x="1310" y="7458"/>
                  </a:cubicBezTo>
                  <a:cubicBezTo>
                    <a:pt x="1566" y="7311"/>
                    <a:pt x="1803" y="7076"/>
                    <a:pt x="2004" y="6792"/>
                  </a:cubicBezTo>
                  <a:cubicBezTo>
                    <a:pt x="2048" y="7365"/>
                    <a:pt x="2337" y="7702"/>
                    <a:pt x="2735" y="7702"/>
                  </a:cubicBezTo>
                  <a:cubicBezTo>
                    <a:pt x="2884" y="7702"/>
                    <a:pt x="3047" y="7656"/>
                    <a:pt x="3219" y="7556"/>
                  </a:cubicBezTo>
                  <a:cubicBezTo>
                    <a:pt x="3657" y="7303"/>
                    <a:pt x="4040" y="6774"/>
                    <a:pt x="4256" y="6187"/>
                  </a:cubicBezTo>
                  <a:cubicBezTo>
                    <a:pt x="4383" y="6340"/>
                    <a:pt x="4553" y="6423"/>
                    <a:pt x="4750" y="6423"/>
                  </a:cubicBezTo>
                  <a:cubicBezTo>
                    <a:pt x="4898" y="6423"/>
                    <a:pt x="5061" y="6376"/>
                    <a:pt x="5233" y="6277"/>
                  </a:cubicBezTo>
                  <a:cubicBezTo>
                    <a:pt x="5817" y="5939"/>
                    <a:pt x="6306" y="5109"/>
                    <a:pt x="6425" y="4309"/>
                  </a:cubicBezTo>
                  <a:cubicBezTo>
                    <a:pt x="6430" y="4309"/>
                    <a:pt x="6436" y="4309"/>
                    <a:pt x="6441" y="4309"/>
                  </a:cubicBezTo>
                  <a:cubicBezTo>
                    <a:pt x="6597" y="4309"/>
                    <a:pt x="6768" y="4261"/>
                    <a:pt x="6947" y="4157"/>
                  </a:cubicBezTo>
                  <a:cubicBezTo>
                    <a:pt x="7652" y="3750"/>
                    <a:pt x="8223" y="2659"/>
                    <a:pt x="8223" y="1720"/>
                  </a:cubicBezTo>
                  <a:cubicBezTo>
                    <a:pt x="8224" y="1020"/>
                    <a:pt x="7907" y="602"/>
                    <a:pt x="7454" y="602"/>
                  </a:cubicBezTo>
                  <a:cubicBezTo>
                    <a:pt x="7299" y="602"/>
                    <a:pt x="7128" y="651"/>
                    <a:pt x="6947" y="755"/>
                  </a:cubicBezTo>
                  <a:cubicBezTo>
                    <a:pt x="6806" y="837"/>
                    <a:pt x="6669" y="949"/>
                    <a:pt x="6542" y="1079"/>
                  </a:cubicBezTo>
                  <a:cubicBezTo>
                    <a:pt x="6552" y="997"/>
                    <a:pt x="6559" y="915"/>
                    <a:pt x="6559" y="835"/>
                  </a:cubicBezTo>
                  <a:cubicBezTo>
                    <a:pt x="6559" y="313"/>
                    <a:pt x="6323" y="1"/>
                    <a:pt x="59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79" name="Google Shape;679;p32">
              <a:extLst>
                <a:ext uri="{FF2B5EF4-FFF2-40B4-BE49-F238E27FC236}">
                  <a16:creationId xmlns:a16="http://schemas.microsoft.com/office/drawing/2014/main" id="{415788C0-C070-4D46-7CA1-08F51AD02CAC}"/>
                </a:ext>
              </a:extLst>
            </p:cNvPr>
            <p:cNvSpPr/>
            <p:nvPr/>
          </p:nvSpPr>
          <p:spPr>
            <a:xfrm>
              <a:off x="4922749" y="1197415"/>
              <a:ext cx="59552" cy="59669"/>
            </a:xfrm>
            <a:custGeom>
              <a:avLst/>
              <a:gdLst/>
              <a:ahLst/>
              <a:cxnLst/>
              <a:rect l="l" t="t" r="r" b="b"/>
              <a:pathLst>
                <a:path w="508" h="509" extrusionOk="0">
                  <a:moveTo>
                    <a:pt x="460" y="0"/>
                  </a:moveTo>
                  <a:lnTo>
                    <a:pt x="1" y="216"/>
                  </a:lnTo>
                  <a:lnTo>
                    <a:pt x="507" y="508"/>
                  </a:lnTo>
                  <a:lnTo>
                    <a:pt x="4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0" name="Google Shape;680;p32">
              <a:extLst>
                <a:ext uri="{FF2B5EF4-FFF2-40B4-BE49-F238E27FC236}">
                  <a16:creationId xmlns:a16="http://schemas.microsoft.com/office/drawing/2014/main" id="{B581EE9F-595A-E6EC-8E3B-346A7112B3D8}"/>
                </a:ext>
              </a:extLst>
            </p:cNvPr>
            <p:cNvSpPr/>
            <p:nvPr/>
          </p:nvSpPr>
          <p:spPr>
            <a:xfrm>
              <a:off x="5153803" y="1208786"/>
              <a:ext cx="59552" cy="59552"/>
            </a:xfrm>
            <a:custGeom>
              <a:avLst/>
              <a:gdLst/>
              <a:ahLst/>
              <a:cxnLst/>
              <a:rect l="l" t="t" r="r" b="b"/>
              <a:pathLst>
                <a:path w="508" h="508" extrusionOk="0">
                  <a:moveTo>
                    <a:pt x="461" y="0"/>
                  </a:moveTo>
                  <a:lnTo>
                    <a:pt x="0"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1" name="Google Shape;681;p32">
              <a:extLst>
                <a:ext uri="{FF2B5EF4-FFF2-40B4-BE49-F238E27FC236}">
                  <a16:creationId xmlns:a16="http://schemas.microsoft.com/office/drawing/2014/main" id="{E4A44933-72EF-D340-9276-E91006F82BB5}"/>
                </a:ext>
              </a:extLst>
            </p:cNvPr>
            <p:cNvSpPr/>
            <p:nvPr/>
          </p:nvSpPr>
          <p:spPr>
            <a:xfrm>
              <a:off x="5386732" y="1056977"/>
              <a:ext cx="59669" cy="59669"/>
            </a:xfrm>
            <a:custGeom>
              <a:avLst/>
              <a:gdLst/>
              <a:ahLst/>
              <a:cxnLst/>
              <a:rect l="l" t="t" r="r" b="b"/>
              <a:pathLst>
                <a:path w="509" h="509" extrusionOk="0">
                  <a:moveTo>
                    <a:pt x="461" y="0"/>
                  </a:moveTo>
                  <a:lnTo>
                    <a:pt x="1"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2" name="Google Shape;682;p32">
              <a:extLst>
                <a:ext uri="{FF2B5EF4-FFF2-40B4-BE49-F238E27FC236}">
                  <a16:creationId xmlns:a16="http://schemas.microsoft.com/office/drawing/2014/main" id="{6E555D02-2AA4-612D-D1A9-F67A685EF21A}"/>
                </a:ext>
              </a:extLst>
            </p:cNvPr>
            <p:cNvSpPr/>
            <p:nvPr/>
          </p:nvSpPr>
          <p:spPr>
            <a:xfrm>
              <a:off x="5383684" y="421727"/>
              <a:ext cx="48298" cy="46188"/>
            </a:xfrm>
            <a:custGeom>
              <a:avLst/>
              <a:gdLst/>
              <a:ahLst/>
              <a:cxnLst/>
              <a:rect l="l" t="t" r="r" b="b"/>
              <a:pathLst>
                <a:path w="412" h="394" extrusionOk="0">
                  <a:moveTo>
                    <a:pt x="1" y="1"/>
                  </a:moveTo>
                  <a:lnTo>
                    <a:pt x="104" y="394"/>
                  </a:lnTo>
                  <a:lnTo>
                    <a:pt x="412" y="240"/>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3" name="Google Shape;683;p32">
              <a:extLst>
                <a:ext uri="{FF2B5EF4-FFF2-40B4-BE49-F238E27FC236}">
                  <a16:creationId xmlns:a16="http://schemas.microsoft.com/office/drawing/2014/main" id="{4C636E8A-3115-36A0-950D-813EAC570C02}"/>
                </a:ext>
              </a:extLst>
            </p:cNvPr>
            <p:cNvSpPr/>
            <p:nvPr/>
          </p:nvSpPr>
          <p:spPr>
            <a:xfrm>
              <a:off x="5598092" y="347171"/>
              <a:ext cx="52166" cy="46305"/>
            </a:xfrm>
            <a:custGeom>
              <a:avLst/>
              <a:gdLst/>
              <a:ahLst/>
              <a:cxnLst/>
              <a:rect l="l" t="t" r="r" b="b"/>
              <a:pathLst>
                <a:path w="445" h="395" extrusionOk="0">
                  <a:moveTo>
                    <a:pt x="0" y="0"/>
                  </a:moveTo>
                  <a:lnTo>
                    <a:pt x="105" y="394"/>
                  </a:lnTo>
                  <a:lnTo>
                    <a:pt x="444" y="259"/>
                  </a:lnTo>
                  <a:lnTo>
                    <a:pt x="0" y="0"/>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4" name="Google Shape;684;p32">
              <a:extLst>
                <a:ext uri="{FF2B5EF4-FFF2-40B4-BE49-F238E27FC236}">
                  <a16:creationId xmlns:a16="http://schemas.microsoft.com/office/drawing/2014/main" id="{EA0C6C75-413B-DBDF-95BF-27195A7825B4}"/>
                </a:ext>
              </a:extLst>
            </p:cNvPr>
            <p:cNvSpPr/>
            <p:nvPr/>
          </p:nvSpPr>
          <p:spPr>
            <a:xfrm>
              <a:off x="5782724" y="421727"/>
              <a:ext cx="52166" cy="46188"/>
            </a:xfrm>
            <a:custGeom>
              <a:avLst/>
              <a:gdLst/>
              <a:ahLst/>
              <a:cxnLst/>
              <a:rect l="l" t="t" r="r" b="b"/>
              <a:pathLst>
                <a:path w="445" h="394" extrusionOk="0">
                  <a:moveTo>
                    <a:pt x="1" y="1"/>
                  </a:moveTo>
                  <a:lnTo>
                    <a:pt x="105" y="394"/>
                  </a:lnTo>
                  <a:lnTo>
                    <a:pt x="444" y="258"/>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5" name="Google Shape;685;p32">
              <a:extLst>
                <a:ext uri="{FF2B5EF4-FFF2-40B4-BE49-F238E27FC236}">
                  <a16:creationId xmlns:a16="http://schemas.microsoft.com/office/drawing/2014/main" id="{A3A52133-9C38-83E5-AB6C-BE14204B347B}"/>
                </a:ext>
              </a:extLst>
            </p:cNvPr>
            <p:cNvSpPr/>
            <p:nvPr/>
          </p:nvSpPr>
          <p:spPr>
            <a:xfrm>
              <a:off x="4924859" y="372492"/>
              <a:ext cx="964196" cy="903003"/>
            </a:xfrm>
            <a:custGeom>
              <a:avLst/>
              <a:gdLst/>
              <a:ahLst/>
              <a:cxnLst/>
              <a:rect l="l" t="t" r="r" b="b"/>
              <a:pathLst>
                <a:path w="8225" h="7703" extrusionOk="0">
                  <a:moveTo>
                    <a:pt x="5984" y="1"/>
                  </a:moveTo>
                  <a:cubicBezTo>
                    <a:pt x="5868" y="1"/>
                    <a:pt x="5740" y="38"/>
                    <a:pt x="5606" y="115"/>
                  </a:cubicBezTo>
                  <a:cubicBezTo>
                    <a:pt x="5263" y="314"/>
                    <a:pt x="4963" y="730"/>
                    <a:pt x="4795" y="1191"/>
                  </a:cubicBezTo>
                  <a:cubicBezTo>
                    <a:pt x="4621" y="793"/>
                    <a:pt x="4314" y="570"/>
                    <a:pt x="3935" y="570"/>
                  </a:cubicBezTo>
                  <a:cubicBezTo>
                    <a:pt x="3730" y="570"/>
                    <a:pt x="3505" y="635"/>
                    <a:pt x="3267" y="772"/>
                  </a:cubicBezTo>
                  <a:cubicBezTo>
                    <a:pt x="2373" y="1288"/>
                    <a:pt x="1643" y="2638"/>
                    <a:pt x="1587" y="3844"/>
                  </a:cubicBezTo>
                  <a:cubicBezTo>
                    <a:pt x="1498" y="3870"/>
                    <a:pt x="1406" y="3909"/>
                    <a:pt x="1311" y="3963"/>
                  </a:cubicBezTo>
                  <a:cubicBezTo>
                    <a:pt x="587" y="4381"/>
                    <a:pt x="1" y="5502"/>
                    <a:pt x="1" y="6468"/>
                  </a:cubicBezTo>
                  <a:cubicBezTo>
                    <a:pt x="1" y="7186"/>
                    <a:pt x="326" y="7616"/>
                    <a:pt x="791" y="7616"/>
                  </a:cubicBezTo>
                  <a:cubicBezTo>
                    <a:pt x="950" y="7616"/>
                    <a:pt x="1126" y="7565"/>
                    <a:pt x="1311" y="7458"/>
                  </a:cubicBezTo>
                  <a:cubicBezTo>
                    <a:pt x="1566" y="7311"/>
                    <a:pt x="1802" y="7076"/>
                    <a:pt x="2004" y="6792"/>
                  </a:cubicBezTo>
                  <a:cubicBezTo>
                    <a:pt x="2048" y="7365"/>
                    <a:pt x="2337" y="7702"/>
                    <a:pt x="2735" y="7702"/>
                  </a:cubicBezTo>
                  <a:cubicBezTo>
                    <a:pt x="2883" y="7702"/>
                    <a:pt x="3047" y="7656"/>
                    <a:pt x="3219" y="7556"/>
                  </a:cubicBezTo>
                  <a:cubicBezTo>
                    <a:pt x="3657" y="7303"/>
                    <a:pt x="4040" y="6774"/>
                    <a:pt x="4256" y="6187"/>
                  </a:cubicBezTo>
                  <a:cubicBezTo>
                    <a:pt x="4383" y="6340"/>
                    <a:pt x="4553" y="6423"/>
                    <a:pt x="4750" y="6423"/>
                  </a:cubicBezTo>
                  <a:cubicBezTo>
                    <a:pt x="4898" y="6423"/>
                    <a:pt x="5061" y="6376"/>
                    <a:pt x="5232" y="6277"/>
                  </a:cubicBezTo>
                  <a:cubicBezTo>
                    <a:pt x="5817" y="5939"/>
                    <a:pt x="6305" y="5109"/>
                    <a:pt x="6425" y="4309"/>
                  </a:cubicBezTo>
                  <a:cubicBezTo>
                    <a:pt x="6430" y="4309"/>
                    <a:pt x="6435" y="4309"/>
                    <a:pt x="6441" y="4309"/>
                  </a:cubicBezTo>
                  <a:cubicBezTo>
                    <a:pt x="6596" y="4309"/>
                    <a:pt x="6768" y="4261"/>
                    <a:pt x="6948" y="4157"/>
                  </a:cubicBezTo>
                  <a:cubicBezTo>
                    <a:pt x="7652" y="3750"/>
                    <a:pt x="8224" y="2659"/>
                    <a:pt x="8224" y="1720"/>
                  </a:cubicBezTo>
                  <a:cubicBezTo>
                    <a:pt x="8224" y="1020"/>
                    <a:pt x="7908" y="602"/>
                    <a:pt x="7455" y="602"/>
                  </a:cubicBezTo>
                  <a:cubicBezTo>
                    <a:pt x="7300" y="602"/>
                    <a:pt x="7128" y="651"/>
                    <a:pt x="6948" y="755"/>
                  </a:cubicBezTo>
                  <a:cubicBezTo>
                    <a:pt x="6806" y="837"/>
                    <a:pt x="6670" y="949"/>
                    <a:pt x="6542" y="1079"/>
                  </a:cubicBezTo>
                  <a:cubicBezTo>
                    <a:pt x="6553" y="997"/>
                    <a:pt x="6559" y="916"/>
                    <a:pt x="6559" y="835"/>
                  </a:cubicBezTo>
                  <a:cubicBezTo>
                    <a:pt x="6559" y="313"/>
                    <a:pt x="6322" y="1"/>
                    <a:pt x="59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6" name="Google Shape;686;p32">
              <a:extLst>
                <a:ext uri="{FF2B5EF4-FFF2-40B4-BE49-F238E27FC236}">
                  <a16:creationId xmlns:a16="http://schemas.microsoft.com/office/drawing/2014/main" id="{977232FF-3903-7AF4-DDDE-3B69934CC01A}"/>
                </a:ext>
              </a:extLst>
            </p:cNvPr>
            <p:cNvSpPr/>
            <p:nvPr/>
          </p:nvSpPr>
          <p:spPr>
            <a:xfrm>
              <a:off x="5333042" y="630742"/>
              <a:ext cx="420026" cy="304440"/>
            </a:xfrm>
            <a:custGeom>
              <a:avLst/>
              <a:gdLst/>
              <a:ahLst/>
              <a:cxnLst/>
              <a:rect l="l" t="t" r="r" b="b"/>
              <a:pathLst>
                <a:path w="3583" h="2597" extrusionOk="0">
                  <a:moveTo>
                    <a:pt x="3582" y="0"/>
                  </a:moveTo>
                  <a:lnTo>
                    <a:pt x="0" y="2077"/>
                  </a:lnTo>
                  <a:lnTo>
                    <a:pt x="0" y="2597"/>
                  </a:lnTo>
                  <a:lnTo>
                    <a:pt x="3582" y="520"/>
                  </a:lnTo>
                  <a:lnTo>
                    <a:pt x="3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7" name="Google Shape;687;p32">
              <a:extLst>
                <a:ext uri="{FF2B5EF4-FFF2-40B4-BE49-F238E27FC236}">
                  <a16:creationId xmlns:a16="http://schemas.microsoft.com/office/drawing/2014/main" id="{AE6D21EF-8958-67D5-84E4-CEEF54A6BBFE}"/>
                </a:ext>
              </a:extLst>
            </p:cNvPr>
            <p:cNvSpPr/>
            <p:nvPr/>
          </p:nvSpPr>
          <p:spPr>
            <a:xfrm>
              <a:off x="5459061" y="730502"/>
              <a:ext cx="294944" cy="231173"/>
            </a:xfrm>
            <a:custGeom>
              <a:avLst/>
              <a:gdLst/>
              <a:ahLst/>
              <a:cxnLst/>
              <a:rect l="l" t="t" r="r" b="b"/>
              <a:pathLst>
                <a:path w="2516" h="1972" extrusionOk="0">
                  <a:moveTo>
                    <a:pt x="2515" y="0"/>
                  </a:moveTo>
                  <a:lnTo>
                    <a:pt x="1" y="1452"/>
                  </a:lnTo>
                  <a:lnTo>
                    <a:pt x="1" y="1971"/>
                  </a:lnTo>
                  <a:lnTo>
                    <a:pt x="2515" y="520"/>
                  </a:lnTo>
                  <a:lnTo>
                    <a:pt x="2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8" name="Google Shape;688;p32">
              <a:extLst>
                <a:ext uri="{FF2B5EF4-FFF2-40B4-BE49-F238E27FC236}">
                  <a16:creationId xmlns:a16="http://schemas.microsoft.com/office/drawing/2014/main" id="{E9655926-5F61-D96D-1F87-069405E1FF62}"/>
                </a:ext>
              </a:extLst>
            </p:cNvPr>
            <p:cNvSpPr/>
            <p:nvPr/>
          </p:nvSpPr>
          <p:spPr>
            <a:xfrm>
              <a:off x="5151458" y="984766"/>
              <a:ext cx="23328" cy="54628"/>
            </a:xfrm>
            <a:custGeom>
              <a:avLst/>
              <a:gdLst/>
              <a:ahLst/>
              <a:cxnLst/>
              <a:rect l="l" t="t" r="r" b="b"/>
              <a:pathLst>
                <a:path w="199" h="466" extrusionOk="0">
                  <a:moveTo>
                    <a:pt x="73" y="0"/>
                  </a:moveTo>
                  <a:lnTo>
                    <a:pt x="1" y="42"/>
                  </a:lnTo>
                  <a:lnTo>
                    <a:pt x="1" y="465"/>
                  </a:lnTo>
                  <a:lnTo>
                    <a:pt x="198" y="352"/>
                  </a:lnTo>
                  <a:lnTo>
                    <a:pt x="198" y="270"/>
                  </a:lnTo>
                  <a:lnTo>
                    <a:pt x="73" y="344"/>
                  </a:lnTo>
                  <a:lnTo>
                    <a:pt x="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9" name="Google Shape;689;p32">
              <a:extLst>
                <a:ext uri="{FF2B5EF4-FFF2-40B4-BE49-F238E27FC236}">
                  <a16:creationId xmlns:a16="http://schemas.microsoft.com/office/drawing/2014/main" id="{096D17A1-7E07-1968-2E2F-41F39E983202}"/>
                </a:ext>
              </a:extLst>
            </p:cNvPr>
            <p:cNvSpPr/>
            <p:nvPr/>
          </p:nvSpPr>
          <p:spPr>
            <a:xfrm>
              <a:off x="5177131" y="961907"/>
              <a:ext cx="33762" cy="56035"/>
            </a:xfrm>
            <a:custGeom>
              <a:avLst/>
              <a:gdLst/>
              <a:ahLst/>
              <a:cxnLst/>
              <a:rect l="l" t="t" r="r" b="b"/>
              <a:pathLst>
                <a:path w="288" h="478" extrusionOk="0">
                  <a:moveTo>
                    <a:pt x="169" y="94"/>
                  </a:moveTo>
                  <a:cubicBezTo>
                    <a:pt x="198" y="94"/>
                    <a:pt x="214" y="130"/>
                    <a:pt x="214" y="196"/>
                  </a:cubicBezTo>
                  <a:cubicBezTo>
                    <a:pt x="214" y="282"/>
                    <a:pt x="187" y="352"/>
                    <a:pt x="145" y="377"/>
                  </a:cubicBezTo>
                  <a:cubicBezTo>
                    <a:pt x="136" y="382"/>
                    <a:pt x="128" y="384"/>
                    <a:pt x="121" y="384"/>
                  </a:cubicBezTo>
                  <a:cubicBezTo>
                    <a:pt x="92" y="384"/>
                    <a:pt x="74" y="346"/>
                    <a:pt x="74" y="277"/>
                  </a:cubicBezTo>
                  <a:cubicBezTo>
                    <a:pt x="74" y="193"/>
                    <a:pt x="102" y="127"/>
                    <a:pt x="145" y="102"/>
                  </a:cubicBezTo>
                  <a:cubicBezTo>
                    <a:pt x="154" y="97"/>
                    <a:pt x="162" y="94"/>
                    <a:pt x="169" y="94"/>
                  </a:cubicBezTo>
                  <a:close/>
                  <a:moveTo>
                    <a:pt x="205" y="0"/>
                  </a:moveTo>
                  <a:cubicBezTo>
                    <a:pt x="187" y="0"/>
                    <a:pt x="167" y="7"/>
                    <a:pt x="145" y="20"/>
                  </a:cubicBezTo>
                  <a:cubicBezTo>
                    <a:pt x="59" y="69"/>
                    <a:pt x="0" y="182"/>
                    <a:pt x="0" y="320"/>
                  </a:cubicBezTo>
                  <a:cubicBezTo>
                    <a:pt x="0" y="424"/>
                    <a:pt x="33" y="477"/>
                    <a:pt x="85" y="477"/>
                  </a:cubicBezTo>
                  <a:cubicBezTo>
                    <a:pt x="103" y="477"/>
                    <a:pt x="123" y="471"/>
                    <a:pt x="145" y="459"/>
                  </a:cubicBezTo>
                  <a:cubicBezTo>
                    <a:pt x="230" y="409"/>
                    <a:pt x="288" y="292"/>
                    <a:pt x="288" y="155"/>
                  </a:cubicBezTo>
                  <a:cubicBezTo>
                    <a:pt x="288" y="52"/>
                    <a:pt x="256"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0" name="Google Shape;690;p32">
              <a:extLst>
                <a:ext uri="{FF2B5EF4-FFF2-40B4-BE49-F238E27FC236}">
                  <a16:creationId xmlns:a16="http://schemas.microsoft.com/office/drawing/2014/main" id="{C6D7C2EA-0BDB-FA1C-4960-5FF34306F82E}"/>
                </a:ext>
              </a:extLst>
            </p:cNvPr>
            <p:cNvSpPr/>
            <p:nvPr/>
          </p:nvSpPr>
          <p:spPr>
            <a:xfrm>
              <a:off x="5216050" y="938930"/>
              <a:ext cx="30596" cy="56152"/>
            </a:xfrm>
            <a:custGeom>
              <a:avLst/>
              <a:gdLst/>
              <a:ahLst/>
              <a:cxnLst/>
              <a:rect l="l" t="t" r="r" b="b"/>
              <a:pathLst>
                <a:path w="261" h="479" extrusionOk="0">
                  <a:moveTo>
                    <a:pt x="211" y="1"/>
                  </a:moveTo>
                  <a:cubicBezTo>
                    <a:pt x="195" y="1"/>
                    <a:pt x="177" y="5"/>
                    <a:pt x="156" y="17"/>
                  </a:cubicBezTo>
                  <a:cubicBezTo>
                    <a:pt x="70" y="67"/>
                    <a:pt x="1" y="189"/>
                    <a:pt x="1" y="329"/>
                  </a:cubicBezTo>
                  <a:cubicBezTo>
                    <a:pt x="1" y="431"/>
                    <a:pt x="36" y="479"/>
                    <a:pt x="87" y="479"/>
                  </a:cubicBezTo>
                  <a:cubicBezTo>
                    <a:pt x="107" y="479"/>
                    <a:pt x="130" y="472"/>
                    <a:pt x="154" y="458"/>
                  </a:cubicBezTo>
                  <a:cubicBezTo>
                    <a:pt x="199" y="432"/>
                    <a:pt x="238" y="384"/>
                    <a:pt x="261" y="345"/>
                  </a:cubicBezTo>
                  <a:lnTo>
                    <a:pt x="261" y="149"/>
                  </a:lnTo>
                  <a:lnTo>
                    <a:pt x="145" y="217"/>
                  </a:lnTo>
                  <a:lnTo>
                    <a:pt x="145" y="294"/>
                  </a:lnTo>
                  <a:lnTo>
                    <a:pt x="197" y="264"/>
                  </a:lnTo>
                  <a:lnTo>
                    <a:pt x="197" y="337"/>
                  </a:lnTo>
                  <a:cubicBezTo>
                    <a:pt x="189" y="350"/>
                    <a:pt x="176" y="362"/>
                    <a:pt x="164" y="370"/>
                  </a:cubicBezTo>
                  <a:cubicBezTo>
                    <a:pt x="148" y="379"/>
                    <a:pt x="134" y="383"/>
                    <a:pt x="123" y="383"/>
                  </a:cubicBezTo>
                  <a:cubicBezTo>
                    <a:pt x="90" y="383"/>
                    <a:pt x="74" y="348"/>
                    <a:pt x="74" y="283"/>
                  </a:cubicBezTo>
                  <a:cubicBezTo>
                    <a:pt x="74" y="199"/>
                    <a:pt x="109" y="127"/>
                    <a:pt x="157" y="98"/>
                  </a:cubicBezTo>
                  <a:cubicBezTo>
                    <a:pt x="170" y="91"/>
                    <a:pt x="181" y="88"/>
                    <a:pt x="189" y="88"/>
                  </a:cubicBezTo>
                  <a:cubicBezTo>
                    <a:pt x="199" y="88"/>
                    <a:pt x="207" y="92"/>
                    <a:pt x="216" y="97"/>
                  </a:cubicBezTo>
                  <a:lnTo>
                    <a:pt x="255" y="15"/>
                  </a:lnTo>
                  <a:cubicBezTo>
                    <a:pt x="244" y="7"/>
                    <a:pt x="229"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1" name="Google Shape;691;p32">
              <a:extLst>
                <a:ext uri="{FF2B5EF4-FFF2-40B4-BE49-F238E27FC236}">
                  <a16:creationId xmlns:a16="http://schemas.microsoft.com/office/drawing/2014/main" id="{59189543-FBED-6AF3-99F4-DA56172C7074}"/>
                </a:ext>
              </a:extLst>
            </p:cNvPr>
            <p:cNvSpPr/>
            <p:nvPr/>
          </p:nvSpPr>
          <p:spPr>
            <a:xfrm>
              <a:off x="5254031" y="925449"/>
              <a:ext cx="8558" cy="54628"/>
            </a:xfrm>
            <a:custGeom>
              <a:avLst/>
              <a:gdLst/>
              <a:ahLst/>
              <a:cxnLst/>
              <a:rect l="l" t="t" r="r" b="b"/>
              <a:pathLst>
                <a:path w="73" h="466" extrusionOk="0">
                  <a:moveTo>
                    <a:pt x="73" y="1"/>
                  </a:moveTo>
                  <a:lnTo>
                    <a:pt x="1" y="42"/>
                  </a:lnTo>
                  <a:lnTo>
                    <a:pt x="1" y="466"/>
                  </a:lnTo>
                  <a:lnTo>
                    <a:pt x="73" y="424"/>
                  </a:lnTo>
                  <a:lnTo>
                    <a:pt x="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2" name="Google Shape;692;p32">
              <a:extLst>
                <a:ext uri="{FF2B5EF4-FFF2-40B4-BE49-F238E27FC236}">
                  <a16:creationId xmlns:a16="http://schemas.microsoft.com/office/drawing/2014/main" id="{D8F8CD67-24DD-3981-FAF6-A84359DCCDBA}"/>
                </a:ext>
              </a:extLst>
            </p:cNvPr>
            <p:cNvSpPr/>
            <p:nvPr/>
          </p:nvSpPr>
          <p:spPr>
            <a:xfrm>
              <a:off x="5271264" y="903645"/>
              <a:ext cx="29307" cy="66585"/>
            </a:xfrm>
            <a:custGeom>
              <a:avLst/>
              <a:gdLst/>
              <a:ahLst/>
              <a:cxnLst/>
              <a:rect l="l" t="t" r="r" b="b"/>
              <a:pathLst>
                <a:path w="250" h="568" extrusionOk="0">
                  <a:moveTo>
                    <a:pt x="249" y="1"/>
                  </a:moveTo>
                  <a:lnTo>
                    <a:pt x="180" y="40"/>
                  </a:lnTo>
                  <a:lnTo>
                    <a:pt x="180" y="189"/>
                  </a:lnTo>
                  <a:cubicBezTo>
                    <a:pt x="180" y="240"/>
                    <a:pt x="186" y="296"/>
                    <a:pt x="189" y="339"/>
                  </a:cubicBezTo>
                  <a:lnTo>
                    <a:pt x="187" y="340"/>
                  </a:lnTo>
                  <a:lnTo>
                    <a:pt x="156" y="264"/>
                  </a:lnTo>
                  <a:lnTo>
                    <a:pt x="74" y="102"/>
                  </a:lnTo>
                  <a:lnTo>
                    <a:pt x="0" y="144"/>
                  </a:lnTo>
                  <a:lnTo>
                    <a:pt x="0" y="567"/>
                  </a:lnTo>
                  <a:lnTo>
                    <a:pt x="69" y="528"/>
                  </a:lnTo>
                  <a:lnTo>
                    <a:pt x="69" y="378"/>
                  </a:lnTo>
                  <a:cubicBezTo>
                    <a:pt x="69" y="327"/>
                    <a:pt x="63" y="274"/>
                    <a:pt x="60" y="231"/>
                  </a:cubicBezTo>
                  <a:lnTo>
                    <a:pt x="61" y="229"/>
                  </a:lnTo>
                  <a:lnTo>
                    <a:pt x="93" y="304"/>
                  </a:lnTo>
                  <a:lnTo>
                    <a:pt x="175" y="467"/>
                  </a:lnTo>
                  <a:lnTo>
                    <a:pt x="249" y="424"/>
                  </a:lnTo>
                  <a:lnTo>
                    <a:pt x="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3" name="Google Shape;693;p32">
              <a:extLst>
                <a:ext uri="{FF2B5EF4-FFF2-40B4-BE49-F238E27FC236}">
                  <a16:creationId xmlns:a16="http://schemas.microsoft.com/office/drawing/2014/main" id="{5B9F14BA-DF35-F6B3-4347-EB5500E75E29}"/>
                </a:ext>
              </a:extLst>
            </p:cNvPr>
            <p:cNvSpPr/>
            <p:nvPr/>
          </p:nvSpPr>
          <p:spPr>
            <a:xfrm>
              <a:off x="5151458" y="1077258"/>
              <a:ext cx="28252" cy="60489"/>
            </a:xfrm>
            <a:custGeom>
              <a:avLst/>
              <a:gdLst/>
              <a:ahLst/>
              <a:cxnLst/>
              <a:rect l="l" t="t" r="r" b="b"/>
              <a:pathLst>
                <a:path w="241" h="516" extrusionOk="0">
                  <a:moveTo>
                    <a:pt x="147" y="91"/>
                  </a:moveTo>
                  <a:cubicBezTo>
                    <a:pt x="163" y="91"/>
                    <a:pt x="171" y="103"/>
                    <a:pt x="171" y="130"/>
                  </a:cubicBezTo>
                  <a:cubicBezTo>
                    <a:pt x="171" y="174"/>
                    <a:pt x="152" y="209"/>
                    <a:pt x="112" y="231"/>
                  </a:cubicBezTo>
                  <a:lnTo>
                    <a:pt x="73" y="254"/>
                  </a:lnTo>
                  <a:lnTo>
                    <a:pt x="73" y="126"/>
                  </a:lnTo>
                  <a:lnTo>
                    <a:pt x="112" y="103"/>
                  </a:lnTo>
                  <a:cubicBezTo>
                    <a:pt x="126" y="95"/>
                    <a:pt x="138" y="91"/>
                    <a:pt x="147" y="91"/>
                  </a:cubicBezTo>
                  <a:close/>
                  <a:moveTo>
                    <a:pt x="187" y="1"/>
                  </a:moveTo>
                  <a:cubicBezTo>
                    <a:pt x="167" y="1"/>
                    <a:pt x="142" y="10"/>
                    <a:pt x="116" y="25"/>
                  </a:cubicBezTo>
                  <a:lnTo>
                    <a:pt x="1" y="92"/>
                  </a:lnTo>
                  <a:lnTo>
                    <a:pt x="1" y="515"/>
                  </a:lnTo>
                  <a:lnTo>
                    <a:pt x="73" y="474"/>
                  </a:lnTo>
                  <a:lnTo>
                    <a:pt x="73" y="329"/>
                  </a:lnTo>
                  <a:lnTo>
                    <a:pt x="116" y="305"/>
                  </a:lnTo>
                  <a:cubicBezTo>
                    <a:pt x="183" y="266"/>
                    <a:pt x="241" y="189"/>
                    <a:pt x="241" y="90"/>
                  </a:cubicBezTo>
                  <a:cubicBezTo>
                    <a:pt x="241" y="26"/>
                    <a:pt x="219" y="1"/>
                    <a:pt x="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4" name="Google Shape;694;p32">
              <a:extLst>
                <a:ext uri="{FF2B5EF4-FFF2-40B4-BE49-F238E27FC236}">
                  <a16:creationId xmlns:a16="http://schemas.microsoft.com/office/drawing/2014/main" id="{8B876E64-6C84-9516-EC59-8C64C6C0D8E5}"/>
                </a:ext>
              </a:extLst>
            </p:cNvPr>
            <p:cNvSpPr/>
            <p:nvPr/>
          </p:nvSpPr>
          <p:spPr>
            <a:xfrm>
              <a:off x="5178420" y="1059791"/>
              <a:ext cx="33527" cy="62365"/>
            </a:xfrm>
            <a:custGeom>
              <a:avLst/>
              <a:gdLst/>
              <a:ahLst/>
              <a:cxnLst/>
              <a:rect l="l" t="t" r="r" b="b"/>
              <a:pathLst>
                <a:path w="286" h="532" extrusionOk="0">
                  <a:moveTo>
                    <a:pt x="141" y="99"/>
                  </a:moveTo>
                  <a:cubicBezTo>
                    <a:pt x="150" y="138"/>
                    <a:pt x="159" y="183"/>
                    <a:pt x="167" y="221"/>
                  </a:cubicBezTo>
                  <a:lnTo>
                    <a:pt x="175" y="255"/>
                  </a:lnTo>
                  <a:lnTo>
                    <a:pt x="108" y="295"/>
                  </a:lnTo>
                  <a:lnTo>
                    <a:pt x="116" y="251"/>
                  </a:lnTo>
                  <a:cubicBezTo>
                    <a:pt x="123" y="204"/>
                    <a:pt x="132" y="150"/>
                    <a:pt x="140" y="100"/>
                  </a:cubicBezTo>
                  <a:lnTo>
                    <a:pt x="141" y="99"/>
                  </a:lnTo>
                  <a:close/>
                  <a:moveTo>
                    <a:pt x="185" y="1"/>
                  </a:moveTo>
                  <a:lnTo>
                    <a:pt x="100" y="50"/>
                  </a:lnTo>
                  <a:lnTo>
                    <a:pt x="1" y="531"/>
                  </a:lnTo>
                  <a:lnTo>
                    <a:pt x="73" y="490"/>
                  </a:lnTo>
                  <a:lnTo>
                    <a:pt x="93" y="377"/>
                  </a:lnTo>
                  <a:lnTo>
                    <a:pt x="190" y="322"/>
                  </a:lnTo>
                  <a:lnTo>
                    <a:pt x="209" y="411"/>
                  </a:lnTo>
                  <a:lnTo>
                    <a:pt x="286" y="367"/>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5" name="Google Shape;695;p32">
              <a:extLst>
                <a:ext uri="{FF2B5EF4-FFF2-40B4-BE49-F238E27FC236}">
                  <a16:creationId xmlns:a16="http://schemas.microsoft.com/office/drawing/2014/main" id="{10A5C639-F568-ECB7-9447-8C8128BC0F25}"/>
                </a:ext>
              </a:extLst>
            </p:cNvPr>
            <p:cNvSpPr/>
            <p:nvPr/>
          </p:nvSpPr>
          <p:spPr>
            <a:xfrm>
              <a:off x="5213236" y="1040800"/>
              <a:ext cx="27900" cy="56621"/>
            </a:xfrm>
            <a:custGeom>
              <a:avLst/>
              <a:gdLst/>
              <a:ahLst/>
              <a:cxnLst/>
              <a:rect l="l" t="t" r="r" b="b"/>
              <a:pathLst>
                <a:path w="238" h="483" extrusionOk="0">
                  <a:moveTo>
                    <a:pt x="185" y="1"/>
                  </a:moveTo>
                  <a:cubicBezTo>
                    <a:pt x="166" y="1"/>
                    <a:pt x="146" y="7"/>
                    <a:pt x="126" y="18"/>
                  </a:cubicBezTo>
                  <a:cubicBezTo>
                    <a:pt x="61" y="56"/>
                    <a:pt x="13" y="139"/>
                    <a:pt x="13" y="209"/>
                  </a:cubicBezTo>
                  <a:cubicBezTo>
                    <a:pt x="13" y="269"/>
                    <a:pt x="43" y="288"/>
                    <a:pt x="75" y="288"/>
                  </a:cubicBezTo>
                  <a:cubicBezTo>
                    <a:pt x="76" y="288"/>
                    <a:pt x="77" y="288"/>
                    <a:pt x="78" y="288"/>
                  </a:cubicBezTo>
                  <a:lnTo>
                    <a:pt x="119" y="288"/>
                  </a:lnTo>
                  <a:cubicBezTo>
                    <a:pt x="126" y="288"/>
                    <a:pt x="131" y="287"/>
                    <a:pt x="137" y="287"/>
                  </a:cubicBezTo>
                  <a:cubicBezTo>
                    <a:pt x="154" y="287"/>
                    <a:pt x="164" y="291"/>
                    <a:pt x="164" y="312"/>
                  </a:cubicBezTo>
                  <a:cubicBezTo>
                    <a:pt x="164" y="336"/>
                    <a:pt x="150" y="361"/>
                    <a:pt x="120" y="378"/>
                  </a:cubicBezTo>
                  <a:cubicBezTo>
                    <a:pt x="108" y="386"/>
                    <a:pt x="94" y="389"/>
                    <a:pt x="81" y="389"/>
                  </a:cubicBezTo>
                  <a:cubicBezTo>
                    <a:pt x="67" y="389"/>
                    <a:pt x="54" y="385"/>
                    <a:pt x="43" y="379"/>
                  </a:cubicBezTo>
                  <a:lnTo>
                    <a:pt x="1" y="469"/>
                  </a:lnTo>
                  <a:cubicBezTo>
                    <a:pt x="15" y="479"/>
                    <a:pt x="31" y="483"/>
                    <a:pt x="49" y="483"/>
                  </a:cubicBezTo>
                  <a:cubicBezTo>
                    <a:pt x="71" y="483"/>
                    <a:pt x="96" y="475"/>
                    <a:pt x="119" y="461"/>
                  </a:cubicBezTo>
                  <a:cubicBezTo>
                    <a:pt x="195" y="419"/>
                    <a:pt x="237" y="332"/>
                    <a:pt x="237" y="262"/>
                  </a:cubicBezTo>
                  <a:cubicBezTo>
                    <a:pt x="237" y="204"/>
                    <a:pt x="215" y="183"/>
                    <a:pt x="178" y="183"/>
                  </a:cubicBezTo>
                  <a:cubicBezTo>
                    <a:pt x="177" y="183"/>
                    <a:pt x="177" y="183"/>
                    <a:pt x="176" y="183"/>
                  </a:cubicBezTo>
                  <a:lnTo>
                    <a:pt x="135" y="184"/>
                  </a:lnTo>
                  <a:cubicBezTo>
                    <a:pt x="128" y="185"/>
                    <a:pt x="122" y="185"/>
                    <a:pt x="116" y="185"/>
                  </a:cubicBezTo>
                  <a:cubicBezTo>
                    <a:pt x="98" y="185"/>
                    <a:pt x="87" y="182"/>
                    <a:pt x="87" y="162"/>
                  </a:cubicBezTo>
                  <a:cubicBezTo>
                    <a:pt x="87" y="138"/>
                    <a:pt x="102" y="115"/>
                    <a:pt x="126" y="101"/>
                  </a:cubicBezTo>
                  <a:cubicBezTo>
                    <a:pt x="140" y="93"/>
                    <a:pt x="153" y="89"/>
                    <a:pt x="164" y="89"/>
                  </a:cubicBezTo>
                  <a:cubicBezTo>
                    <a:pt x="174" y="89"/>
                    <a:pt x="183" y="92"/>
                    <a:pt x="192" y="97"/>
                  </a:cubicBezTo>
                  <a:lnTo>
                    <a:pt x="228" y="15"/>
                  </a:lnTo>
                  <a:cubicBezTo>
                    <a:pt x="216" y="5"/>
                    <a:pt x="201"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6" name="Google Shape;696;p32">
              <a:extLst>
                <a:ext uri="{FF2B5EF4-FFF2-40B4-BE49-F238E27FC236}">
                  <a16:creationId xmlns:a16="http://schemas.microsoft.com/office/drawing/2014/main" id="{32915C6C-F9FD-A7B5-478F-C38CC9890543}"/>
                </a:ext>
              </a:extLst>
            </p:cNvPr>
            <p:cNvSpPr/>
            <p:nvPr/>
          </p:nvSpPr>
          <p:spPr>
            <a:xfrm>
              <a:off x="5243950" y="1023216"/>
              <a:ext cx="27783" cy="56621"/>
            </a:xfrm>
            <a:custGeom>
              <a:avLst/>
              <a:gdLst/>
              <a:ahLst/>
              <a:cxnLst/>
              <a:rect l="l" t="t" r="r" b="b"/>
              <a:pathLst>
                <a:path w="237" h="483" extrusionOk="0">
                  <a:moveTo>
                    <a:pt x="184" y="1"/>
                  </a:moveTo>
                  <a:cubicBezTo>
                    <a:pt x="165" y="1"/>
                    <a:pt x="145" y="6"/>
                    <a:pt x="125" y="18"/>
                  </a:cubicBezTo>
                  <a:cubicBezTo>
                    <a:pt x="60" y="55"/>
                    <a:pt x="13" y="138"/>
                    <a:pt x="13" y="208"/>
                  </a:cubicBezTo>
                  <a:cubicBezTo>
                    <a:pt x="13" y="268"/>
                    <a:pt x="42" y="287"/>
                    <a:pt x="74" y="287"/>
                  </a:cubicBezTo>
                  <a:cubicBezTo>
                    <a:pt x="75" y="287"/>
                    <a:pt x="76" y="287"/>
                    <a:pt x="77" y="287"/>
                  </a:cubicBezTo>
                  <a:lnTo>
                    <a:pt x="117" y="287"/>
                  </a:lnTo>
                  <a:cubicBezTo>
                    <a:pt x="123" y="287"/>
                    <a:pt x="128" y="287"/>
                    <a:pt x="133" y="287"/>
                  </a:cubicBezTo>
                  <a:cubicBezTo>
                    <a:pt x="152" y="287"/>
                    <a:pt x="163" y="290"/>
                    <a:pt x="163" y="311"/>
                  </a:cubicBezTo>
                  <a:cubicBezTo>
                    <a:pt x="163" y="337"/>
                    <a:pt x="149" y="360"/>
                    <a:pt x="120" y="377"/>
                  </a:cubicBezTo>
                  <a:cubicBezTo>
                    <a:pt x="106" y="385"/>
                    <a:pt x="92" y="389"/>
                    <a:pt x="78" y="389"/>
                  </a:cubicBezTo>
                  <a:cubicBezTo>
                    <a:pt x="65" y="389"/>
                    <a:pt x="52" y="385"/>
                    <a:pt x="41" y="378"/>
                  </a:cubicBezTo>
                  <a:lnTo>
                    <a:pt x="0" y="468"/>
                  </a:lnTo>
                  <a:cubicBezTo>
                    <a:pt x="15" y="478"/>
                    <a:pt x="31" y="482"/>
                    <a:pt x="48" y="482"/>
                  </a:cubicBezTo>
                  <a:cubicBezTo>
                    <a:pt x="71" y="482"/>
                    <a:pt x="95" y="475"/>
                    <a:pt x="117" y="462"/>
                  </a:cubicBezTo>
                  <a:cubicBezTo>
                    <a:pt x="193" y="418"/>
                    <a:pt x="237" y="331"/>
                    <a:pt x="237" y="261"/>
                  </a:cubicBezTo>
                  <a:cubicBezTo>
                    <a:pt x="237" y="203"/>
                    <a:pt x="214" y="182"/>
                    <a:pt x="177" y="182"/>
                  </a:cubicBezTo>
                  <a:cubicBezTo>
                    <a:pt x="176" y="182"/>
                    <a:pt x="175" y="182"/>
                    <a:pt x="174" y="182"/>
                  </a:cubicBezTo>
                  <a:lnTo>
                    <a:pt x="134" y="183"/>
                  </a:lnTo>
                  <a:cubicBezTo>
                    <a:pt x="127" y="184"/>
                    <a:pt x="119" y="184"/>
                    <a:pt x="113" y="184"/>
                  </a:cubicBezTo>
                  <a:cubicBezTo>
                    <a:pt x="96" y="184"/>
                    <a:pt x="85" y="181"/>
                    <a:pt x="85" y="162"/>
                  </a:cubicBezTo>
                  <a:cubicBezTo>
                    <a:pt x="85" y="137"/>
                    <a:pt x="102" y="114"/>
                    <a:pt x="125" y="100"/>
                  </a:cubicBezTo>
                  <a:cubicBezTo>
                    <a:pt x="139" y="92"/>
                    <a:pt x="151" y="89"/>
                    <a:pt x="162" y="89"/>
                  </a:cubicBezTo>
                  <a:cubicBezTo>
                    <a:pt x="172" y="89"/>
                    <a:pt x="182" y="91"/>
                    <a:pt x="192" y="96"/>
                  </a:cubicBezTo>
                  <a:lnTo>
                    <a:pt x="228" y="15"/>
                  </a:lnTo>
                  <a:cubicBezTo>
                    <a:pt x="215" y="5"/>
                    <a:pt x="200"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7" name="Google Shape;697;p32">
              <a:extLst>
                <a:ext uri="{FF2B5EF4-FFF2-40B4-BE49-F238E27FC236}">
                  <a16:creationId xmlns:a16="http://schemas.microsoft.com/office/drawing/2014/main" id="{3E77AF90-1AED-E3D8-AF23-AD3BF6F96E61}"/>
                </a:ext>
              </a:extLst>
            </p:cNvPr>
            <p:cNvSpPr/>
            <p:nvPr/>
          </p:nvSpPr>
          <p:spPr>
            <a:xfrm>
              <a:off x="5274312" y="991213"/>
              <a:ext cx="44781" cy="71626"/>
            </a:xfrm>
            <a:custGeom>
              <a:avLst/>
              <a:gdLst/>
              <a:ahLst/>
              <a:cxnLst/>
              <a:rect l="l" t="t" r="r" b="b"/>
              <a:pathLst>
                <a:path w="382" h="611" extrusionOk="0">
                  <a:moveTo>
                    <a:pt x="382" y="0"/>
                  </a:moveTo>
                  <a:lnTo>
                    <a:pt x="313" y="40"/>
                  </a:lnTo>
                  <a:lnTo>
                    <a:pt x="292" y="250"/>
                  </a:lnTo>
                  <a:cubicBezTo>
                    <a:pt x="287" y="297"/>
                    <a:pt x="283" y="344"/>
                    <a:pt x="279" y="392"/>
                  </a:cubicBezTo>
                  <a:lnTo>
                    <a:pt x="277" y="393"/>
                  </a:lnTo>
                  <a:cubicBezTo>
                    <a:pt x="270" y="351"/>
                    <a:pt x="265" y="309"/>
                    <a:pt x="258" y="270"/>
                  </a:cubicBezTo>
                  <a:lnTo>
                    <a:pt x="223" y="92"/>
                  </a:lnTo>
                  <a:lnTo>
                    <a:pt x="162" y="127"/>
                  </a:lnTo>
                  <a:lnTo>
                    <a:pt x="129" y="345"/>
                  </a:lnTo>
                  <a:cubicBezTo>
                    <a:pt x="123" y="392"/>
                    <a:pt x="116" y="441"/>
                    <a:pt x="111" y="489"/>
                  </a:cubicBezTo>
                  <a:lnTo>
                    <a:pt x="108" y="490"/>
                  </a:lnTo>
                  <a:cubicBezTo>
                    <a:pt x="104" y="447"/>
                    <a:pt x="99" y="406"/>
                    <a:pt x="96" y="364"/>
                  </a:cubicBezTo>
                  <a:lnTo>
                    <a:pt x="73" y="178"/>
                  </a:lnTo>
                  <a:lnTo>
                    <a:pt x="0" y="221"/>
                  </a:lnTo>
                  <a:lnTo>
                    <a:pt x="59" y="611"/>
                  </a:lnTo>
                  <a:lnTo>
                    <a:pt x="148" y="559"/>
                  </a:lnTo>
                  <a:lnTo>
                    <a:pt x="177" y="349"/>
                  </a:lnTo>
                  <a:cubicBezTo>
                    <a:pt x="183" y="315"/>
                    <a:pt x="186" y="277"/>
                    <a:pt x="191" y="245"/>
                  </a:cubicBezTo>
                  <a:lnTo>
                    <a:pt x="192" y="244"/>
                  </a:lnTo>
                  <a:cubicBezTo>
                    <a:pt x="196" y="273"/>
                    <a:pt x="200" y="304"/>
                    <a:pt x="205" y="334"/>
                  </a:cubicBezTo>
                  <a:lnTo>
                    <a:pt x="236" y="508"/>
                  </a:lnTo>
                  <a:lnTo>
                    <a:pt x="326" y="456"/>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8" name="Google Shape;698;p32">
              <a:extLst>
                <a:ext uri="{FF2B5EF4-FFF2-40B4-BE49-F238E27FC236}">
                  <a16:creationId xmlns:a16="http://schemas.microsoft.com/office/drawing/2014/main" id="{3B27830E-C41B-34E7-C61B-B3B8249D892A}"/>
                </a:ext>
              </a:extLst>
            </p:cNvPr>
            <p:cNvSpPr/>
            <p:nvPr/>
          </p:nvSpPr>
          <p:spPr>
            <a:xfrm>
              <a:off x="5322492" y="976443"/>
              <a:ext cx="33762" cy="55918"/>
            </a:xfrm>
            <a:custGeom>
              <a:avLst/>
              <a:gdLst/>
              <a:ahLst/>
              <a:cxnLst/>
              <a:rect l="l" t="t" r="r" b="b"/>
              <a:pathLst>
                <a:path w="288" h="477" extrusionOk="0">
                  <a:moveTo>
                    <a:pt x="169" y="94"/>
                  </a:moveTo>
                  <a:cubicBezTo>
                    <a:pt x="197" y="94"/>
                    <a:pt x="214" y="130"/>
                    <a:pt x="214" y="196"/>
                  </a:cubicBezTo>
                  <a:cubicBezTo>
                    <a:pt x="214" y="281"/>
                    <a:pt x="187" y="350"/>
                    <a:pt x="144" y="375"/>
                  </a:cubicBezTo>
                  <a:cubicBezTo>
                    <a:pt x="136" y="380"/>
                    <a:pt x="128" y="383"/>
                    <a:pt x="120" y="383"/>
                  </a:cubicBezTo>
                  <a:cubicBezTo>
                    <a:pt x="91" y="383"/>
                    <a:pt x="73" y="345"/>
                    <a:pt x="73" y="277"/>
                  </a:cubicBezTo>
                  <a:cubicBezTo>
                    <a:pt x="73" y="193"/>
                    <a:pt x="102" y="126"/>
                    <a:pt x="144" y="102"/>
                  </a:cubicBezTo>
                  <a:cubicBezTo>
                    <a:pt x="153" y="96"/>
                    <a:pt x="162" y="94"/>
                    <a:pt x="169" y="94"/>
                  </a:cubicBezTo>
                  <a:close/>
                  <a:moveTo>
                    <a:pt x="204" y="0"/>
                  </a:moveTo>
                  <a:cubicBezTo>
                    <a:pt x="186" y="0"/>
                    <a:pt x="166" y="7"/>
                    <a:pt x="143" y="19"/>
                  </a:cubicBezTo>
                  <a:cubicBezTo>
                    <a:pt x="59" y="68"/>
                    <a:pt x="0" y="182"/>
                    <a:pt x="0" y="320"/>
                  </a:cubicBezTo>
                  <a:cubicBezTo>
                    <a:pt x="0" y="423"/>
                    <a:pt x="33" y="476"/>
                    <a:pt x="84" y="476"/>
                  </a:cubicBezTo>
                  <a:cubicBezTo>
                    <a:pt x="102" y="476"/>
                    <a:pt x="122" y="470"/>
                    <a:pt x="143" y="457"/>
                  </a:cubicBezTo>
                  <a:cubicBezTo>
                    <a:pt x="229" y="408"/>
                    <a:pt x="287" y="292"/>
                    <a:pt x="287" y="153"/>
                  </a:cubicBezTo>
                  <a:cubicBezTo>
                    <a:pt x="287" y="52"/>
                    <a:pt x="255" y="0"/>
                    <a:pt x="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9" name="Google Shape;699;p32">
              <a:extLst>
                <a:ext uri="{FF2B5EF4-FFF2-40B4-BE49-F238E27FC236}">
                  <a16:creationId xmlns:a16="http://schemas.microsoft.com/office/drawing/2014/main" id="{6F0EE39C-A236-2639-BF78-D43BE88608A5}"/>
                </a:ext>
              </a:extLst>
            </p:cNvPr>
            <p:cNvSpPr/>
            <p:nvPr/>
          </p:nvSpPr>
          <p:spPr>
            <a:xfrm>
              <a:off x="5363169" y="955108"/>
              <a:ext cx="29659" cy="60372"/>
            </a:xfrm>
            <a:custGeom>
              <a:avLst/>
              <a:gdLst/>
              <a:ahLst/>
              <a:cxnLst/>
              <a:rect l="l" t="t" r="r" b="b"/>
              <a:pathLst>
                <a:path w="253" h="515" extrusionOk="0">
                  <a:moveTo>
                    <a:pt x="145" y="91"/>
                  </a:moveTo>
                  <a:cubicBezTo>
                    <a:pt x="159" y="91"/>
                    <a:pt x="167" y="102"/>
                    <a:pt x="167" y="127"/>
                  </a:cubicBezTo>
                  <a:cubicBezTo>
                    <a:pt x="167" y="169"/>
                    <a:pt x="146" y="201"/>
                    <a:pt x="108" y="224"/>
                  </a:cubicBezTo>
                  <a:lnTo>
                    <a:pt x="72" y="244"/>
                  </a:lnTo>
                  <a:lnTo>
                    <a:pt x="72" y="126"/>
                  </a:lnTo>
                  <a:lnTo>
                    <a:pt x="108" y="105"/>
                  </a:lnTo>
                  <a:cubicBezTo>
                    <a:pt x="123" y="96"/>
                    <a:pt x="136" y="91"/>
                    <a:pt x="145" y="91"/>
                  </a:cubicBezTo>
                  <a:close/>
                  <a:moveTo>
                    <a:pt x="185" y="1"/>
                  </a:moveTo>
                  <a:cubicBezTo>
                    <a:pt x="165" y="1"/>
                    <a:pt x="141" y="10"/>
                    <a:pt x="115" y="26"/>
                  </a:cubicBezTo>
                  <a:lnTo>
                    <a:pt x="0" y="91"/>
                  </a:lnTo>
                  <a:lnTo>
                    <a:pt x="0" y="514"/>
                  </a:lnTo>
                  <a:lnTo>
                    <a:pt x="72" y="473"/>
                  </a:lnTo>
                  <a:lnTo>
                    <a:pt x="72" y="321"/>
                  </a:lnTo>
                  <a:lnTo>
                    <a:pt x="112" y="298"/>
                  </a:lnTo>
                  <a:lnTo>
                    <a:pt x="172" y="415"/>
                  </a:lnTo>
                  <a:lnTo>
                    <a:pt x="252" y="369"/>
                  </a:lnTo>
                  <a:lnTo>
                    <a:pt x="180" y="241"/>
                  </a:lnTo>
                  <a:cubicBezTo>
                    <a:pt x="214" y="201"/>
                    <a:pt x="238" y="148"/>
                    <a:pt x="238" y="87"/>
                  </a:cubicBezTo>
                  <a:cubicBezTo>
                    <a:pt x="238" y="25"/>
                    <a:pt x="217"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0" name="Google Shape;700;p32">
              <a:extLst>
                <a:ext uri="{FF2B5EF4-FFF2-40B4-BE49-F238E27FC236}">
                  <a16:creationId xmlns:a16="http://schemas.microsoft.com/office/drawing/2014/main" id="{BBA0947F-096D-ED14-1D99-F23296B3E056}"/>
                </a:ext>
              </a:extLst>
            </p:cNvPr>
            <p:cNvSpPr/>
            <p:nvPr/>
          </p:nvSpPr>
          <p:spPr>
            <a:xfrm>
              <a:off x="5398220" y="936234"/>
              <a:ext cx="29307" cy="59083"/>
            </a:xfrm>
            <a:custGeom>
              <a:avLst/>
              <a:gdLst/>
              <a:ahLst/>
              <a:cxnLst/>
              <a:rect l="l" t="t" r="r" b="b"/>
              <a:pathLst>
                <a:path w="250" h="504" extrusionOk="0">
                  <a:moveTo>
                    <a:pt x="131" y="92"/>
                  </a:moveTo>
                  <a:cubicBezTo>
                    <a:pt x="159" y="92"/>
                    <a:pt x="176" y="118"/>
                    <a:pt x="176" y="188"/>
                  </a:cubicBezTo>
                  <a:cubicBezTo>
                    <a:pt x="176" y="289"/>
                    <a:pt x="139" y="346"/>
                    <a:pt x="86" y="376"/>
                  </a:cubicBezTo>
                  <a:lnTo>
                    <a:pt x="73" y="384"/>
                  </a:lnTo>
                  <a:lnTo>
                    <a:pt x="73" y="115"/>
                  </a:lnTo>
                  <a:lnTo>
                    <a:pt x="86" y="107"/>
                  </a:lnTo>
                  <a:cubicBezTo>
                    <a:pt x="103" y="97"/>
                    <a:pt x="118" y="92"/>
                    <a:pt x="131" y="92"/>
                  </a:cubicBezTo>
                  <a:close/>
                  <a:moveTo>
                    <a:pt x="170" y="1"/>
                  </a:moveTo>
                  <a:cubicBezTo>
                    <a:pt x="148" y="1"/>
                    <a:pt x="120" y="10"/>
                    <a:pt x="90" y="28"/>
                  </a:cubicBezTo>
                  <a:lnTo>
                    <a:pt x="1" y="80"/>
                  </a:lnTo>
                  <a:lnTo>
                    <a:pt x="1" y="503"/>
                  </a:lnTo>
                  <a:lnTo>
                    <a:pt x="94" y="449"/>
                  </a:lnTo>
                  <a:cubicBezTo>
                    <a:pt x="187" y="395"/>
                    <a:pt x="249" y="290"/>
                    <a:pt x="249" y="145"/>
                  </a:cubicBezTo>
                  <a:cubicBezTo>
                    <a:pt x="249" y="45"/>
                    <a:pt x="220"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1" name="Google Shape;701;p32">
              <a:extLst>
                <a:ext uri="{FF2B5EF4-FFF2-40B4-BE49-F238E27FC236}">
                  <a16:creationId xmlns:a16="http://schemas.microsoft.com/office/drawing/2014/main" id="{5DFC1064-8F20-2A33-15B0-336883D2C28F}"/>
                </a:ext>
              </a:extLst>
            </p:cNvPr>
            <p:cNvSpPr/>
            <p:nvPr/>
          </p:nvSpPr>
          <p:spPr>
            <a:xfrm>
              <a:off x="5198349" y="738707"/>
              <a:ext cx="76081" cy="152513"/>
            </a:xfrm>
            <a:custGeom>
              <a:avLst/>
              <a:gdLst/>
              <a:ahLst/>
              <a:cxnLst/>
              <a:rect l="l" t="t" r="r" b="b"/>
              <a:pathLst>
                <a:path w="649" h="1301" extrusionOk="0">
                  <a:moveTo>
                    <a:pt x="648" y="0"/>
                  </a:moveTo>
                  <a:lnTo>
                    <a:pt x="483" y="96"/>
                  </a:lnTo>
                  <a:lnTo>
                    <a:pt x="370" y="578"/>
                  </a:lnTo>
                  <a:lnTo>
                    <a:pt x="328" y="764"/>
                  </a:lnTo>
                  <a:lnTo>
                    <a:pt x="324" y="766"/>
                  </a:lnTo>
                  <a:lnTo>
                    <a:pt x="282" y="627"/>
                  </a:lnTo>
                  <a:lnTo>
                    <a:pt x="166" y="278"/>
                  </a:lnTo>
                  <a:lnTo>
                    <a:pt x="1" y="375"/>
                  </a:lnTo>
                  <a:lnTo>
                    <a:pt x="1" y="1301"/>
                  </a:lnTo>
                  <a:lnTo>
                    <a:pt x="146" y="1218"/>
                  </a:lnTo>
                  <a:lnTo>
                    <a:pt x="146" y="877"/>
                  </a:lnTo>
                  <a:cubicBezTo>
                    <a:pt x="146" y="786"/>
                    <a:pt x="132" y="659"/>
                    <a:pt x="126" y="575"/>
                  </a:cubicBezTo>
                  <a:lnTo>
                    <a:pt x="129" y="571"/>
                  </a:lnTo>
                  <a:lnTo>
                    <a:pt x="184" y="754"/>
                  </a:lnTo>
                  <a:lnTo>
                    <a:pt x="291" y="1052"/>
                  </a:lnTo>
                  <a:lnTo>
                    <a:pt x="354" y="1016"/>
                  </a:lnTo>
                  <a:lnTo>
                    <a:pt x="461" y="594"/>
                  </a:lnTo>
                  <a:lnTo>
                    <a:pt x="518" y="347"/>
                  </a:lnTo>
                  <a:lnTo>
                    <a:pt x="522" y="345"/>
                  </a:lnTo>
                  <a:lnTo>
                    <a:pt x="522" y="345"/>
                  </a:lnTo>
                  <a:cubicBezTo>
                    <a:pt x="514" y="438"/>
                    <a:pt x="502" y="580"/>
                    <a:pt x="502" y="671"/>
                  </a:cubicBezTo>
                  <a:lnTo>
                    <a:pt x="502" y="1010"/>
                  </a:lnTo>
                  <a:lnTo>
                    <a:pt x="648" y="926"/>
                  </a:lnTo>
                  <a:lnTo>
                    <a:pt x="6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Nunito"/>
                <a:ea typeface="Nunito"/>
                <a:cs typeface="Nunito"/>
                <a:sym typeface="Nunito"/>
              </a:endParaRPr>
            </a:p>
          </p:txBody>
        </p:sp>
        <p:sp>
          <p:nvSpPr>
            <p:cNvPr id="702" name="Google Shape;702;p32">
              <a:extLst>
                <a:ext uri="{FF2B5EF4-FFF2-40B4-BE49-F238E27FC236}">
                  <a16:creationId xmlns:a16="http://schemas.microsoft.com/office/drawing/2014/main" id="{96139901-B724-3A2D-0E9F-5F867EC5DFFA}"/>
                </a:ext>
              </a:extLst>
            </p:cNvPr>
            <p:cNvSpPr/>
            <p:nvPr/>
          </p:nvSpPr>
          <p:spPr>
            <a:xfrm>
              <a:off x="5282869" y="694982"/>
              <a:ext cx="67406" cy="133405"/>
            </a:xfrm>
            <a:custGeom>
              <a:avLst/>
              <a:gdLst/>
              <a:ahLst/>
              <a:cxnLst/>
              <a:rect l="l" t="t" r="r" b="b"/>
              <a:pathLst>
                <a:path w="575" h="1138" extrusionOk="0">
                  <a:moveTo>
                    <a:pt x="575" y="1"/>
                  </a:moveTo>
                  <a:lnTo>
                    <a:pt x="411" y="95"/>
                  </a:lnTo>
                  <a:lnTo>
                    <a:pt x="349" y="343"/>
                  </a:lnTo>
                  <a:cubicBezTo>
                    <a:pt x="330" y="424"/>
                    <a:pt x="310" y="499"/>
                    <a:pt x="291" y="582"/>
                  </a:cubicBezTo>
                  <a:lnTo>
                    <a:pt x="286" y="584"/>
                  </a:lnTo>
                  <a:cubicBezTo>
                    <a:pt x="266" y="525"/>
                    <a:pt x="248" y="471"/>
                    <a:pt x="230" y="412"/>
                  </a:cubicBezTo>
                  <a:lnTo>
                    <a:pt x="167" y="235"/>
                  </a:lnTo>
                  <a:lnTo>
                    <a:pt x="0" y="332"/>
                  </a:lnTo>
                  <a:lnTo>
                    <a:pt x="209" y="808"/>
                  </a:lnTo>
                  <a:lnTo>
                    <a:pt x="209" y="1138"/>
                  </a:lnTo>
                  <a:lnTo>
                    <a:pt x="365" y="1047"/>
                  </a:lnTo>
                  <a:lnTo>
                    <a:pt x="365" y="718"/>
                  </a:lnTo>
                  <a:lnTo>
                    <a:pt x="5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3" name="Google Shape;703;p32">
              <a:extLst>
                <a:ext uri="{FF2B5EF4-FFF2-40B4-BE49-F238E27FC236}">
                  <a16:creationId xmlns:a16="http://schemas.microsoft.com/office/drawing/2014/main" id="{84F085AA-7D92-5D79-C0A6-49986F387612}"/>
                </a:ext>
              </a:extLst>
            </p:cNvPr>
            <p:cNvSpPr/>
            <p:nvPr/>
          </p:nvSpPr>
          <p:spPr>
            <a:xfrm>
              <a:off x="5384622" y="654773"/>
              <a:ext cx="64006" cy="128950"/>
            </a:xfrm>
            <a:custGeom>
              <a:avLst/>
              <a:gdLst/>
              <a:ahLst/>
              <a:cxnLst/>
              <a:rect l="l" t="t" r="r" b="b"/>
              <a:pathLst>
                <a:path w="546" h="1100" extrusionOk="0">
                  <a:moveTo>
                    <a:pt x="286" y="200"/>
                  </a:moveTo>
                  <a:cubicBezTo>
                    <a:pt x="347" y="200"/>
                    <a:pt x="385" y="258"/>
                    <a:pt x="385" y="410"/>
                  </a:cubicBezTo>
                  <a:cubicBezTo>
                    <a:pt x="385" y="632"/>
                    <a:pt x="305" y="755"/>
                    <a:pt x="188" y="822"/>
                  </a:cubicBezTo>
                  <a:lnTo>
                    <a:pt x="158" y="839"/>
                  </a:lnTo>
                  <a:lnTo>
                    <a:pt x="158" y="251"/>
                  </a:lnTo>
                  <a:lnTo>
                    <a:pt x="188" y="234"/>
                  </a:lnTo>
                  <a:cubicBezTo>
                    <a:pt x="225" y="213"/>
                    <a:pt x="258" y="200"/>
                    <a:pt x="286" y="200"/>
                  </a:cubicBezTo>
                  <a:close/>
                  <a:moveTo>
                    <a:pt x="372" y="1"/>
                  </a:moveTo>
                  <a:cubicBezTo>
                    <a:pt x="322" y="1"/>
                    <a:pt x="263" y="21"/>
                    <a:pt x="197" y="60"/>
                  </a:cubicBezTo>
                  <a:lnTo>
                    <a:pt x="1" y="173"/>
                  </a:lnTo>
                  <a:lnTo>
                    <a:pt x="1" y="1099"/>
                  </a:lnTo>
                  <a:lnTo>
                    <a:pt x="206" y="981"/>
                  </a:lnTo>
                  <a:cubicBezTo>
                    <a:pt x="409" y="864"/>
                    <a:pt x="546" y="635"/>
                    <a:pt x="546" y="318"/>
                  </a:cubicBezTo>
                  <a:cubicBezTo>
                    <a:pt x="546" y="99"/>
                    <a:pt x="481"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4" name="Google Shape;704;p32">
              <a:extLst>
                <a:ext uri="{FF2B5EF4-FFF2-40B4-BE49-F238E27FC236}">
                  <a16:creationId xmlns:a16="http://schemas.microsoft.com/office/drawing/2014/main" id="{9E7B728E-0A52-D374-38EE-3B7F91BE9E26}"/>
                </a:ext>
              </a:extLst>
            </p:cNvPr>
            <p:cNvSpPr/>
            <p:nvPr/>
          </p:nvSpPr>
          <p:spPr>
            <a:xfrm>
              <a:off x="5452145" y="608703"/>
              <a:ext cx="73150" cy="135984"/>
            </a:xfrm>
            <a:custGeom>
              <a:avLst/>
              <a:gdLst/>
              <a:ahLst/>
              <a:cxnLst/>
              <a:rect l="l" t="t" r="r" b="b"/>
              <a:pathLst>
                <a:path w="624" h="1160" extrusionOk="0">
                  <a:moveTo>
                    <a:pt x="311" y="214"/>
                  </a:moveTo>
                  <a:cubicBezTo>
                    <a:pt x="330" y="300"/>
                    <a:pt x="348" y="399"/>
                    <a:pt x="367" y="480"/>
                  </a:cubicBezTo>
                  <a:lnTo>
                    <a:pt x="384" y="555"/>
                  </a:lnTo>
                  <a:lnTo>
                    <a:pt x="235" y="641"/>
                  </a:lnTo>
                  <a:lnTo>
                    <a:pt x="252" y="546"/>
                  </a:lnTo>
                  <a:cubicBezTo>
                    <a:pt x="271" y="443"/>
                    <a:pt x="291" y="323"/>
                    <a:pt x="306" y="216"/>
                  </a:cubicBezTo>
                  <a:lnTo>
                    <a:pt x="311" y="214"/>
                  </a:lnTo>
                  <a:close/>
                  <a:moveTo>
                    <a:pt x="405" y="0"/>
                  </a:moveTo>
                  <a:lnTo>
                    <a:pt x="218" y="108"/>
                  </a:lnTo>
                  <a:lnTo>
                    <a:pt x="0" y="1160"/>
                  </a:lnTo>
                  <a:lnTo>
                    <a:pt x="160" y="1068"/>
                  </a:lnTo>
                  <a:lnTo>
                    <a:pt x="203" y="823"/>
                  </a:lnTo>
                  <a:lnTo>
                    <a:pt x="416" y="700"/>
                  </a:lnTo>
                  <a:lnTo>
                    <a:pt x="458" y="895"/>
                  </a:lnTo>
                  <a:lnTo>
                    <a:pt x="624" y="800"/>
                  </a:lnTo>
                  <a:lnTo>
                    <a:pt x="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5" name="Google Shape;705;p32">
              <a:extLst>
                <a:ext uri="{FF2B5EF4-FFF2-40B4-BE49-F238E27FC236}">
                  <a16:creationId xmlns:a16="http://schemas.microsoft.com/office/drawing/2014/main" id="{FD9C6ECB-D1FF-041A-C4CD-47E052A7E423}"/>
                </a:ext>
              </a:extLst>
            </p:cNvPr>
            <p:cNvSpPr/>
            <p:nvPr/>
          </p:nvSpPr>
          <p:spPr>
            <a:xfrm>
              <a:off x="5522363" y="559116"/>
              <a:ext cx="63186" cy="132115"/>
            </a:xfrm>
            <a:custGeom>
              <a:avLst/>
              <a:gdLst/>
              <a:ahLst/>
              <a:cxnLst/>
              <a:rect l="l" t="t" r="r" b="b"/>
              <a:pathLst>
                <a:path w="539" h="1127" extrusionOk="0">
                  <a:moveTo>
                    <a:pt x="538" y="1"/>
                  </a:moveTo>
                  <a:lnTo>
                    <a:pt x="0" y="312"/>
                  </a:lnTo>
                  <a:lnTo>
                    <a:pt x="0" y="487"/>
                  </a:lnTo>
                  <a:lnTo>
                    <a:pt x="191" y="377"/>
                  </a:lnTo>
                  <a:lnTo>
                    <a:pt x="191" y="1127"/>
                  </a:lnTo>
                  <a:lnTo>
                    <a:pt x="348" y="1037"/>
                  </a:lnTo>
                  <a:lnTo>
                    <a:pt x="348" y="287"/>
                  </a:lnTo>
                  <a:lnTo>
                    <a:pt x="538" y="176"/>
                  </a:lnTo>
                  <a:lnTo>
                    <a:pt x="5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6" name="Google Shape;706;p32">
              <a:extLst>
                <a:ext uri="{FF2B5EF4-FFF2-40B4-BE49-F238E27FC236}">
                  <a16:creationId xmlns:a16="http://schemas.microsoft.com/office/drawing/2014/main" id="{F31ECDA3-4D29-0ED5-00EE-3EE0F21FB403}"/>
                </a:ext>
              </a:extLst>
            </p:cNvPr>
            <p:cNvSpPr/>
            <p:nvPr/>
          </p:nvSpPr>
          <p:spPr>
            <a:xfrm>
              <a:off x="5582618" y="533327"/>
              <a:ext cx="73267" cy="135984"/>
            </a:xfrm>
            <a:custGeom>
              <a:avLst/>
              <a:gdLst/>
              <a:ahLst/>
              <a:cxnLst/>
              <a:rect l="l" t="t" r="r" b="b"/>
              <a:pathLst>
                <a:path w="625" h="1160" extrusionOk="0">
                  <a:moveTo>
                    <a:pt x="310" y="214"/>
                  </a:moveTo>
                  <a:cubicBezTo>
                    <a:pt x="329" y="300"/>
                    <a:pt x="347" y="399"/>
                    <a:pt x="367" y="480"/>
                  </a:cubicBezTo>
                  <a:lnTo>
                    <a:pt x="385" y="555"/>
                  </a:lnTo>
                  <a:lnTo>
                    <a:pt x="235" y="641"/>
                  </a:lnTo>
                  <a:lnTo>
                    <a:pt x="252" y="546"/>
                  </a:lnTo>
                  <a:cubicBezTo>
                    <a:pt x="271" y="443"/>
                    <a:pt x="290" y="324"/>
                    <a:pt x="306" y="216"/>
                  </a:cubicBezTo>
                  <a:lnTo>
                    <a:pt x="310" y="214"/>
                  </a:lnTo>
                  <a:close/>
                  <a:moveTo>
                    <a:pt x="406" y="0"/>
                  </a:moveTo>
                  <a:lnTo>
                    <a:pt x="219" y="108"/>
                  </a:lnTo>
                  <a:lnTo>
                    <a:pt x="1" y="1160"/>
                  </a:lnTo>
                  <a:lnTo>
                    <a:pt x="161" y="1068"/>
                  </a:lnTo>
                  <a:lnTo>
                    <a:pt x="203" y="823"/>
                  </a:lnTo>
                  <a:lnTo>
                    <a:pt x="416" y="701"/>
                  </a:lnTo>
                  <a:lnTo>
                    <a:pt x="459" y="895"/>
                  </a:lnTo>
                  <a:lnTo>
                    <a:pt x="625" y="800"/>
                  </a:lnTo>
                  <a:lnTo>
                    <a:pt x="4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7" name="Google Shape;707;p32">
              <a:extLst>
                <a:ext uri="{FF2B5EF4-FFF2-40B4-BE49-F238E27FC236}">
                  <a16:creationId xmlns:a16="http://schemas.microsoft.com/office/drawing/2014/main" id="{3D6D7F42-3051-13EE-4CB3-3863E520074F}"/>
                </a:ext>
              </a:extLst>
            </p:cNvPr>
            <p:cNvSpPr/>
            <p:nvPr/>
          </p:nvSpPr>
          <p:spPr>
            <a:xfrm>
              <a:off x="5509937" y="611634"/>
              <a:ext cx="442534" cy="679333"/>
            </a:xfrm>
            <a:custGeom>
              <a:avLst/>
              <a:gdLst/>
              <a:ahLst/>
              <a:cxnLst/>
              <a:rect l="l" t="t" r="r" b="b"/>
              <a:pathLst>
                <a:path w="3775" h="5795" extrusionOk="0">
                  <a:moveTo>
                    <a:pt x="2961" y="1"/>
                  </a:moveTo>
                  <a:lnTo>
                    <a:pt x="1876" y="627"/>
                  </a:lnTo>
                  <a:lnTo>
                    <a:pt x="792" y="1253"/>
                  </a:lnTo>
                  <a:lnTo>
                    <a:pt x="53" y="2929"/>
                  </a:lnTo>
                  <a:cubicBezTo>
                    <a:pt x="53" y="2929"/>
                    <a:pt x="0" y="4709"/>
                    <a:pt x="1134" y="5487"/>
                  </a:cubicBezTo>
                  <a:cubicBezTo>
                    <a:pt x="1340" y="5628"/>
                    <a:pt x="1585" y="5736"/>
                    <a:pt x="1876" y="5795"/>
                  </a:cubicBezTo>
                  <a:cubicBezTo>
                    <a:pt x="3775" y="3223"/>
                    <a:pt x="3700" y="822"/>
                    <a:pt x="3700" y="822"/>
                  </a:cubicBezTo>
                  <a:lnTo>
                    <a:pt x="2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8" name="Google Shape;708;p32">
              <a:extLst>
                <a:ext uri="{FF2B5EF4-FFF2-40B4-BE49-F238E27FC236}">
                  <a16:creationId xmlns:a16="http://schemas.microsoft.com/office/drawing/2014/main" id="{4AB40655-573A-E91D-1E6E-B2EE709F3A8B}"/>
                </a:ext>
              </a:extLst>
            </p:cNvPr>
            <p:cNvSpPr/>
            <p:nvPr/>
          </p:nvSpPr>
          <p:spPr>
            <a:xfrm>
              <a:off x="5638652" y="1224611"/>
              <a:ext cx="50291" cy="57793"/>
            </a:xfrm>
            <a:custGeom>
              <a:avLst/>
              <a:gdLst/>
              <a:ahLst/>
              <a:cxnLst/>
              <a:rect l="l" t="t" r="r" b="b"/>
              <a:pathLst>
                <a:path w="429" h="493" extrusionOk="0">
                  <a:moveTo>
                    <a:pt x="428" y="0"/>
                  </a:moveTo>
                  <a:lnTo>
                    <a:pt x="0" y="232"/>
                  </a:lnTo>
                  <a:lnTo>
                    <a:pt x="404" y="492"/>
                  </a:lnTo>
                  <a:lnTo>
                    <a:pt x="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9" name="Google Shape;709;p32">
              <a:extLst>
                <a:ext uri="{FF2B5EF4-FFF2-40B4-BE49-F238E27FC236}">
                  <a16:creationId xmlns:a16="http://schemas.microsoft.com/office/drawing/2014/main" id="{B37FDE7A-39A8-D83C-C474-B5FD0DC3D197}"/>
                </a:ext>
              </a:extLst>
            </p:cNvPr>
            <p:cNvSpPr/>
            <p:nvPr/>
          </p:nvSpPr>
          <p:spPr>
            <a:xfrm>
              <a:off x="5539713" y="632148"/>
              <a:ext cx="445113" cy="679451"/>
            </a:xfrm>
            <a:custGeom>
              <a:avLst/>
              <a:gdLst/>
              <a:ahLst/>
              <a:cxnLst/>
              <a:rect l="l" t="t" r="r" b="b"/>
              <a:pathLst>
                <a:path w="3797" h="5796" extrusionOk="0">
                  <a:moveTo>
                    <a:pt x="2984" y="1"/>
                  </a:moveTo>
                  <a:lnTo>
                    <a:pt x="1899" y="627"/>
                  </a:lnTo>
                  <a:lnTo>
                    <a:pt x="815" y="1253"/>
                  </a:lnTo>
                  <a:lnTo>
                    <a:pt x="75" y="2928"/>
                  </a:lnTo>
                  <a:cubicBezTo>
                    <a:pt x="75" y="2928"/>
                    <a:pt x="1" y="5413"/>
                    <a:pt x="1899" y="5795"/>
                  </a:cubicBezTo>
                  <a:cubicBezTo>
                    <a:pt x="3797" y="3223"/>
                    <a:pt x="3722" y="823"/>
                    <a:pt x="3722" y="823"/>
                  </a:cubicBezTo>
                  <a:lnTo>
                    <a:pt x="2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0" name="Google Shape;710;p32">
              <a:extLst>
                <a:ext uri="{FF2B5EF4-FFF2-40B4-BE49-F238E27FC236}">
                  <a16:creationId xmlns:a16="http://schemas.microsoft.com/office/drawing/2014/main" id="{C643E6B3-55E4-E9E7-1B67-568F5735BE68}"/>
                </a:ext>
              </a:extLst>
            </p:cNvPr>
            <p:cNvSpPr/>
            <p:nvPr/>
          </p:nvSpPr>
          <p:spPr>
            <a:xfrm>
              <a:off x="5642052" y="787708"/>
              <a:ext cx="13129" cy="19108"/>
            </a:xfrm>
            <a:custGeom>
              <a:avLst/>
              <a:gdLst/>
              <a:ahLst/>
              <a:cxnLst/>
              <a:rect l="l" t="t" r="r" b="b"/>
              <a:pathLst>
                <a:path w="112" h="163" extrusionOk="0">
                  <a:moveTo>
                    <a:pt x="78" y="0"/>
                  </a:moveTo>
                  <a:cubicBezTo>
                    <a:pt x="72" y="0"/>
                    <a:pt x="64" y="3"/>
                    <a:pt x="57" y="7"/>
                  </a:cubicBezTo>
                  <a:cubicBezTo>
                    <a:pt x="25" y="25"/>
                    <a:pt x="0" y="72"/>
                    <a:pt x="0" y="114"/>
                  </a:cubicBezTo>
                  <a:cubicBezTo>
                    <a:pt x="0" y="144"/>
                    <a:pt x="14" y="162"/>
                    <a:pt x="34" y="162"/>
                  </a:cubicBezTo>
                  <a:cubicBezTo>
                    <a:pt x="41" y="162"/>
                    <a:pt x="49" y="160"/>
                    <a:pt x="57" y="155"/>
                  </a:cubicBezTo>
                  <a:cubicBezTo>
                    <a:pt x="87" y="137"/>
                    <a:pt x="112" y="90"/>
                    <a:pt x="112" y="50"/>
                  </a:cubicBezTo>
                  <a:cubicBezTo>
                    <a:pt x="112" y="18"/>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1" name="Google Shape;711;p32">
              <a:extLst>
                <a:ext uri="{FF2B5EF4-FFF2-40B4-BE49-F238E27FC236}">
                  <a16:creationId xmlns:a16="http://schemas.microsoft.com/office/drawing/2014/main" id="{3B16D9FE-0F89-D5AF-9446-0DD186EEFC33}"/>
                </a:ext>
              </a:extLst>
            </p:cNvPr>
            <p:cNvSpPr/>
            <p:nvPr/>
          </p:nvSpPr>
          <p:spPr>
            <a:xfrm>
              <a:off x="5571012" y="1059322"/>
              <a:ext cx="13247" cy="19108"/>
            </a:xfrm>
            <a:custGeom>
              <a:avLst/>
              <a:gdLst/>
              <a:ahLst/>
              <a:cxnLst/>
              <a:rect l="l" t="t" r="r" b="b"/>
              <a:pathLst>
                <a:path w="113" h="163" extrusionOk="0">
                  <a:moveTo>
                    <a:pt x="79" y="0"/>
                  </a:moveTo>
                  <a:cubicBezTo>
                    <a:pt x="72" y="0"/>
                    <a:pt x="65" y="3"/>
                    <a:pt x="57" y="7"/>
                  </a:cubicBezTo>
                  <a:cubicBezTo>
                    <a:pt x="25" y="25"/>
                    <a:pt x="1" y="73"/>
                    <a:pt x="1" y="113"/>
                  </a:cubicBezTo>
                  <a:cubicBezTo>
                    <a:pt x="1" y="144"/>
                    <a:pt x="14" y="162"/>
                    <a:pt x="35" y="162"/>
                  </a:cubicBezTo>
                  <a:cubicBezTo>
                    <a:pt x="41" y="162"/>
                    <a:pt x="49" y="160"/>
                    <a:pt x="57" y="156"/>
                  </a:cubicBezTo>
                  <a:cubicBezTo>
                    <a:pt x="87" y="138"/>
                    <a:pt x="112" y="91"/>
                    <a:pt x="112" y="49"/>
                  </a:cubicBezTo>
                  <a:cubicBezTo>
                    <a:pt x="112" y="19"/>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2" name="Google Shape;712;p32">
              <a:extLst>
                <a:ext uri="{FF2B5EF4-FFF2-40B4-BE49-F238E27FC236}">
                  <a16:creationId xmlns:a16="http://schemas.microsoft.com/office/drawing/2014/main" id="{161CEA32-A4BA-56AF-8044-4BD4AA15F331}"/>
                </a:ext>
              </a:extLst>
            </p:cNvPr>
            <p:cNvSpPr/>
            <p:nvPr/>
          </p:nvSpPr>
          <p:spPr>
            <a:xfrm>
              <a:off x="5919762" y="958273"/>
              <a:ext cx="13247" cy="19108"/>
            </a:xfrm>
            <a:custGeom>
              <a:avLst/>
              <a:gdLst/>
              <a:ahLst/>
              <a:cxnLst/>
              <a:rect l="l" t="t" r="r" b="b"/>
              <a:pathLst>
                <a:path w="113" h="163" extrusionOk="0">
                  <a:moveTo>
                    <a:pt x="79" y="0"/>
                  </a:moveTo>
                  <a:cubicBezTo>
                    <a:pt x="72" y="0"/>
                    <a:pt x="65" y="2"/>
                    <a:pt x="57" y="7"/>
                  </a:cubicBezTo>
                  <a:cubicBezTo>
                    <a:pt x="25" y="25"/>
                    <a:pt x="1" y="72"/>
                    <a:pt x="1" y="114"/>
                  </a:cubicBezTo>
                  <a:cubicBezTo>
                    <a:pt x="1" y="144"/>
                    <a:pt x="15" y="162"/>
                    <a:pt x="35" y="162"/>
                  </a:cubicBezTo>
                  <a:cubicBezTo>
                    <a:pt x="42" y="162"/>
                    <a:pt x="49" y="160"/>
                    <a:pt x="57" y="155"/>
                  </a:cubicBezTo>
                  <a:cubicBezTo>
                    <a:pt x="87" y="138"/>
                    <a:pt x="112" y="90"/>
                    <a:pt x="112" y="49"/>
                  </a:cubicBezTo>
                  <a:cubicBezTo>
                    <a:pt x="112" y="18"/>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3" name="Google Shape;713;p32">
              <a:extLst>
                <a:ext uri="{FF2B5EF4-FFF2-40B4-BE49-F238E27FC236}">
                  <a16:creationId xmlns:a16="http://schemas.microsoft.com/office/drawing/2014/main" id="{2BBDC20A-7ECB-9E0A-118A-64E24C55CA96}"/>
                </a:ext>
              </a:extLst>
            </p:cNvPr>
            <p:cNvSpPr/>
            <p:nvPr/>
          </p:nvSpPr>
          <p:spPr>
            <a:xfrm>
              <a:off x="5598209" y="1145366"/>
              <a:ext cx="13247" cy="19108"/>
            </a:xfrm>
            <a:custGeom>
              <a:avLst/>
              <a:gdLst/>
              <a:ahLst/>
              <a:cxnLst/>
              <a:rect l="l" t="t" r="r" b="b"/>
              <a:pathLst>
                <a:path w="113" h="163" extrusionOk="0">
                  <a:moveTo>
                    <a:pt x="78" y="1"/>
                  </a:moveTo>
                  <a:cubicBezTo>
                    <a:pt x="71" y="1"/>
                    <a:pt x="64" y="3"/>
                    <a:pt x="56" y="7"/>
                  </a:cubicBezTo>
                  <a:cubicBezTo>
                    <a:pt x="25" y="25"/>
                    <a:pt x="1" y="73"/>
                    <a:pt x="1" y="113"/>
                  </a:cubicBezTo>
                  <a:cubicBezTo>
                    <a:pt x="1" y="144"/>
                    <a:pt x="14" y="162"/>
                    <a:pt x="34" y="162"/>
                  </a:cubicBezTo>
                  <a:cubicBezTo>
                    <a:pt x="41" y="162"/>
                    <a:pt x="48" y="160"/>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4" name="Google Shape;714;p32">
              <a:extLst>
                <a:ext uri="{FF2B5EF4-FFF2-40B4-BE49-F238E27FC236}">
                  <a16:creationId xmlns:a16="http://schemas.microsoft.com/office/drawing/2014/main" id="{CCBE03D9-4EE4-F91D-3AFD-C30846F77478}"/>
                </a:ext>
              </a:extLst>
            </p:cNvPr>
            <p:cNvSpPr/>
            <p:nvPr/>
          </p:nvSpPr>
          <p:spPr>
            <a:xfrm>
              <a:off x="5652719" y="1224025"/>
              <a:ext cx="13247" cy="19108"/>
            </a:xfrm>
            <a:custGeom>
              <a:avLst/>
              <a:gdLst/>
              <a:ahLst/>
              <a:cxnLst/>
              <a:rect l="l" t="t" r="r" b="b"/>
              <a:pathLst>
                <a:path w="113" h="163" extrusionOk="0">
                  <a:moveTo>
                    <a:pt x="79" y="1"/>
                  </a:moveTo>
                  <a:cubicBezTo>
                    <a:pt x="72" y="1"/>
                    <a:pt x="65" y="3"/>
                    <a:pt x="57" y="8"/>
                  </a:cubicBezTo>
                  <a:cubicBezTo>
                    <a:pt x="25" y="24"/>
                    <a:pt x="1" y="73"/>
                    <a:pt x="1" y="113"/>
                  </a:cubicBezTo>
                  <a:cubicBezTo>
                    <a:pt x="1" y="145"/>
                    <a:pt x="14" y="162"/>
                    <a:pt x="35" y="162"/>
                  </a:cubicBezTo>
                  <a:cubicBezTo>
                    <a:pt x="41" y="162"/>
                    <a:pt x="49" y="160"/>
                    <a:pt x="57" y="156"/>
                  </a:cubicBezTo>
                  <a:cubicBezTo>
                    <a:pt x="87" y="138"/>
                    <a:pt x="112" y="90"/>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5" name="Google Shape;715;p32">
              <a:extLst>
                <a:ext uri="{FF2B5EF4-FFF2-40B4-BE49-F238E27FC236}">
                  <a16:creationId xmlns:a16="http://schemas.microsoft.com/office/drawing/2014/main" id="{9B7872C8-A966-8F20-25B0-BF5654B6DFCB}"/>
                </a:ext>
              </a:extLst>
            </p:cNvPr>
            <p:cNvSpPr/>
            <p:nvPr/>
          </p:nvSpPr>
          <p:spPr>
            <a:xfrm>
              <a:off x="5863493" y="1102813"/>
              <a:ext cx="13247" cy="19225"/>
            </a:xfrm>
            <a:custGeom>
              <a:avLst/>
              <a:gdLst/>
              <a:ahLst/>
              <a:cxnLst/>
              <a:rect l="l" t="t" r="r" b="b"/>
              <a:pathLst>
                <a:path w="113" h="164" extrusionOk="0">
                  <a:moveTo>
                    <a:pt x="79" y="1"/>
                  </a:moveTo>
                  <a:cubicBezTo>
                    <a:pt x="72" y="1"/>
                    <a:pt x="64" y="3"/>
                    <a:pt x="56" y="8"/>
                  </a:cubicBezTo>
                  <a:cubicBezTo>
                    <a:pt x="26" y="26"/>
                    <a:pt x="1" y="73"/>
                    <a:pt x="1" y="114"/>
                  </a:cubicBezTo>
                  <a:cubicBezTo>
                    <a:pt x="1" y="145"/>
                    <a:pt x="15" y="163"/>
                    <a:pt x="34" y="163"/>
                  </a:cubicBezTo>
                  <a:cubicBezTo>
                    <a:pt x="41" y="163"/>
                    <a:pt x="48" y="161"/>
                    <a:pt x="56" y="156"/>
                  </a:cubicBezTo>
                  <a:cubicBezTo>
                    <a:pt x="88" y="138"/>
                    <a:pt x="112" y="91"/>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6" name="Google Shape;716;p32">
              <a:extLst>
                <a:ext uri="{FF2B5EF4-FFF2-40B4-BE49-F238E27FC236}">
                  <a16:creationId xmlns:a16="http://schemas.microsoft.com/office/drawing/2014/main" id="{2E711F90-8E31-4A38-BFFE-DA5F30618C66}"/>
                </a:ext>
              </a:extLst>
            </p:cNvPr>
            <p:cNvSpPr/>
            <p:nvPr/>
          </p:nvSpPr>
          <p:spPr>
            <a:xfrm>
              <a:off x="5757637" y="1277246"/>
              <a:ext cx="13247" cy="19108"/>
            </a:xfrm>
            <a:custGeom>
              <a:avLst/>
              <a:gdLst/>
              <a:ahLst/>
              <a:cxnLst/>
              <a:rect l="l" t="t" r="r" b="b"/>
              <a:pathLst>
                <a:path w="113" h="163" extrusionOk="0">
                  <a:moveTo>
                    <a:pt x="79" y="1"/>
                  </a:moveTo>
                  <a:cubicBezTo>
                    <a:pt x="72" y="1"/>
                    <a:pt x="65" y="3"/>
                    <a:pt x="57" y="7"/>
                  </a:cubicBezTo>
                  <a:cubicBezTo>
                    <a:pt x="26" y="24"/>
                    <a:pt x="1" y="73"/>
                    <a:pt x="1" y="113"/>
                  </a:cubicBezTo>
                  <a:cubicBezTo>
                    <a:pt x="1" y="144"/>
                    <a:pt x="15" y="162"/>
                    <a:pt x="35" y="162"/>
                  </a:cubicBezTo>
                  <a:cubicBezTo>
                    <a:pt x="42" y="162"/>
                    <a:pt x="49" y="160"/>
                    <a:pt x="57" y="156"/>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7" name="Google Shape;717;p32">
              <a:extLst>
                <a:ext uri="{FF2B5EF4-FFF2-40B4-BE49-F238E27FC236}">
                  <a16:creationId xmlns:a16="http://schemas.microsoft.com/office/drawing/2014/main" id="{3229EC8E-DEF5-0BED-4C91-5275B7AA0027}"/>
                </a:ext>
              </a:extLst>
            </p:cNvPr>
            <p:cNvSpPr/>
            <p:nvPr/>
          </p:nvSpPr>
          <p:spPr>
            <a:xfrm>
              <a:off x="5919762" y="694044"/>
              <a:ext cx="13247" cy="19108"/>
            </a:xfrm>
            <a:custGeom>
              <a:avLst/>
              <a:gdLst/>
              <a:ahLst/>
              <a:cxnLst/>
              <a:rect l="l" t="t" r="r" b="b"/>
              <a:pathLst>
                <a:path w="113" h="163" extrusionOk="0">
                  <a:moveTo>
                    <a:pt x="79" y="1"/>
                  </a:moveTo>
                  <a:cubicBezTo>
                    <a:pt x="72" y="1"/>
                    <a:pt x="65" y="3"/>
                    <a:pt x="57" y="7"/>
                  </a:cubicBezTo>
                  <a:cubicBezTo>
                    <a:pt x="25" y="25"/>
                    <a:pt x="1" y="73"/>
                    <a:pt x="1" y="114"/>
                  </a:cubicBezTo>
                  <a:cubicBezTo>
                    <a:pt x="1" y="145"/>
                    <a:pt x="15" y="163"/>
                    <a:pt x="35" y="163"/>
                  </a:cubicBezTo>
                  <a:cubicBezTo>
                    <a:pt x="42" y="163"/>
                    <a:pt x="49" y="161"/>
                    <a:pt x="57" y="156"/>
                  </a:cubicBezTo>
                  <a:cubicBezTo>
                    <a:pt x="87" y="138"/>
                    <a:pt x="112" y="91"/>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8" name="Google Shape;718;p32">
              <a:extLst>
                <a:ext uri="{FF2B5EF4-FFF2-40B4-BE49-F238E27FC236}">
                  <a16:creationId xmlns:a16="http://schemas.microsoft.com/office/drawing/2014/main" id="{ACE2BAD4-CEBE-F54F-EFDC-166C942EFFA8}"/>
                </a:ext>
              </a:extLst>
            </p:cNvPr>
            <p:cNvSpPr/>
            <p:nvPr/>
          </p:nvSpPr>
          <p:spPr>
            <a:xfrm>
              <a:off x="5598209" y="879379"/>
              <a:ext cx="13247" cy="18991"/>
            </a:xfrm>
            <a:custGeom>
              <a:avLst/>
              <a:gdLst/>
              <a:ahLst/>
              <a:cxnLst/>
              <a:rect l="l" t="t" r="r" b="b"/>
              <a:pathLst>
                <a:path w="113" h="162" extrusionOk="0">
                  <a:moveTo>
                    <a:pt x="79" y="0"/>
                  </a:moveTo>
                  <a:cubicBezTo>
                    <a:pt x="72" y="0"/>
                    <a:pt x="64" y="3"/>
                    <a:pt x="56" y="7"/>
                  </a:cubicBezTo>
                  <a:cubicBezTo>
                    <a:pt x="25" y="24"/>
                    <a:pt x="1" y="73"/>
                    <a:pt x="1" y="113"/>
                  </a:cubicBezTo>
                  <a:cubicBezTo>
                    <a:pt x="1" y="143"/>
                    <a:pt x="14" y="162"/>
                    <a:pt x="34" y="162"/>
                  </a:cubicBezTo>
                  <a:cubicBezTo>
                    <a:pt x="41" y="162"/>
                    <a:pt x="48" y="160"/>
                    <a:pt x="56" y="155"/>
                  </a:cubicBezTo>
                  <a:cubicBezTo>
                    <a:pt x="87" y="138"/>
                    <a:pt x="112" y="90"/>
                    <a:pt x="112" y="49"/>
                  </a:cubicBezTo>
                  <a:cubicBezTo>
                    <a:pt x="112" y="18"/>
                    <a:pt x="99"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9" name="Google Shape;719;p32">
              <a:extLst>
                <a:ext uri="{FF2B5EF4-FFF2-40B4-BE49-F238E27FC236}">
                  <a16:creationId xmlns:a16="http://schemas.microsoft.com/office/drawing/2014/main" id="{DA95042E-BD08-552E-E123-2A8821860ECC}"/>
                </a:ext>
              </a:extLst>
            </p:cNvPr>
            <p:cNvSpPr/>
            <p:nvPr/>
          </p:nvSpPr>
          <p:spPr>
            <a:xfrm>
              <a:off x="5560579" y="980194"/>
              <a:ext cx="13247" cy="19225"/>
            </a:xfrm>
            <a:custGeom>
              <a:avLst/>
              <a:gdLst/>
              <a:ahLst/>
              <a:cxnLst/>
              <a:rect l="l" t="t" r="r" b="b"/>
              <a:pathLst>
                <a:path w="113" h="164" extrusionOk="0">
                  <a:moveTo>
                    <a:pt x="78" y="1"/>
                  </a:moveTo>
                  <a:cubicBezTo>
                    <a:pt x="71" y="1"/>
                    <a:pt x="64" y="3"/>
                    <a:pt x="56" y="8"/>
                  </a:cubicBezTo>
                  <a:cubicBezTo>
                    <a:pt x="25" y="26"/>
                    <a:pt x="1" y="73"/>
                    <a:pt x="1" y="115"/>
                  </a:cubicBezTo>
                  <a:cubicBezTo>
                    <a:pt x="1" y="145"/>
                    <a:pt x="14" y="163"/>
                    <a:pt x="34" y="163"/>
                  </a:cubicBezTo>
                  <a:cubicBezTo>
                    <a:pt x="41" y="163"/>
                    <a:pt x="48" y="161"/>
                    <a:pt x="56" y="156"/>
                  </a:cubicBezTo>
                  <a:cubicBezTo>
                    <a:pt x="86" y="138"/>
                    <a:pt x="112" y="91"/>
                    <a:pt x="112" y="50"/>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0" name="Google Shape;720;p32">
              <a:extLst>
                <a:ext uri="{FF2B5EF4-FFF2-40B4-BE49-F238E27FC236}">
                  <a16:creationId xmlns:a16="http://schemas.microsoft.com/office/drawing/2014/main" id="{093C11ED-9908-65DD-1DA4-8EB13F5B745A}"/>
                </a:ext>
              </a:extLst>
            </p:cNvPr>
            <p:cNvSpPr/>
            <p:nvPr/>
          </p:nvSpPr>
          <p:spPr>
            <a:xfrm>
              <a:off x="5723173" y="742459"/>
              <a:ext cx="13247" cy="18991"/>
            </a:xfrm>
            <a:custGeom>
              <a:avLst/>
              <a:gdLst/>
              <a:ahLst/>
              <a:cxnLst/>
              <a:rect l="l" t="t" r="r" b="b"/>
              <a:pathLst>
                <a:path w="113" h="162" extrusionOk="0">
                  <a:moveTo>
                    <a:pt x="79" y="1"/>
                  </a:moveTo>
                  <a:cubicBezTo>
                    <a:pt x="72" y="1"/>
                    <a:pt x="65" y="3"/>
                    <a:pt x="57" y="8"/>
                  </a:cubicBezTo>
                  <a:cubicBezTo>
                    <a:pt x="26" y="25"/>
                    <a:pt x="1" y="73"/>
                    <a:pt x="1" y="114"/>
                  </a:cubicBezTo>
                  <a:cubicBezTo>
                    <a:pt x="1" y="144"/>
                    <a:pt x="15" y="162"/>
                    <a:pt x="35" y="162"/>
                  </a:cubicBezTo>
                  <a:cubicBezTo>
                    <a:pt x="41"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1" name="Google Shape;721;p32">
              <a:extLst>
                <a:ext uri="{FF2B5EF4-FFF2-40B4-BE49-F238E27FC236}">
                  <a16:creationId xmlns:a16="http://schemas.microsoft.com/office/drawing/2014/main" id="{62870F83-372C-BC6A-46F4-5E5BF5C24B99}"/>
                </a:ext>
              </a:extLst>
            </p:cNvPr>
            <p:cNvSpPr/>
            <p:nvPr/>
          </p:nvSpPr>
          <p:spPr>
            <a:xfrm>
              <a:off x="5876036" y="654422"/>
              <a:ext cx="13247" cy="18991"/>
            </a:xfrm>
            <a:custGeom>
              <a:avLst/>
              <a:gdLst/>
              <a:ahLst/>
              <a:cxnLst/>
              <a:rect l="l" t="t" r="r" b="b"/>
              <a:pathLst>
                <a:path w="113" h="162" extrusionOk="0">
                  <a:moveTo>
                    <a:pt x="79" y="1"/>
                  </a:moveTo>
                  <a:cubicBezTo>
                    <a:pt x="72" y="1"/>
                    <a:pt x="65" y="3"/>
                    <a:pt x="57" y="8"/>
                  </a:cubicBezTo>
                  <a:cubicBezTo>
                    <a:pt x="26" y="24"/>
                    <a:pt x="1" y="73"/>
                    <a:pt x="1" y="113"/>
                  </a:cubicBezTo>
                  <a:cubicBezTo>
                    <a:pt x="1" y="144"/>
                    <a:pt x="15" y="162"/>
                    <a:pt x="35" y="162"/>
                  </a:cubicBezTo>
                  <a:cubicBezTo>
                    <a:pt x="42"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2" name="Google Shape;722;p32">
              <a:extLst>
                <a:ext uri="{FF2B5EF4-FFF2-40B4-BE49-F238E27FC236}">
                  <a16:creationId xmlns:a16="http://schemas.microsoft.com/office/drawing/2014/main" id="{F372E056-BA2A-3BD2-AB65-C9EFACCFE6A3}"/>
                </a:ext>
              </a:extLst>
            </p:cNvPr>
            <p:cNvSpPr/>
            <p:nvPr/>
          </p:nvSpPr>
          <p:spPr>
            <a:xfrm>
              <a:off x="5808983" y="692286"/>
              <a:ext cx="13247" cy="19225"/>
            </a:xfrm>
            <a:custGeom>
              <a:avLst/>
              <a:gdLst/>
              <a:ahLst/>
              <a:cxnLst/>
              <a:rect l="l" t="t" r="r" b="b"/>
              <a:pathLst>
                <a:path w="113" h="164" extrusionOk="0">
                  <a:moveTo>
                    <a:pt x="79" y="1"/>
                  </a:moveTo>
                  <a:cubicBezTo>
                    <a:pt x="72" y="1"/>
                    <a:pt x="64" y="3"/>
                    <a:pt x="56" y="8"/>
                  </a:cubicBezTo>
                  <a:cubicBezTo>
                    <a:pt x="26" y="26"/>
                    <a:pt x="1" y="73"/>
                    <a:pt x="1" y="115"/>
                  </a:cubicBezTo>
                  <a:cubicBezTo>
                    <a:pt x="1" y="145"/>
                    <a:pt x="15" y="163"/>
                    <a:pt x="34" y="163"/>
                  </a:cubicBezTo>
                  <a:cubicBezTo>
                    <a:pt x="41" y="163"/>
                    <a:pt x="48" y="161"/>
                    <a:pt x="56" y="156"/>
                  </a:cubicBezTo>
                  <a:cubicBezTo>
                    <a:pt x="88" y="138"/>
                    <a:pt x="112" y="91"/>
                    <a:pt x="112" y="51"/>
                  </a:cubicBezTo>
                  <a:cubicBezTo>
                    <a:pt x="112" y="20"/>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3" name="Google Shape;723;p32">
              <a:extLst>
                <a:ext uri="{FF2B5EF4-FFF2-40B4-BE49-F238E27FC236}">
                  <a16:creationId xmlns:a16="http://schemas.microsoft.com/office/drawing/2014/main" id="{13859368-A203-08C1-95CF-21ABCDF3392F}"/>
                </a:ext>
              </a:extLst>
            </p:cNvPr>
            <p:cNvSpPr/>
            <p:nvPr/>
          </p:nvSpPr>
          <p:spPr>
            <a:xfrm>
              <a:off x="5642052" y="749375"/>
              <a:ext cx="303854" cy="514394"/>
            </a:xfrm>
            <a:custGeom>
              <a:avLst/>
              <a:gdLst/>
              <a:ahLst/>
              <a:cxnLst/>
              <a:rect l="l" t="t" r="r" b="b"/>
              <a:pathLst>
                <a:path w="2592" h="4388" extrusionOk="0">
                  <a:moveTo>
                    <a:pt x="2515" y="0"/>
                  </a:moveTo>
                  <a:cubicBezTo>
                    <a:pt x="2518" y="69"/>
                    <a:pt x="2528" y="464"/>
                    <a:pt x="2407" y="1079"/>
                  </a:cubicBezTo>
                  <a:cubicBezTo>
                    <a:pt x="2399" y="1119"/>
                    <a:pt x="2390" y="1160"/>
                    <a:pt x="2381" y="1202"/>
                  </a:cubicBezTo>
                  <a:cubicBezTo>
                    <a:pt x="2361" y="1299"/>
                    <a:pt x="2336" y="1400"/>
                    <a:pt x="2308" y="1506"/>
                  </a:cubicBezTo>
                  <a:cubicBezTo>
                    <a:pt x="2280" y="1615"/>
                    <a:pt x="2247" y="1728"/>
                    <a:pt x="2211" y="1845"/>
                  </a:cubicBezTo>
                  <a:cubicBezTo>
                    <a:pt x="2159" y="2009"/>
                    <a:pt x="2099" y="2182"/>
                    <a:pt x="2030" y="2362"/>
                  </a:cubicBezTo>
                  <a:cubicBezTo>
                    <a:pt x="1878" y="2753"/>
                    <a:pt x="1679" y="3177"/>
                    <a:pt x="1419" y="3625"/>
                  </a:cubicBezTo>
                  <a:cubicBezTo>
                    <a:pt x="1287" y="3852"/>
                    <a:pt x="1140" y="4085"/>
                    <a:pt x="976" y="4322"/>
                  </a:cubicBezTo>
                  <a:cubicBezTo>
                    <a:pt x="876" y="4294"/>
                    <a:pt x="785" y="4259"/>
                    <a:pt x="699" y="4221"/>
                  </a:cubicBezTo>
                  <a:cubicBezTo>
                    <a:pt x="402" y="4090"/>
                    <a:pt x="175" y="3900"/>
                    <a:pt x="0" y="3684"/>
                  </a:cubicBezTo>
                  <a:lnTo>
                    <a:pt x="0" y="3684"/>
                  </a:lnTo>
                  <a:cubicBezTo>
                    <a:pt x="181" y="3927"/>
                    <a:pt x="423" y="4142"/>
                    <a:pt x="749" y="4287"/>
                  </a:cubicBezTo>
                  <a:cubicBezTo>
                    <a:pt x="836" y="4326"/>
                    <a:pt x="927" y="4361"/>
                    <a:pt x="1026" y="4388"/>
                  </a:cubicBezTo>
                  <a:cubicBezTo>
                    <a:pt x="1191" y="4151"/>
                    <a:pt x="1338" y="3918"/>
                    <a:pt x="1470" y="3691"/>
                  </a:cubicBezTo>
                  <a:cubicBezTo>
                    <a:pt x="1730" y="3243"/>
                    <a:pt x="1928" y="2819"/>
                    <a:pt x="2080" y="2428"/>
                  </a:cubicBezTo>
                  <a:cubicBezTo>
                    <a:pt x="2150" y="2248"/>
                    <a:pt x="2210" y="2076"/>
                    <a:pt x="2262" y="1911"/>
                  </a:cubicBezTo>
                  <a:cubicBezTo>
                    <a:pt x="2298" y="1794"/>
                    <a:pt x="2330" y="1681"/>
                    <a:pt x="2358" y="1572"/>
                  </a:cubicBezTo>
                  <a:cubicBezTo>
                    <a:pt x="2387" y="1467"/>
                    <a:pt x="2411" y="1365"/>
                    <a:pt x="2432" y="1268"/>
                  </a:cubicBezTo>
                  <a:cubicBezTo>
                    <a:pt x="2441" y="1227"/>
                    <a:pt x="2450" y="1185"/>
                    <a:pt x="2457" y="1145"/>
                  </a:cubicBezTo>
                  <a:cubicBezTo>
                    <a:pt x="2591" y="468"/>
                    <a:pt x="2566" y="55"/>
                    <a:pt x="2566" y="5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4" name="Google Shape;724;p32">
              <a:extLst>
                <a:ext uri="{FF2B5EF4-FFF2-40B4-BE49-F238E27FC236}">
                  <a16:creationId xmlns:a16="http://schemas.microsoft.com/office/drawing/2014/main" id="{BDE5E5DC-A1FA-A10A-1030-49DA6BAD1CC8}"/>
                </a:ext>
              </a:extLst>
            </p:cNvPr>
            <p:cNvSpPr/>
            <p:nvPr/>
          </p:nvSpPr>
          <p:spPr>
            <a:xfrm>
              <a:off x="5632061" y="607881"/>
              <a:ext cx="286856" cy="167401"/>
            </a:xfrm>
            <a:custGeom>
              <a:avLst/>
              <a:gdLst/>
              <a:ahLst/>
              <a:cxnLst/>
              <a:rect l="l" t="t" r="r" b="b"/>
              <a:pathLst>
                <a:path w="2447" h="1428" extrusionOk="0">
                  <a:moveTo>
                    <a:pt x="2170" y="1"/>
                  </a:moveTo>
                  <a:lnTo>
                    <a:pt x="1" y="1253"/>
                  </a:lnTo>
                  <a:lnTo>
                    <a:pt x="278" y="1428"/>
                  </a:lnTo>
                  <a:lnTo>
                    <a:pt x="2447" y="17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5" name="Google Shape;725;p32">
              <a:extLst>
                <a:ext uri="{FF2B5EF4-FFF2-40B4-BE49-F238E27FC236}">
                  <a16:creationId xmlns:a16="http://schemas.microsoft.com/office/drawing/2014/main" id="{3E6E84C1-152B-8B13-566E-58F156484516}"/>
                </a:ext>
              </a:extLst>
            </p:cNvPr>
            <p:cNvSpPr/>
            <p:nvPr/>
          </p:nvSpPr>
          <p:spPr>
            <a:xfrm>
              <a:off x="5516150" y="758519"/>
              <a:ext cx="119103" cy="216988"/>
            </a:xfrm>
            <a:custGeom>
              <a:avLst/>
              <a:gdLst/>
              <a:ahLst/>
              <a:cxnLst/>
              <a:rect l="l" t="t" r="r" b="b"/>
              <a:pathLst>
                <a:path w="1016" h="1851" extrusionOk="0">
                  <a:moveTo>
                    <a:pt x="739" y="0"/>
                  </a:moveTo>
                  <a:lnTo>
                    <a:pt x="0" y="1676"/>
                  </a:lnTo>
                  <a:lnTo>
                    <a:pt x="276" y="1850"/>
                  </a:lnTo>
                  <a:lnTo>
                    <a:pt x="1016" y="175"/>
                  </a:lnTo>
                  <a:lnTo>
                    <a:pt x="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6" name="Google Shape;726;p32">
              <a:extLst>
                <a:ext uri="{FF2B5EF4-FFF2-40B4-BE49-F238E27FC236}">
                  <a16:creationId xmlns:a16="http://schemas.microsoft.com/office/drawing/2014/main" id="{8D7DA476-635A-CC64-489C-11F765491F96}"/>
                </a:ext>
              </a:extLst>
            </p:cNvPr>
            <p:cNvSpPr/>
            <p:nvPr/>
          </p:nvSpPr>
          <p:spPr>
            <a:xfrm>
              <a:off x="5581563" y="819242"/>
              <a:ext cx="319445" cy="304205"/>
            </a:xfrm>
            <a:custGeom>
              <a:avLst/>
              <a:gdLst/>
              <a:ahLst/>
              <a:cxnLst/>
              <a:rect l="l" t="t" r="r" b="b"/>
              <a:pathLst>
                <a:path w="2725" h="2595" extrusionOk="0">
                  <a:moveTo>
                    <a:pt x="556" y="0"/>
                  </a:moveTo>
                  <a:lnTo>
                    <a:pt x="181" y="837"/>
                  </a:lnTo>
                  <a:lnTo>
                    <a:pt x="2" y="1237"/>
                  </a:lnTo>
                  <a:cubicBezTo>
                    <a:pt x="2" y="1237"/>
                    <a:pt x="1" y="1275"/>
                    <a:pt x="1" y="1341"/>
                  </a:cubicBezTo>
                  <a:lnTo>
                    <a:pt x="2171" y="2595"/>
                  </a:lnTo>
                  <a:cubicBezTo>
                    <a:pt x="2319" y="2305"/>
                    <a:pt x="2444" y="2027"/>
                    <a:pt x="2546" y="1766"/>
                  </a:cubicBezTo>
                  <a:cubicBezTo>
                    <a:pt x="2614" y="1587"/>
                    <a:pt x="2674" y="1417"/>
                    <a:pt x="2725" y="1252"/>
                  </a:cubicBezTo>
                  <a:lnTo>
                    <a:pt x="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7" name="Google Shape;727;p32">
              <a:extLst>
                <a:ext uri="{FF2B5EF4-FFF2-40B4-BE49-F238E27FC236}">
                  <a16:creationId xmlns:a16="http://schemas.microsoft.com/office/drawing/2014/main" id="{0B36991F-C39E-6B31-15FC-E9482BC59FE0}"/>
                </a:ext>
              </a:extLst>
            </p:cNvPr>
            <p:cNvSpPr/>
            <p:nvPr/>
          </p:nvSpPr>
          <p:spPr>
            <a:xfrm>
              <a:off x="5581563" y="976443"/>
              <a:ext cx="254618" cy="221091"/>
            </a:xfrm>
            <a:custGeom>
              <a:avLst/>
              <a:gdLst/>
              <a:ahLst/>
              <a:cxnLst/>
              <a:rect l="l" t="t" r="r" b="b"/>
              <a:pathLst>
                <a:path w="2172" h="1886" extrusionOk="0">
                  <a:moveTo>
                    <a:pt x="1" y="0"/>
                  </a:moveTo>
                  <a:cubicBezTo>
                    <a:pt x="1" y="161"/>
                    <a:pt x="15" y="490"/>
                    <a:pt x="110" y="862"/>
                  </a:cubicBezTo>
                  <a:cubicBezTo>
                    <a:pt x="114" y="876"/>
                    <a:pt x="119" y="891"/>
                    <a:pt x="122" y="907"/>
                  </a:cubicBezTo>
                  <a:lnTo>
                    <a:pt x="1818" y="1885"/>
                  </a:lnTo>
                  <a:cubicBezTo>
                    <a:pt x="1859" y="1819"/>
                    <a:pt x="1898" y="1752"/>
                    <a:pt x="1935" y="1688"/>
                  </a:cubicBezTo>
                  <a:cubicBezTo>
                    <a:pt x="2022" y="1540"/>
                    <a:pt x="2098" y="1395"/>
                    <a:pt x="2172" y="1254"/>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8" name="Google Shape;728;p32">
              <a:extLst>
                <a:ext uri="{FF2B5EF4-FFF2-40B4-BE49-F238E27FC236}">
                  <a16:creationId xmlns:a16="http://schemas.microsoft.com/office/drawing/2014/main" id="{83E8C2B8-C7C5-8F35-4FAF-8FF87A6DF061}"/>
                </a:ext>
              </a:extLst>
            </p:cNvPr>
            <p:cNvSpPr/>
            <p:nvPr/>
          </p:nvSpPr>
          <p:spPr>
            <a:xfrm>
              <a:off x="5646624" y="764849"/>
              <a:ext cx="277946" cy="201397"/>
            </a:xfrm>
            <a:custGeom>
              <a:avLst/>
              <a:gdLst/>
              <a:ahLst/>
              <a:cxnLst/>
              <a:rect l="l" t="t" r="r" b="b"/>
              <a:pathLst>
                <a:path w="2371" h="1718" extrusionOk="0">
                  <a:moveTo>
                    <a:pt x="751" y="0"/>
                  </a:moveTo>
                  <a:lnTo>
                    <a:pt x="200" y="318"/>
                  </a:lnTo>
                  <a:lnTo>
                    <a:pt x="19" y="422"/>
                  </a:lnTo>
                  <a:lnTo>
                    <a:pt x="1" y="464"/>
                  </a:lnTo>
                  <a:lnTo>
                    <a:pt x="2170" y="1717"/>
                  </a:lnTo>
                  <a:cubicBezTo>
                    <a:pt x="2171" y="1715"/>
                    <a:pt x="2171" y="1714"/>
                    <a:pt x="2172" y="1713"/>
                  </a:cubicBezTo>
                  <a:cubicBezTo>
                    <a:pt x="2208" y="1596"/>
                    <a:pt x="2241" y="1482"/>
                    <a:pt x="2269" y="1374"/>
                  </a:cubicBezTo>
                  <a:cubicBezTo>
                    <a:pt x="2297" y="1268"/>
                    <a:pt x="2322" y="1167"/>
                    <a:pt x="2342" y="1070"/>
                  </a:cubicBezTo>
                  <a:cubicBezTo>
                    <a:pt x="2351" y="1028"/>
                    <a:pt x="2360" y="987"/>
                    <a:pt x="2368" y="947"/>
                  </a:cubicBezTo>
                  <a:cubicBezTo>
                    <a:pt x="2369" y="943"/>
                    <a:pt x="2369" y="939"/>
                    <a:pt x="2370" y="936"/>
                  </a:cubicBezTo>
                  <a:lnTo>
                    <a:pt x="7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9" name="Google Shape;729;p32">
              <a:extLst>
                <a:ext uri="{FF2B5EF4-FFF2-40B4-BE49-F238E27FC236}">
                  <a16:creationId xmlns:a16="http://schemas.microsoft.com/office/drawing/2014/main" id="{F38940B3-7A4E-E09D-6EAE-310C3117FC47}"/>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0" name="Google Shape;730;p32">
              <a:extLst>
                <a:ext uri="{FF2B5EF4-FFF2-40B4-BE49-F238E27FC236}">
                  <a16:creationId xmlns:a16="http://schemas.microsoft.com/office/drawing/2014/main" id="{B5BA9D07-34B3-EDB3-68DA-32827FEFBC75}"/>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1" name="Google Shape;731;p32">
              <a:extLst>
                <a:ext uri="{FF2B5EF4-FFF2-40B4-BE49-F238E27FC236}">
                  <a16:creationId xmlns:a16="http://schemas.microsoft.com/office/drawing/2014/main" id="{32BD45B6-4EC8-7E21-7FF6-B762F03B3F36}"/>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2" name="Google Shape;732;p32">
              <a:extLst>
                <a:ext uri="{FF2B5EF4-FFF2-40B4-BE49-F238E27FC236}">
                  <a16:creationId xmlns:a16="http://schemas.microsoft.com/office/drawing/2014/main" id="{F20FEC93-3D6F-CA29-6F85-BB70CF2F6E4B}"/>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25" name="Group 24">
            <a:extLst>
              <a:ext uri="{FF2B5EF4-FFF2-40B4-BE49-F238E27FC236}">
                <a16:creationId xmlns:a16="http://schemas.microsoft.com/office/drawing/2014/main" id="{1BEEB133-8AE9-7A10-7853-DECC290B10B4}"/>
              </a:ext>
            </a:extLst>
          </p:cNvPr>
          <p:cNvGrpSpPr/>
          <p:nvPr/>
        </p:nvGrpSpPr>
        <p:grpSpPr>
          <a:xfrm>
            <a:off x="245866" y="5143500"/>
            <a:ext cx="8479048" cy="2424827"/>
            <a:chOff x="758309" y="1563053"/>
            <a:chExt cx="13113782" cy="2500669"/>
          </a:xfrm>
        </p:grpSpPr>
        <p:sp>
          <p:nvSpPr>
            <p:cNvPr id="26" name="Text 2">
              <a:extLst>
                <a:ext uri="{FF2B5EF4-FFF2-40B4-BE49-F238E27FC236}">
                  <a16:creationId xmlns:a16="http://schemas.microsoft.com/office/drawing/2014/main" id="{6607AAAB-F8A1-A3E0-78ED-1277A4CF3DA8}"/>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500" dirty="0"/>
            </a:p>
          </p:txBody>
        </p:sp>
        <p:sp>
          <p:nvSpPr>
            <p:cNvPr id="27" name="Shape 3">
              <a:extLst>
                <a:ext uri="{FF2B5EF4-FFF2-40B4-BE49-F238E27FC236}">
                  <a16:creationId xmlns:a16="http://schemas.microsoft.com/office/drawing/2014/main" id="{E8F95301-3399-D420-0980-D39AB30CE6E0}"/>
                </a:ext>
              </a:extLst>
            </p:cNvPr>
            <p:cNvSpPr/>
            <p:nvPr/>
          </p:nvSpPr>
          <p:spPr>
            <a:xfrm>
              <a:off x="758309" y="2995017"/>
              <a:ext cx="13113782" cy="15240"/>
            </a:xfrm>
            <a:prstGeom prst="roundRect">
              <a:avLst>
                <a:gd name="adj" fmla="val 339601"/>
              </a:avLst>
            </a:prstGeom>
            <a:solidFill>
              <a:srgbClr val="BBC2DC"/>
            </a:solidFill>
            <a:ln/>
          </p:spPr>
        </p:sp>
        <p:sp>
          <p:nvSpPr>
            <p:cNvPr id="28" name="Shape 4">
              <a:extLst>
                <a:ext uri="{FF2B5EF4-FFF2-40B4-BE49-F238E27FC236}">
                  <a16:creationId xmlns:a16="http://schemas.microsoft.com/office/drawing/2014/main" id="{0BDC64A5-177D-5482-C23C-B85400223B69}"/>
                </a:ext>
              </a:extLst>
            </p:cNvPr>
            <p:cNvSpPr/>
            <p:nvPr/>
          </p:nvSpPr>
          <p:spPr>
            <a:xfrm>
              <a:off x="3343394" y="2625447"/>
              <a:ext cx="15240" cy="369570"/>
            </a:xfrm>
            <a:prstGeom prst="roundRect">
              <a:avLst>
                <a:gd name="adj" fmla="val 339601"/>
              </a:avLst>
            </a:prstGeom>
            <a:solidFill>
              <a:srgbClr val="BBC2DC"/>
            </a:solidFill>
            <a:ln/>
          </p:spPr>
        </p:sp>
        <p:sp>
          <p:nvSpPr>
            <p:cNvPr id="29" name="Shape 5">
              <a:extLst>
                <a:ext uri="{FF2B5EF4-FFF2-40B4-BE49-F238E27FC236}">
                  <a16:creationId xmlns:a16="http://schemas.microsoft.com/office/drawing/2014/main" id="{34D583CD-912F-8C9E-96E7-7CA34EA6C529}"/>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30" name="Text 6">
              <a:extLst>
                <a:ext uri="{FF2B5EF4-FFF2-40B4-BE49-F238E27FC236}">
                  <a16:creationId xmlns:a16="http://schemas.microsoft.com/office/drawing/2014/main" id="{BAD69E3B-770E-77E7-2476-6EF15D764B12}"/>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1</a:t>
              </a:r>
              <a:endParaRPr lang="en-US" sz="1500" dirty="0"/>
            </a:p>
          </p:txBody>
        </p:sp>
        <p:sp>
          <p:nvSpPr>
            <p:cNvPr id="31" name="Text 7">
              <a:extLst>
                <a:ext uri="{FF2B5EF4-FFF2-40B4-BE49-F238E27FC236}">
                  <a16:creationId xmlns:a16="http://schemas.microsoft.com/office/drawing/2014/main" id="{44F5C646-CA1A-07A3-1DA1-5B67168DD3EE}"/>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1: Signature-based</a:t>
              </a:r>
              <a:endParaRPr lang="en-US" sz="1250" dirty="0"/>
            </a:p>
          </p:txBody>
        </p:sp>
        <p:sp>
          <p:nvSpPr>
            <p:cNvPr id="32" name="Text 8">
              <a:extLst>
                <a:ext uri="{FF2B5EF4-FFF2-40B4-BE49-F238E27FC236}">
                  <a16:creationId xmlns:a16="http://schemas.microsoft.com/office/drawing/2014/main" id="{E1B9BC08-98C1-5520-54B7-813F2DBBFC14}"/>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950" dirty="0"/>
            </a:p>
          </p:txBody>
        </p:sp>
        <p:sp>
          <p:nvSpPr>
            <p:cNvPr id="33" name="Shape 9">
              <a:extLst>
                <a:ext uri="{FF2B5EF4-FFF2-40B4-BE49-F238E27FC236}">
                  <a16:creationId xmlns:a16="http://schemas.microsoft.com/office/drawing/2014/main" id="{47F20FB0-3EA5-FA6D-A656-C25C67351C71}"/>
                </a:ext>
              </a:extLst>
            </p:cNvPr>
            <p:cNvSpPr/>
            <p:nvPr/>
          </p:nvSpPr>
          <p:spPr>
            <a:xfrm>
              <a:off x="5986105" y="2995017"/>
              <a:ext cx="15240" cy="369570"/>
            </a:xfrm>
            <a:prstGeom prst="roundRect">
              <a:avLst>
                <a:gd name="adj" fmla="val 339601"/>
              </a:avLst>
            </a:prstGeom>
            <a:solidFill>
              <a:srgbClr val="BBC2DC"/>
            </a:solidFill>
            <a:ln/>
          </p:spPr>
        </p:sp>
        <p:sp>
          <p:nvSpPr>
            <p:cNvPr id="34" name="Shape 10">
              <a:extLst>
                <a:ext uri="{FF2B5EF4-FFF2-40B4-BE49-F238E27FC236}">
                  <a16:creationId xmlns:a16="http://schemas.microsoft.com/office/drawing/2014/main" id="{6CAFA8FB-9AE3-F606-647F-68C757CBEB60}"/>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35" name="Text 11">
              <a:extLst>
                <a:ext uri="{FF2B5EF4-FFF2-40B4-BE49-F238E27FC236}">
                  <a16:creationId xmlns:a16="http://schemas.microsoft.com/office/drawing/2014/main" id="{C9EBFC4E-44D7-2BCE-9FAD-EEB213B49B3D}"/>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2</a:t>
              </a:r>
              <a:endParaRPr lang="en-US" sz="1500" dirty="0"/>
            </a:p>
          </p:txBody>
        </p:sp>
        <p:sp>
          <p:nvSpPr>
            <p:cNvPr id="36" name="Text 12">
              <a:extLst>
                <a:ext uri="{FF2B5EF4-FFF2-40B4-BE49-F238E27FC236}">
                  <a16:creationId xmlns:a16="http://schemas.microsoft.com/office/drawing/2014/main" id="{667597F3-423F-5C14-35B7-3743053D9E09}"/>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2: Heuristic-based</a:t>
              </a:r>
              <a:endParaRPr lang="en-US" sz="1250" dirty="0"/>
            </a:p>
          </p:txBody>
        </p:sp>
        <p:sp>
          <p:nvSpPr>
            <p:cNvPr id="37" name="Text 13">
              <a:extLst>
                <a:ext uri="{FF2B5EF4-FFF2-40B4-BE49-F238E27FC236}">
                  <a16:creationId xmlns:a16="http://schemas.microsoft.com/office/drawing/2014/main" id="{2F587E40-A856-155A-D819-16F82B196911}"/>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950" dirty="0"/>
            </a:p>
          </p:txBody>
        </p:sp>
        <p:sp>
          <p:nvSpPr>
            <p:cNvPr id="38" name="Shape 14">
              <a:extLst>
                <a:ext uri="{FF2B5EF4-FFF2-40B4-BE49-F238E27FC236}">
                  <a16:creationId xmlns:a16="http://schemas.microsoft.com/office/drawing/2014/main" id="{B69AE4F4-9AF7-48E6-2C1F-6A90B88852B2}"/>
                </a:ext>
              </a:extLst>
            </p:cNvPr>
            <p:cNvSpPr/>
            <p:nvPr/>
          </p:nvSpPr>
          <p:spPr>
            <a:xfrm>
              <a:off x="8628817" y="2625447"/>
              <a:ext cx="15240" cy="369570"/>
            </a:xfrm>
            <a:prstGeom prst="roundRect">
              <a:avLst>
                <a:gd name="adj" fmla="val 339601"/>
              </a:avLst>
            </a:prstGeom>
            <a:solidFill>
              <a:srgbClr val="BBC2DC"/>
            </a:solidFill>
            <a:ln/>
          </p:spPr>
        </p:sp>
        <p:sp>
          <p:nvSpPr>
            <p:cNvPr id="39" name="Shape 15">
              <a:extLst>
                <a:ext uri="{FF2B5EF4-FFF2-40B4-BE49-F238E27FC236}">
                  <a16:creationId xmlns:a16="http://schemas.microsoft.com/office/drawing/2014/main" id="{CFB587C4-2F92-52C3-818D-BAE2C3D1AB52}"/>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40" name="Text 16">
              <a:extLst>
                <a:ext uri="{FF2B5EF4-FFF2-40B4-BE49-F238E27FC236}">
                  <a16:creationId xmlns:a16="http://schemas.microsoft.com/office/drawing/2014/main" id="{0A10D1CE-36A5-8F11-AB05-1E650F9FE74D}"/>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3</a:t>
              </a:r>
              <a:endParaRPr lang="en-US" sz="1500" dirty="0"/>
            </a:p>
          </p:txBody>
        </p:sp>
        <p:sp>
          <p:nvSpPr>
            <p:cNvPr id="41" name="Text 17">
              <a:extLst>
                <a:ext uri="{FF2B5EF4-FFF2-40B4-BE49-F238E27FC236}">
                  <a16:creationId xmlns:a16="http://schemas.microsoft.com/office/drawing/2014/main" id="{B5CBB759-74D2-9AA2-0349-D66F2DEBC61B}"/>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3: ML-based</a:t>
              </a:r>
              <a:endParaRPr lang="en-US" sz="1250" dirty="0"/>
            </a:p>
          </p:txBody>
        </p:sp>
        <p:sp>
          <p:nvSpPr>
            <p:cNvPr id="42" name="Text 18">
              <a:extLst>
                <a:ext uri="{FF2B5EF4-FFF2-40B4-BE49-F238E27FC236}">
                  <a16:creationId xmlns:a16="http://schemas.microsoft.com/office/drawing/2014/main" id="{B922C238-8484-3AEE-163E-406737B78EE0}"/>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950" dirty="0"/>
            </a:p>
          </p:txBody>
        </p:sp>
        <p:sp>
          <p:nvSpPr>
            <p:cNvPr id="43" name="Shape 19">
              <a:extLst>
                <a:ext uri="{FF2B5EF4-FFF2-40B4-BE49-F238E27FC236}">
                  <a16:creationId xmlns:a16="http://schemas.microsoft.com/office/drawing/2014/main" id="{A4C7AE52-668F-9EC9-CE3B-61C88643C14F}"/>
                </a:ext>
              </a:extLst>
            </p:cNvPr>
            <p:cNvSpPr/>
            <p:nvPr/>
          </p:nvSpPr>
          <p:spPr>
            <a:xfrm>
              <a:off x="11271647" y="2995017"/>
              <a:ext cx="15240" cy="369570"/>
            </a:xfrm>
            <a:prstGeom prst="roundRect">
              <a:avLst>
                <a:gd name="adj" fmla="val 339601"/>
              </a:avLst>
            </a:prstGeom>
            <a:solidFill>
              <a:srgbClr val="BBC2DC"/>
            </a:solidFill>
            <a:ln/>
          </p:spPr>
        </p:sp>
        <p:sp>
          <p:nvSpPr>
            <p:cNvPr id="44" name="Shape 20">
              <a:extLst>
                <a:ext uri="{FF2B5EF4-FFF2-40B4-BE49-F238E27FC236}">
                  <a16:creationId xmlns:a16="http://schemas.microsoft.com/office/drawing/2014/main" id="{23F4AB1F-1CB2-0FE7-CCEC-35A6AC0936F5}"/>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45" name="Text 21">
              <a:extLst>
                <a:ext uri="{FF2B5EF4-FFF2-40B4-BE49-F238E27FC236}">
                  <a16:creationId xmlns:a16="http://schemas.microsoft.com/office/drawing/2014/main" id="{B468A162-D85E-2F94-5CB8-3A897E80B2C3}"/>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4</a:t>
              </a:r>
              <a:endParaRPr lang="en-US" sz="1500" dirty="0"/>
            </a:p>
          </p:txBody>
        </p:sp>
        <p:sp>
          <p:nvSpPr>
            <p:cNvPr id="46" name="Text 22">
              <a:extLst>
                <a:ext uri="{FF2B5EF4-FFF2-40B4-BE49-F238E27FC236}">
                  <a16:creationId xmlns:a16="http://schemas.microsoft.com/office/drawing/2014/main" id="{3BFDAA37-D581-F2DB-B500-A58AF7E2F967}"/>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4: AI-based</a:t>
              </a:r>
              <a:endParaRPr lang="en-US" sz="1250" dirty="0"/>
            </a:p>
          </p:txBody>
        </p:sp>
        <p:sp>
          <p:nvSpPr>
            <p:cNvPr id="47" name="Text 23">
              <a:extLst>
                <a:ext uri="{FF2B5EF4-FFF2-40B4-BE49-F238E27FC236}">
                  <a16:creationId xmlns:a16="http://schemas.microsoft.com/office/drawing/2014/main" id="{313E3B6A-89AD-2A84-E989-9BCF7116E913}"/>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950" dirty="0"/>
            </a:p>
          </p:txBody>
        </p:sp>
      </p:grpSp>
    </p:spTree>
    <p:extLst>
      <p:ext uri="{BB962C8B-B14F-4D97-AF65-F5344CB8AC3E}">
        <p14:creationId xmlns:p14="http://schemas.microsoft.com/office/powerpoint/2010/main" val="2036921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74">
                                            <p:txEl>
                                              <p:pRg st="0" end="0"/>
                                            </p:txEl>
                                          </p:spTgt>
                                        </p:tgtEl>
                                        <p:attrNameLst>
                                          <p:attrName>style.visibility</p:attrName>
                                        </p:attrNameLst>
                                      </p:cBhvr>
                                      <p:to>
                                        <p:strVal val="visible"/>
                                      </p:to>
                                    </p:set>
                                    <p:animEffect transition="in" filter="fade">
                                      <p:cBhvr>
                                        <p:cTn id="7" dur="750"/>
                                        <p:tgtEl>
                                          <p:spTgt spid="67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74">
                                            <p:txEl>
                                              <p:pRg st="1" end="1"/>
                                            </p:txEl>
                                          </p:spTgt>
                                        </p:tgtEl>
                                        <p:attrNameLst>
                                          <p:attrName>style.visibility</p:attrName>
                                        </p:attrNameLst>
                                      </p:cBhvr>
                                      <p:to>
                                        <p:strVal val="visible"/>
                                      </p:to>
                                    </p:set>
                                    <p:animEffect transition="in" filter="fade">
                                      <p:cBhvr>
                                        <p:cTn id="10" dur="750"/>
                                        <p:tgtEl>
                                          <p:spTgt spid="67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08A0A297-E867-0926-379E-6C9A0AC59B0E}"/>
            </a:ext>
          </a:extLst>
        </p:cNvPr>
        <p:cNvGrpSpPr/>
        <p:nvPr/>
      </p:nvGrpSpPr>
      <p:grpSpPr>
        <a:xfrm>
          <a:off x="0" y="0"/>
          <a:ext cx="0" cy="0"/>
          <a:chOff x="0" y="0"/>
          <a:chExt cx="0" cy="0"/>
        </a:xfrm>
      </p:grpSpPr>
      <p:grpSp>
        <p:nvGrpSpPr>
          <p:cNvPr id="733" name="Google Shape;733;p32">
            <a:extLst>
              <a:ext uri="{FF2B5EF4-FFF2-40B4-BE49-F238E27FC236}">
                <a16:creationId xmlns:a16="http://schemas.microsoft.com/office/drawing/2014/main" id="{BF8A00FC-53EC-2B23-460A-1B5553315BFE}"/>
              </a:ext>
            </a:extLst>
          </p:cNvPr>
          <p:cNvGrpSpPr/>
          <p:nvPr/>
        </p:nvGrpSpPr>
        <p:grpSpPr>
          <a:xfrm>
            <a:off x="333839" y="391060"/>
            <a:ext cx="536748" cy="599601"/>
            <a:chOff x="-1981011" y="3336622"/>
            <a:chExt cx="536748" cy="599601"/>
          </a:xfrm>
        </p:grpSpPr>
        <p:sp>
          <p:nvSpPr>
            <p:cNvPr id="734" name="Google Shape;734;p32">
              <a:extLst>
                <a:ext uri="{FF2B5EF4-FFF2-40B4-BE49-F238E27FC236}">
                  <a16:creationId xmlns:a16="http://schemas.microsoft.com/office/drawing/2014/main" id="{61C24D32-9706-619D-4911-2ACA0EB2FE08}"/>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5" name="Google Shape;735;p32">
              <a:extLst>
                <a:ext uri="{FF2B5EF4-FFF2-40B4-BE49-F238E27FC236}">
                  <a16:creationId xmlns:a16="http://schemas.microsoft.com/office/drawing/2014/main" id="{9FD6AC27-50AB-1542-45D4-B2BF05B5E529}"/>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6" name="Google Shape;736;p32">
              <a:extLst>
                <a:ext uri="{FF2B5EF4-FFF2-40B4-BE49-F238E27FC236}">
                  <a16:creationId xmlns:a16="http://schemas.microsoft.com/office/drawing/2014/main" id="{BB0271B1-94E0-0547-61BE-0FE9469F40C1}"/>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7" name="Google Shape;737;p32">
              <a:extLst>
                <a:ext uri="{FF2B5EF4-FFF2-40B4-BE49-F238E27FC236}">
                  <a16:creationId xmlns:a16="http://schemas.microsoft.com/office/drawing/2014/main" id="{9D7AB88B-0692-877B-4E56-62FC5458C78C}"/>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8" name="Google Shape;738;p32">
              <a:extLst>
                <a:ext uri="{FF2B5EF4-FFF2-40B4-BE49-F238E27FC236}">
                  <a16:creationId xmlns:a16="http://schemas.microsoft.com/office/drawing/2014/main" id="{D281D254-BE83-1796-1972-24BDBD640895}"/>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pic>
        <p:nvPicPr>
          <p:cNvPr id="672" name="Google Shape;672;p32">
            <a:extLst>
              <a:ext uri="{FF2B5EF4-FFF2-40B4-BE49-F238E27FC236}">
                <a16:creationId xmlns:a16="http://schemas.microsoft.com/office/drawing/2014/main" id="{00FDDDB1-9F1C-BFD0-4EFD-D3C8275B2AC0}"/>
              </a:ext>
            </a:extLst>
          </p:cNvPr>
          <p:cNvPicPr preferRelativeResize="0"/>
          <p:nvPr/>
        </p:nvPicPr>
        <p:blipFill rotWithShape="1">
          <a:blip r:embed="rId3">
            <a:alphaModFix/>
          </a:blip>
          <a:srcRect l="48461" t="-1107" r="2177" b="1107"/>
          <a:stretch>
            <a:fillRect/>
          </a:stretch>
        </p:blipFill>
        <p:spPr>
          <a:xfrm>
            <a:off x="9725520" y="771741"/>
            <a:ext cx="3225800" cy="3675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73" name="Google Shape;673;p32">
            <a:extLst>
              <a:ext uri="{FF2B5EF4-FFF2-40B4-BE49-F238E27FC236}">
                <a16:creationId xmlns:a16="http://schemas.microsoft.com/office/drawing/2014/main" id="{901E12BF-6EE5-F50F-8793-A8F572FCA7CB}"/>
              </a:ext>
            </a:extLst>
          </p:cNvPr>
          <p:cNvSpPr txBox="1">
            <a:spLocks noGrp="1"/>
          </p:cNvSpPr>
          <p:nvPr>
            <p:ph type="title"/>
          </p:nvPr>
        </p:nvSpPr>
        <p:spPr>
          <a:xfrm>
            <a:off x="989507" y="1729950"/>
            <a:ext cx="315290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rPr>
              <a:t>MACHINE LEARNING</a:t>
            </a:r>
            <a:endParaRPr dirty="0">
              <a:solidFill>
                <a:schemeClr val="lt2"/>
              </a:solidFill>
            </a:endParaRPr>
          </a:p>
        </p:txBody>
      </p:sp>
      <p:sp>
        <p:nvSpPr>
          <p:cNvPr id="674" name="Google Shape;674;p32">
            <a:extLst>
              <a:ext uri="{FF2B5EF4-FFF2-40B4-BE49-F238E27FC236}">
                <a16:creationId xmlns:a16="http://schemas.microsoft.com/office/drawing/2014/main" id="{7EB82418-3111-7767-855E-E9B5C2D3365B}"/>
              </a:ext>
            </a:extLst>
          </p:cNvPr>
          <p:cNvSpPr txBox="1">
            <a:spLocks noGrp="1"/>
          </p:cNvSpPr>
          <p:nvPr>
            <p:ph type="subTitle" idx="1"/>
          </p:nvPr>
        </p:nvSpPr>
        <p:spPr>
          <a:xfrm>
            <a:off x="-6279576" y="1040861"/>
            <a:ext cx="5593776" cy="1974900"/>
          </a:xfrm>
          <a:prstGeom prst="rect">
            <a:avLst/>
          </a:prstGeom>
        </p:spPr>
        <p:txBody>
          <a:bodyPr spcFirstLastPara="1" wrap="square" lIns="91425" tIns="91425" rIns="91425" bIns="91425" anchor="t" anchorCtr="0">
            <a:noAutofit/>
          </a:bodyPr>
          <a:lstStyle/>
          <a:p>
            <a:pPr marL="0" lvl="0" indent="0"/>
            <a:r>
              <a:rPr lang="vi-VN" b="1" dirty="0"/>
              <a:t>Machine Learning (Học máy)</a:t>
            </a:r>
            <a:r>
              <a:rPr lang="vi-VN" dirty="0"/>
              <a:t> là một lĩnh vực của Trí tuệ nhân tạo (AI), tập trung vào việc xây dựng các hệ thống có khả năng </a:t>
            </a:r>
            <a:r>
              <a:rPr lang="vi-VN" b="1" dirty="0"/>
              <a:t>tự học hỏi từ dữ liệu</a:t>
            </a:r>
            <a:r>
              <a:rPr lang="vi-VN" dirty="0"/>
              <a:t> để đưa ra dự đoán hoặc quyết định mà không cần phải được lập trình từng bước một cách thủ công.</a:t>
            </a:r>
            <a:endParaRPr lang="en-US" dirty="0"/>
          </a:p>
          <a:p>
            <a:pPr marL="0" lvl="0" indent="0"/>
            <a:r>
              <a:rPr lang="vi-VN" dirty="0"/>
              <a:t>Việc ứng dụng Học máy (Machine Learning) vào Hệ thống phát hiện xâm nhập (Intrusion Detection System - IDS) đánh dấu bước chuyển mình quan trọng trong lĩnh vực an ninh mạng. Thay vì dựa hoàn toàn vào các tập luật cố định do con người định nghĩa, ML cho phép hệ thống tự động học hỏi và nhận diện các mẫu hành vi bất thường từ lượng lớn dữ liệu lịch sử.</a:t>
            </a:r>
            <a:endParaRPr dirty="0"/>
          </a:p>
        </p:txBody>
      </p:sp>
      <p:sp>
        <p:nvSpPr>
          <p:cNvPr id="675" name="Google Shape;675;p32">
            <a:extLst>
              <a:ext uri="{FF2B5EF4-FFF2-40B4-BE49-F238E27FC236}">
                <a16:creationId xmlns:a16="http://schemas.microsoft.com/office/drawing/2014/main" id="{55D04DE2-F440-407C-A546-5DBFD3AA38DB}"/>
              </a:ext>
            </a:extLst>
          </p:cNvPr>
          <p:cNvSpPr/>
          <p:nvPr/>
        </p:nvSpPr>
        <p:spPr>
          <a:xfrm>
            <a:off x="5946841" y="841750"/>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a:extLst>
              <a:ext uri="{FF2B5EF4-FFF2-40B4-BE49-F238E27FC236}">
                <a16:creationId xmlns:a16="http://schemas.microsoft.com/office/drawing/2014/main" id="{7169C39A-85AC-C133-18DF-48233E9B1F46}"/>
              </a:ext>
            </a:extLst>
          </p:cNvPr>
          <p:cNvSpPr/>
          <p:nvPr/>
        </p:nvSpPr>
        <p:spPr>
          <a:xfrm>
            <a:off x="5955516" y="749141"/>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32">
            <a:extLst>
              <a:ext uri="{FF2B5EF4-FFF2-40B4-BE49-F238E27FC236}">
                <a16:creationId xmlns:a16="http://schemas.microsoft.com/office/drawing/2014/main" id="{5CA58B86-144F-2546-B40A-F43AADC0B88F}"/>
              </a:ext>
            </a:extLst>
          </p:cNvPr>
          <p:cNvGrpSpPr/>
          <p:nvPr/>
        </p:nvGrpSpPr>
        <p:grpSpPr>
          <a:xfrm>
            <a:off x="11053692" y="70337"/>
            <a:ext cx="1114126" cy="970524"/>
            <a:chOff x="4870700" y="341075"/>
            <a:chExt cx="1114126" cy="970524"/>
          </a:xfrm>
        </p:grpSpPr>
        <p:sp>
          <p:nvSpPr>
            <p:cNvPr id="678" name="Google Shape;678;p32">
              <a:extLst>
                <a:ext uri="{FF2B5EF4-FFF2-40B4-BE49-F238E27FC236}">
                  <a16:creationId xmlns:a16="http://schemas.microsoft.com/office/drawing/2014/main" id="{16B62B65-EDDE-451A-68E5-2803BBE73696}"/>
                </a:ext>
              </a:extLst>
            </p:cNvPr>
            <p:cNvSpPr/>
            <p:nvPr/>
          </p:nvSpPr>
          <p:spPr>
            <a:xfrm>
              <a:off x="4870700" y="341075"/>
              <a:ext cx="964196" cy="903003"/>
            </a:xfrm>
            <a:custGeom>
              <a:avLst/>
              <a:gdLst/>
              <a:ahLst/>
              <a:cxnLst/>
              <a:rect l="l" t="t" r="r" b="b"/>
              <a:pathLst>
                <a:path w="8225" h="7703" extrusionOk="0">
                  <a:moveTo>
                    <a:pt x="5985" y="1"/>
                  </a:moveTo>
                  <a:cubicBezTo>
                    <a:pt x="5869" y="1"/>
                    <a:pt x="5741" y="38"/>
                    <a:pt x="5606" y="115"/>
                  </a:cubicBezTo>
                  <a:cubicBezTo>
                    <a:pt x="5263" y="314"/>
                    <a:pt x="4962" y="730"/>
                    <a:pt x="4796" y="1191"/>
                  </a:cubicBezTo>
                  <a:cubicBezTo>
                    <a:pt x="4621" y="793"/>
                    <a:pt x="4314" y="570"/>
                    <a:pt x="3935" y="570"/>
                  </a:cubicBezTo>
                  <a:cubicBezTo>
                    <a:pt x="3730" y="570"/>
                    <a:pt x="3505" y="635"/>
                    <a:pt x="3268" y="772"/>
                  </a:cubicBezTo>
                  <a:cubicBezTo>
                    <a:pt x="2373" y="1288"/>
                    <a:pt x="1644" y="2638"/>
                    <a:pt x="1586" y="3844"/>
                  </a:cubicBezTo>
                  <a:cubicBezTo>
                    <a:pt x="1497" y="3870"/>
                    <a:pt x="1405" y="3909"/>
                    <a:pt x="1310" y="3963"/>
                  </a:cubicBezTo>
                  <a:cubicBezTo>
                    <a:pt x="588" y="4381"/>
                    <a:pt x="1" y="5502"/>
                    <a:pt x="1" y="6468"/>
                  </a:cubicBezTo>
                  <a:cubicBezTo>
                    <a:pt x="1" y="6989"/>
                    <a:pt x="172" y="7358"/>
                    <a:pt x="445" y="7521"/>
                  </a:cubicBezTo>
                  <a:cubicBezTo>
                    <a:pt x="547" y="7583"/>
                    <a:pt x="664" y="7615"/>
                    <a:pt x="791" y="7615"/>
                  </a:cubicBezTo>
                  <a:cubicBezTo>
                    <a:pt x="950" y="7615"/>
                    <a:pt x="1126" y="7565"/>
                    <a:pt x="1310" y="7458"/>
                  </a:cubicBezTo>
                  <a:cubicBezTo>
                    <a:pt x="1566" y="7311"/>
                    <a:pt x="1803" y="7076"/>
                    <a:pt x="2004" y="6792"/>
                  </a:cubicBezTo>
                  <a:cubicBezTo>
                    <a:pt x="2048" y="7365"/>
                    <a:pt x="2337" y="7702"/>
                    <a:pt x="2735" y="7702"/>
                  </a:cubicBezTo>
                  <a:cubicBezTo>
                    <a:pt x="2884" y="7702"/>
                    <a:pt x="3047" y="7656"/>
                    <a:pt x="3219" y="7556"/>
                  </a:cubicBezTo>
                  <a:cubicBezTo>
                    <a:pt x="3657" y="7303"/>
                    <a:pt x="4040" y="6774"/>
                    <a:pt x="4256" y="6187"/>
                  </a:cubicBezTo>
                  <a:cubicBezTo>
                    <a:pt x="4383" y="6340"/>
                    <a:pt x="4553" y="6423"/>
                    <a:pt x="4750" y="6423"/>
                  </a:cubicBezTo>
                  <a:cubicBezTo>
                    <a:pt x="4898" y="6423"/>
                    <a:pt x="5061" y="6376"/>
                    <a:pt x="5233" y="6277"/>
                  </a:cubicBezTo>
                  <a:cubicBezTo>
                    <a:pt x="5817" y="5939"/>
                    <a:pt x="6306" y="5109"/>
                    <a:pt x="6425" y="4309"/>
                  </a:cubicBezTo>
                  <a:cubicBezTo>
                    <a:pt x="6430" y="4309"/>
                    <a:pt x="6436" y="4309"/>
                    <a:pt x="6441" y="4309"/>
                  </a:cubicBezTo>
                  <a:cubicBezTo>
                    <a:pt x="6597" y="4309"/>
                    <a:pt x="6768" y="4261"/>
                    <a:pt x="6947" y="4157"/>
                  </a:cubicBezTo>
                  <a:cubicBezTo>
                    <a:pt x="7652" y="3750"/>
                    <a:pt x="8223" y="2659"/>
                    <a:pt x="8223" y="1720"/>
                  </a:cubicBezTo>
                  <a:cubicBezTo>
                    <a:pt x="8224" y="1020"/>
                    <a:pt x="7907" y="602"/>
                    <a:pt x="7454" y="602"/>
                  </a:cubicBezTo>
                  <a:cubicBezTo>
                    <a:pt x="7299" y="602"/>
                    <a:pt x="7128" y="651"/>
                    <a:pt x="6947" y="755"/>
                  </a:cubicBezTo>
                  <a:cubicBezTo>
                    <a:pt x="6806" y="837"/>
                    <a:pt x="6669" y="949"/>
                    <a:pt x="6542" y="1079"/>
                  </a:cubicBezTo>
                  <a:cubicBezTo>
                    <a:pt x="6552" y="997"/>
                    <a:pt x="6559" y="915"/>
                    <a:pt x="6559" y="835"/>
                  </a:cubicBezTo>
                  <a:cubicBezTo>
                    <a:pt x="6559" y="313"/>
                    <a:pt x="6323" y="1"/>
                    <a:pt x="59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79" name="Google Shape;679;p32">
              <a:extLst>
                <a:ext uri="{FF2B5EF4-FFF2-40B4-BE49-F238E27FC236}">
                  <a16:creationId xmlns:a16="http://schemas.microsoft.com/office/drawing/2014/main" id="{A4EB57F8-5C65-A45B-726D-6C06F295AAE7}"/>
                </a:ext>
              </a:extLst>
            </p:cNvPr>
            <p:cNvSpPr/>
            <p:nvPr/>
          </p:nvSpPr>
          <p:spPr>
            <a:xfrm>
              <a:off x="4922749" y="1197415"/>
              <a:ext cx="59552" cy="59669"/>
            </a:xfrm>
            <a:custGeom>
              <a:avLst/>
              <a:gdLst/>
              <a:ahLst/>
              <a:cxnLst/>
              <a:rect l="l" t="t" r="r" b="b"/>
              <a:pathLst>
                <a:path w="508" h="509" extrusionOk="0">
                  <a:moveTo>
                    <a:pt x="460" y="0"/>
                  </a:moveTo>
                  <a:lnTo>
                    <a:pt x="1" y="216"/>
                  </a:lnTo>
                  <a:lnTo>
                    <a:pt x="507" y="508"/>
                  </a:lnTo>
                  <a:lnTo>
                    <a:pt x="4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0" name="Google Shape;680;p32">
              <a:extLst>
                <a:ext uri="{FF2B5EF4-FFF2-40B4-BE49-F238E27FC236}">
                  <a16:creationId xmlns:a16="http://schemas.microsoft.com/office/drawing/2014/main" id="{09CFA14F-EB9A-4B07-ADBF-9588DEE7609F}"/>
                </a:ext>
              </a:extLst>
            </p:cNvPr>
            <p:cNvSpPr/>
            <p:nvPr/>
          </p:nvSpPr>
          <p:spPr>
            <a:xfrm>
              <a:off x="5153803" y="1208786"/>
              <a:ext cx="59552" cy="59552"/>
            </a:xfrm>
            <a:custGeom>
              <a:avLst/>
              <a:gdLst/>
              <a:ahLst/>
              <a:cxnLst/>
              <a:rect l="l" t="t" r="r" b="b"/>
              <a:pathLst>
                <a:path w="508" h="508" extrusionOk="0">
                  <a:moveTo>
                    <a:pt x="461" y="0"/>
                  </a:moveTo>
                  <a:lnTo>
                    <a:pt x="0"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1" name="Google Shape;681;p32">
              <a:extLst>
                <a:ext uri="{FF2B5EF4-FFF2-40B4-BE49-F238E27FC236}">
                  <a16:creationId xmlns:a16="http://schemas.microsoft.com/office/drawing/2014/main" id="{FBE80344-E905-352D-BDBF-2E08A8995F8D}"/>
                </a:ext>
              </a:extLst>
            </p:cNvPr>
            <p:cNvSpPr/>
            <p:nvPr/>
          </p:nvSpPr>
          <p:spPr>
            <a:xfrm>
              <a:off x="5386732" y="1056977"/>
              <a:ext cx="59669" cy="59669"/>
            </a:xfrm>
            <a:custGeom>
              <a:avLst/>
              <a:gdLst/>
              <a:ahLst/>
              <a:cxnLst/>
              <a:rect l="l" t="t" r="r" b="b"/>
              <a:pathLst>
                <a:path w="509" h="509" extrusionOk="0">
                  <a:moveTo>
                    <a:pt x="461" y="0"/>
                  </a:moveTo>
                  <a:lnTo>
                    <a:pt x="1"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2" name="Google Shape;682;p32">
              <a:extLst>
                <a:ext uri="{FF2B5EF4-FFF2-40B4-BE49-F238E27FC236}">
                  <a16:creationId xmlns:a16="http://schemas.microsoft.com/office/drawing/2014/main" id="{D6D37C2D-442C-A36A-CFEB-898353BFBAEF}"/>
                </a:ext>
              </a:extLst>
            </p:cNvPr>
            <p:cNvSpPr/>
            <p:nvPr/>
          </p:nvSpPr>
          <p:spPr>
            <a:xfrm>
              <a:off x="5383684" y="421727"/>
              <a:ext cx="48298" cy="46188"/>
            </a:xfrm>
            <a:custGeom>
              <a:avLst/>
              <a:gdLst/>
              <a:ahLst/>
              <a:cxnLst/>
              <a:rect l="l" t="t" r="r" b="b"/>
              <a:pathLst>
                <a:path w="412" h="394" extrusionOk="0">
                  <a:moveTo>
                    <a:pt x="1" y="1"/>
                  </a:moveTo>
                  <a:lnTo>
                    <a:pt x="104" y="394"/>
                  </a:lnTo>
                  <a:lnTo>
                    <a:pt x="412" y="240"/>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3" name="Google Shape;683;p32">
              <a:extLst>
                <a:ext uri="{FF2B5EF4-FFF2-40B4-BE49-F238E27FC236}">
                  <a16:creationId xmlns:a16="http://schemas.microsoft.com/office/drawing/2014/main" id="{D501D5C6-A96E-EB35-18B7-FF571DB479C2}"/>
                </a:ext>
              </a:extLst>
            </p:cNvPr>
            <p:cNvSpPr/>
            <p:nvPr/>
          </p:nvSpPr>
          <p:spPr>
            <a:xfrm>
              <a:off x="5598092" y="347171"/>
              <a:ext cx="52166" cy="46305"/>
            </a:xfrm>
            <a:custGeom>
              <a:avLst/>
              <a:gdLst/>
              <a:ahLst/>
              <a:cxnLst/>
              <a:rect l="l" t="t" r="r" b="b"/>
              <a:pathLst>
                <a:path w="445" h="395" extrusionOk="0">
                  <a:moveTo>
                    <a:pt x="0" y="0"/>
                  </a:moveTo>
                  <a:lnTo>
                    <a:pt x="105" y="394"/>
                  </a:lnTo>
                  <a:lnTo>
                    <a:pt x="444" y="259"/>
                  </a:lnTo>
                  <a:lnTo>
                    <a:pt x="0" y="0"/>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4" name="Google Shape;684;p32">
              <a:extLst>
                <a:ext uri="{FF2B5EF4-FFF2-40B4-BE49-F238E27FC236}">
                  <a16:creationId xmlns:a16="http://schemas.microsoft.com/office/drawing/2014/main" id="{247765FD-7E8A-12AF-EEE5-D5AB38373544}"/>
                </a:ext>
              </a:extLst>
            </p:cNvPr>
            <p:cNvSpPr/>
            <p:nvPr/>
          </p:nvSpPr>
          <p:spPr>
            <a:xfrm>
              <a:off x="5782724" y="421727"/>
              <a:ext cx="52166" cy="46188"/>
            </a:xfrm>
            <a:custGeom>
              <a:avLst/>
              <a:gdLst/>
              <a:ahLst/>
              <a:cxnLst/>
              <a:rect l="l" t="t" r="r" b="b"/>
              <a:pathLst>
                <a:path w="445" h="394" extrusionOk="0">
                  <a:moveTo>
                    <a:pt x="1" y="1"/>
                  </a:moveTo>
                  <a:lnTo>
                    <a:pt x="105" y="394"/>
                  </a:lnTo>
                  <a:lnTo>
                    <a:pt x="444" y="258"/>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5" name="Google Shape;685;p32">
              <a:extLst>
                <a:ext uri="{FF2B5EF4-FFF2-40B4-BE49-F238E27FC236}">
                  <a16:creationId xmlns:a16="http://schemas.microsoft.com/office/drawing/2014/main" id="{4DDBB3E4-98B0-DD74-E4E6-24FB799C34FC}"/>
                </a:ext>
              </a:extLst>
            </p:cNvPr>
            <p:cNvSpPr/>
            <p:nvPr/>
          </p:nvSpPr>
          <p:spPr>
            <a:xfrm>
              <a:off x="4924859" y="372492"/>
              <a:ext cx="964196" cy="903003"/>
            </a:xfrm>
            <a:custGeom>
              <a:avLst/>
              <a:gdLst/>
              <a:ahLst/>
              <a:cxnLst/>
              <a:rect l="l" t="t" r="r" b="b"/>
              <a:pathLst>
                <a:path w="8225" h="7703" extrusionOk="0">
                  <a:moveTo>
                    <a:pt x="5984" y="1"/>
                  </a:moveTo>
                  <a:cubicBezTo>
                    <a:pt x="5868" y="1"/>
                    <a:pt x="5740" y="38"/>
                    <a:pt x="5606" y="115"/>
                  </a:cubicBezTo>
                  <a:cubicBezTo>
                    <a:pt x="5263" y="314"/>
                    <a:pt x="4963" y="730"/>
                    <a:pt x="4795" y="1191"/>
                  </a:cubicBezTo>
                  <a:cubicBezTo>
                    <a:pt x="4621" y="793"/>
                    <a:pt x="4314" y="570"/>
                    <a:pt x="3935" y="570"/>
                  </a:cubicBezTo>
                  <a:cubicBezTo>
                    <a:pt x="3730" y="570"/>
                    <a:pt x="3505" y="635"/>
                    <a:pt x="3267" y="772"/>
                  </a:cubicBezTo>
                  <a:cubicBezTo>
                    <a:pt x="2373" y="1288"/>
                    <a:pt x="1643" y="2638"/>
                    <a:pt x="1587" y="3844"/>
                  </a:cubicBezTo>
                  <a:cubicBezTo>
                    <a:pt x="1498" y="3870"/>
                    <a:pt x="1406" y="3909"/>
                    <a:pt x="1311" y="3963"/>
                  </a:cubicBezTo>
                  <a:cubicBezTo>
                    <a:pt x="587" y="4381"/>
                    <a:pt x="1" y="5502"/>
                    <a:pt x="1" y="6468"/>
                  </a:cubicBezTo>
                  <a:cubicBezTo>
                    <a:pt x="1" y="7186"/>
                    <a:pt x="326" y="7616"/>
                    <a:pt x="791" y="7616"/>
                  </a:cubicBezTo>
                  <a:cubicBezTo>
                    <a:pt x="950" y="7616"/>
                    <a:pt x="1126" y="7565"/>
                    <a:pt x="1311" y="7458"/>
                  </a:cubicBezTo>
                  <a:cubicBezTo>
                    <a:pt x="1566" y="7311"/>
                    <a:pt x="1802" y="7076"/>
                    <a:pt x="2004" y="6792"/>
                  </a:cubicBezTo>
                  <a:cubicBezTo>
                    <a:pt x="2048" y="7365"/>
                    <a:pt x="2337" y="7702"/>
                    <a:pt x="2735" y="7702"/>
                  </a:cubicBezTo>
                  <a:cubicBezTo>
                    <a:pt x="2883" y="7702"/>
                    <a:pt x="3047" y="7656"/>
                    <a:pt x="3219" y="7556"/>
                  </a:cubicBezTo>
                  <a:cubicBezTo>
                    <a:pt x="3657" y="7303"/>
                    <a:pt x="4040" y="6774"/>
                    <a:pt x="4256" y="6187"/>
                  </a:cubicBezTo>
                  <a:cubicBezTo>
                    <a:pt x="4383" y="6340"/>
                    <a:pt x="4553" y="6423"/>
                    <a:pt x="4750" y="6423"/>
                  </a:cubicBezTo>
                  <a:cubicBezTo>
                    <a:pt x="4898" y="6423"/>
                    <a:pt x="5061" y="6376"/>
                    <a:pt x="5232" y="6277"/>
                  </a:cubicBezTo>
                  <a:cubicBezTo>
                    <a:pt x="5817" y="5939"/>
                    <a:pt x="6305" y="5109"/>
                    <a:pt x="6425" y="4309"/>
                  </a:cubicBezTo>
                  <a:cubicBezTo>
                    <a:pt x="6430" y="4309"/>
                    <a:pt x="6435" y="4309"/>
                    <a:pt x="6441" y="4309"/>
                  </a:cubicBezTo>
                  <a:cubicBezTo>
                    <a:pt x="6596" y="4309"/>
                    <a:pt x="6768" y="4261"/>
                    <a:pt x="6948" y="4157"/>
                  </a:cubicBezTo>
                  <a:cubicBezTo>
                    <a:pt x="7652" y="3750"/>
                    <a:pt x="8224" y="2659"/>
                    <a:pt x="8224" y="1720"/>
                  </a:cubicBezTo>
                  <a:cubicBezTo>
                    <a:pt x="8224" y="1020"/>
                    <a:pt x="7908" y="602"/>
                    <a:pt x="7455" y="602"/>
                  </a:cubicBezTo>
                  <a:cubicBezTo>
                    <a:pt x="7300" y="602"/>
                    <a:pt x="7128" y="651"/>
                    <a:pt x="6948" y="755"/>
                  </a:cubicBezTo>
                  <a:cubicBezTo>
                    <a:pt x="6806" y="837"/>
                    <a:pt x="6670" y="949"/>
                    <a:pt x="6542" y="1079"/>
                  </a:cubicBezTo>
                  <a:cubicBezTo>
                    <a:pt x="6553" y="997"/>
                    <a:pt x="6559" y="916"/>
                    <a:pt x="6559" y="835"/>
                  </a:cubicBezTo>
                  <a:cubicBezTo>
                    <a:pt x="6559" y="313"/>
                    <a:pt x="6322" y="1"/>
                    <a:pt x="59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6" name="Google Shape;686;p32">
              <a:extLst>
                <a:ext uri="{FF2B5EF4-FFF2-40B4-BE49-F238E27FC236}">
                  <a16:creationId xmlns:a16="http://schemas.microsoft.com/office/drawing/2014/main" id="{A4F14ACB-6E5C-3B77-1AD2-352104CF9213}"/>
                </a:ext>
              </a:extLst>
            </p:cNvPr>
            <p:cNvSpPr/>
            <p:nvPr/>
          </p:nvSpPr>
          <p:spPr>
            <a:xfrm>
              <a:off x="5333042" y="630742"/>
              <a:ext cx="420026" cy="304440"/>
            </a:xfrm>
            <a:custGeom>
              <a:avLst/>
              <a:gdLst/>
              <a:ahLst/>
              <a:cxnLst/>
              <a:rect l="l" t="t" r="r" b="b"/>
              <a:pathLst>
                <a:path w="3583" h="2597" extrusionOk="0">
                  <a:moveTo>
                    <a:pt x="3582" y="0"/>
                  </a:moveTo>
                  <a:lnTo>
                    <a:pt x="0" y="2077"/>
                  </a:lnTo>
                  <a:lnTo>
                    <a:pt x="0" y="2597"/>
                  </a:lnTo>
                  <a:lnTo>
                    <a:pt x="3582" y="520"/>
                  </a:lnTo>
                  <a:lnTo>
                    <a:pt x="3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7" name="Google Shape;687;p32">
              <a:extLst>
                <a:ext uri="{FF2B5EF4-FFF2-40B4-BE49-F238E27FC236}">
                  <a16:creationId xmlns:a16="http://schemas.microsoft.com/office/drawing/2014/main" id="{F1DF3475-6BF1-593C-BC77-6C9B59FD82AA}"/>
                </a:ext>
              </a:extLst>
            </p:cNvPr>
            <p:cNvSpPr/>
            <p:nvPr/>
          </p:nvSpPr>
          <p:spPr>
            <a:xfrm>
              <a:off x="5459061" y="730502"/>
              <a:ext cx="294944" cy="231173"/>
            </a:xfrm>
            <a:custGeom>
              <a:avLst/>
              <a:gdLst/>
              <a:ahLst/>
              <a:cxnLst/>
              <a:rect l="l" t="t" r="r" b="b"/>
              <a:pathLst>
                <a:path w="2516" h="1972" extrusionOk="0">
                  <a:moveTo>
                    <a:pt x="2515" y="0"/>
                  </a:moveTo>
                  <a:lnTo>
                    <a:pt x="1" y="1452"/>
                  </a:lnTo>
                  <a:lnTo>
                    <a:pt x="1" y="1971"/>
                  </a:lnTo>
                  <a:lnTo>
                    <a:pt x="2515" y="520"/>
                  </a:lnTo>
                  <a:lnTo>
                    <a:pt x="2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8" name="Google Shape;688;p32">
              <a:extLst>
                <a:ext uri="{FF2B5EF4-FFF2-40B4-BE49-F238E27FC236}">
                  <a16:creationId xmlns:a16="http://schemas.microsoft.com/office/drawing/2014/main" id="{0309A299-E581-C2D2-CD62-FFEC1F06A2DC}"/>
                </a:ext>
              </a:extLst>
            </p:cNvPr>
            <p:cNvSpPr/>
            <p:nvPr/>
          </p:nvSpPr>
          <p:spPr>
            <a:xfrm>
              <a:off x="5151458" y="984766"/>
              <a:ext cx="23328" cy="54628"/>
            </a:xfrm>
            <a:custGeom>
              <a:avLst/>
              <a:gdLst/>
              <a:ahLst/>
              <a:cxnLst/>
              <a:rect l="l" t="t" r="r" b="b"/>
              <a:pathLst>
                <a:path w="199" h="466" extrusionOk="0">
                  <a:moveTo>
                    <a:pt x="73" y="0"/>
                  </a:moveTo>
                  <a:lnTo>
                    <a:pt x="1" y="42"/>
                  </a:lnTo>
                  <a:lnTo>
                    <a:pt x="1" y="465"/>
                  </a:lnTo>
                  <a:lnTo>
                    <a:pt x="198" y="352"/>
                  </a:lnTo>
                  <a:lnTo>
                    <a:pt x="198" y="270"/>
                  </a:lnTo>
                  <a:lnTo>
                    <a:pt x="73" y="344"/>
                  </a:lnTo>
                  <a:lnTo>
                    <a:pt x="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9" name="Google Shape;689;p32">
              <a:extLst>
                <a:ext uri="{FF2B5EF4-FFF2-40B4-BE49-F238E27FC236}">
                  <a16:creationId xmlns:a16="http://schemas.microsoft.com/office/drawing/2014/main" id="{AF04F120-45B1-F67E-4BF0-3AFCED302F97}"/>
                </a:ext>
              </a:extLst>
            </p:cNvPr>
            <p:cNvSpPr/>
            <p:nvPr/>
          </p:nvSpPr>
          <p:spPr>
            <a:xfrm>
              <a:off x="5177131" y="961907"/>
              <a:ext cx="33762" cy="56035"/>
            </a:xfrm>
            <a:custGeom>
              <a:avLst/>
              <a:gdLst/>
              <a:ahLst/>
              <a:cxnLst/>
              <a:rect l="l" t="t" r="r" b="b"/>
              <a:pathLst>
                <a:path w="288" h="478" extrusionOk="0">
                  <a:moveTo>
                    <a:pt x="169" y="94"/>
                  </a:moveTo>
                  <a:cubicBezTo>
                    <a:pt x="198" y="94"/>
                    <a:pt x="214" y="130"/>
                    <a:pt x="214" y="196"/>
                  </a:cubicBezTo>
                  <a:cubicBezTo>
                    <a:pt x="214" y="282"/>
                    <a:pt x="187" y="352"/>
                    <a:pt x="145" y="377"/>
                  </a:cubicBezTo>
                  <a:cubicBezTo>
                    <a:pt x="136" y="382"/>
                    <a:pt x="128" y="384"/>
                    <a:pt x="121" y="384"/>
                  </a:cubicBezTo>
                  <a:cubicBezTo>
                    <a:pt x="92" y="384"/>
                    <a:pt x="74" y="346"/>
                    <a:pt x="74" y="277"/>
                  </a:cubicBezTo>
                  <a:cubicBezTo>
                    <a:pt x="74" y="193"/>
                    <a:pt x="102" y="127"/>
                    <a:pt x="145" y="102"/>
                  </a:cubicBezTo>
                  <a:cubicBezTo>
                    <a:pt x="154" y="97"/>
                    <a:pt x="162" y="94"/>
                    <a:pt x="169" y="94"/>
                  </a:cubicBezTo>
                  <a:close/>
                  <a:moveTo>
                    <a:pt x="205" y="0"/>
                  </a:moveTo>
                  <a:cubicBezTo>
                    <a:pt x="187" y="0"/>
                    <a:pt x="167" y="7"/>
                    <a:pt x="145" y="20"/>
                  </a:cubicBezTo>
                  <a:cubicBezTo>
                    <a:pt x="59" y="69"/>
                    <a:pt x="0" y="182"/>
                    <a:pt x="0" y="320"/>
                  </a:cubicBezTo>
                  <a:cubicBezTo>
                    <a:pt x="0" y="424"/>
                    <a:pt x="33" y="477"/>
                    <a:pt x="85" y="477"/>
                  </a:cubicBezTo>
                  <a:cubicBezTo>
                    <a:pt x="103" y="477"/>
                    <a:pt x="123" y="471"/>
                    <a:pt x="145" y="459"/>
                  </a:cubicBezTo>
                  <a:cubicBezTo>
                    <a:pt x="230" y="409"/>
                    <a:pt x="288" y="292"/>
                    <a:pt x="288" y="155"/>
                  </a:cubicBezTo>
                  <a:cubicBezTo>
                    <a:pt x="288" y="52"/>
                    <a:pt x="256"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0" name="Google Shape;690;p32">
              <a:extLst>
                <a:ext uri="{FF2B5EF4-FFF2-40B4-BE49-F238E27FC236}">
                  <a16:creationId xmlns:a16="http://schemas.microsoft.com/office/drawing/2014/main" id="{B603D220-38D1-BF6C-6235-12A52376502A}"/>
                </a:ext>
              </a:extLst>
            </p:cNvPr>
            <p:cNvSpPr/>
            <p:nvPr/>
          </p:nvSpPr>
          <p:spPr>
            <a:xfrm>
              <a:off x="5216050" y="938930"/>
              <a:ext cx="30596" cy="56152"/>
            </a:xfrm>
            <a:custGeom>
              <a:avLst/>
              <a:gdLst/>
              <a:ahLst/>
              <a:cxnLst/>
              <a:rect l="l" t="t" r="r" b="b"/>
              <a:pathLst>
                <a:path w="261" h="479" extrusionOk="0">
                  <a:moveTo>
                    <a:pt x="211" y="1"/>
                  </a:moveTo>
                  <a:cubicBezTo>
                    <a:pt x="195" y="1"/>
                    <a:pt x="177" y="5"/>
                    <a:pt x="156" y="17"/>
                  </a:cubicBezTo>
                  <a:cubicBezTo>
                    <a:pt x="70" y="67"/>
                    <a:pt x="1" y="189"/>
                    <a:pt x="1" y="329"/>
                  </a:cubicBezTo>
                  <a:cubicBezTo>
                    <a:pt x="1" y="431"/>
                    <a:pt x="36" y="479"/>
                    <a:pt x="87" y="479"/>
                  </a:cubicBezTo>
                  <a:cubicBezTo>
                    <a:pt x="107" y="479"/>
                    <a:pt x="130" y="472"/>
                    <a:pt x="154" y="458"/>
                  </a:cubicBezTo>
                  <a:cubicBezTo>
                    <a:pt x="199" y="432"/>
                    <a:pt x="238" y="384"/>
                    <a:pt x="261" y="345"/>
                  </a:cubicBezTo>
                  <a:lnTo>
                    <a:pt x="261" y="149"/>
                  </a:lnTo>
                  <a:lnTo>
                    <a:pt x="145" y="217"/>
                  </a:lnTo>
                  <a:lnTo>
                    <a:pt x="145" y="294"/>
                  </a:lnTo>
                  <a:lnTo>
                    <a:pt x="197" y="264"/>
                  </a:lnTo>
                  <a:lnTo>
                    <a:pt x="197" y="337"/>
                  </a:lnTo>
                  <a:cubicBezTo>
                    <a:pt x="189" y="350"/>
                    <a:pt x="176" y="362"/>
                    <a:pt x="164" y="370"/>
                  </a:cubicBezTo>
                  <a:cubicBezTo>
                    <a:pt x="148" y="379"/>
                    <a:pt x="134" y="383"/>
                    <a:pt x="123" y="383"/>
                  </a:cubicBezTo>
                  <a:cubicBezTo>
                    <a:pt x="90" y="383"/>
                    <a:pt x="74" y="348"/>
                    <a:pt x="74" y="283"/>
                  </a:cubicBezTo>
                  <a:cubicBezTo>
                    <a:pt x="74" y="199"/>
                    <a:pt x="109" y="127"/>
                    <a:pt x="157" y="98"/>
                  </a:cubicBezTo>
                  <a:cubicBezTo>
                    <a:pt x="170" y="91"/>
                    <a:pt x="181" y="88"/>
                    <a:pt x="189" y="88"/>
                  </a:cubicBezTo>
                  <a:cubicBezTo>
                    <a:pt x="199" y="88"/>
                    <a:pt x="207" y="92"/>
                    <a:pt x="216" y="97"/>
                  </a:cubicBezTo>
                  <a:lnTo>
                    <a:pt x="255" y="15"/>
                  </a:lnTo>
                  <a:cubicBezTo>
                    <a:pt x="244" y="7"/>
                    <a:pt x="229"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1" name="Google Shape;691;p32">
              <a:extLst>
                <a:ext uri="{FF2B5EF4-FFF2-40B4-BE49-F238E27FC236}">
                  <a16:creationId xmlns:a16="http://schemas.microsoft.com/office/drawing/2014/main" id="{E49A3D4D-2216-F9A3-C847-C414A6921553}"/>
                </a:ext>
              </a:extLst>
            </p:cNvPr>
            <p:cNvSpPr/>
            <p:nvPr/>
          </p:nvSpPr>
          <p:spPr>
            <a:xfrm>
              <a:off x="5254031" y="925449"/>
              <a:ext cx="8558" cy="54628"/>
            </a:xfrm>
            <a:custGeom>
              <a:avLst/>
              <a:gdLst/>
              <a:ahLst/>
              <a:cxnLst/>
              <a:rect l="l" t="t" r="r" b="b"/>
              <a:pathLst>
                <a:path w="73" h="466" extrusionOk="0">
                  <a:moveTo>
                    <a:pt x="73" y="1"/>
                  </a:moveTo>
                  <a:lnTo>
                    <a:pt x="1" y="42"/>
                  </a:lnTo>
                  <a:lnTo>
                    <a:pt x="1" y="466"/>
                  </a:lnTo>
                  <a:lnTo>
                    <a:pt x="73" y="424"/>
                  </a:lnTo>
                  <a:lnTo>
                    <a:pt x="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2" name="Google Shape;692;p32">
              <a:extLst>
                <a:ext uri="{FF2B5EF4-FFF2-40B4-BE49-F238E27FC236}">
                  <a16:creationId xmlns:a16="http://schemas.microsoft.com/office/drawing/2014/main" id="{F381B21B-5E08-8978-1C13-9C3353CBE1DE}"/>
                </a:ext>
              </a:extLst>
            </p:cNvPr>
            <p:cNvSpPr/>
            <p:nvPr/>
          </p:nvSpPr>
          <p:spPr>
            <a:xfrm>
              <a:off x="5271264" y="903645"/>
              <a:ext cx="29307" cy="66585"/>
            </a:xfrm>
            <a:custGeom>
              <a:avLst/>
              <a:gdLst/>
              <a:ahLst/>
              <a:cxnLst/>
              <a:rect l="l" t="t" r="r" b="b"/>
              <a:pathLst>
                <a:path w="250" h="568" extrusionOk="0">
                  <a:moveTo>
                    <a:pt x="249" y="1"/>
                  </a:moveTo>
                  <a:lnTo>
                    <a:pt x="180" y="40"/>
                  </a:lnTo>
                  <a:lnTo>
                    <a:pt x="180" y="189"/>
                  </a:lnTo>
                  <a:cubicBezTo>
                    <a:pt x="180" y="240"/>
                    <a:pt x="186" y="296"/>
                    <a:pt x="189" y="339"/>
                  </a:cubicBezTo>
                  <a:lnTo>
                    <a:pt x="187" y="340"/>
                  </a:lnTo>
                  <a:lnTo>
                    <a:pt x="156" y="264"/>
                  </a:lnTo>
                  <a:lnTo>
                    <a:pt x="74" y="102"/>
                  </a:lnTo>
                  <a:lnTo>
                    <a:pt x="0" y="144"/>
                  </a:lnTo>
                  <a:lnTo>
                    <a:pt x="0" y="567"/>
                  </a:lnTo>
                  <a:lnTo>
                    <a:pt x="69" y="528"/>
                  </a:lnTo>
                  <a:lnTo>
                    <a:pt x="69" y="378"/>
                  </a:lnTo>
                  <a:cubicBezTo>
                    <a:pt x="69" y="327"/>
                    <a:pt x="63" y="274"/>
                    <a:pt x="60" y="231"/>
                  </a:cubicBezTo>
                  <a:lnTo>
                    <a:pt x="61" y="229"/>
                  </a:lnTo>
                  <a:lnTo>
                    <a:pt x="93" y="304"/>
                  </a:lnTo>
                  <a:lnTo>
                    <a:pt x="175" y="467"/>
                  </a:lnTo>
                  <a:lnTo>
                    <a:pt x="249" y="424"/>
                  </a:lnTo>
                  <a:lnTo>
                    <a:pt x="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3" name="Google Shape;693;p32">
              <a:extLst>
                <a:ext uri="{FF2B5EF4-FFF2-40B4-BE49-F238E27FC236}">
                  <a16:creationId xmlns:a16="http://schemas.microsoft.com/office/drawing/2014/main" id="{28631E20-8230-B1B2-4316-B30E42A94F57}"/>
                </a:ext>
              </a:extLst>
            </p:cNvPr>
            <p:cNvSpPr/>
            <p:nvPr/>
          </p:nvSpPr>
          <p:spPr>
            <a:xfrm>
              <a:off x="5151458" y="1077258"/>
              <a:ext cx="28252" cy="60489"/>
            </a:xfrm>
            <a:custGeom>
              <a:avLst/>
              <a:gdLst/>
              <a:ahLst/>
              <a:cxnLst/>
              <a:rect l="l" t="t" r="r" b="b"/>
              <a:pathLst>
                <a:path w="241" h="516" extrusionOk="0">
                  <a:moveTo>
                    <a:pt x="147" y="91"/>
                  </a:moveTo>
                  <a:cubicBezTo>
                    <a:pt x="163" y="91"/>
                    <a:pt x="171" y="103"/>
                    <a:pt x="171" y="130"/>
                  </a:cubicBezTo>
                  <a:cubicBezTo>
                    <a:pt x="171" y="174"/>
                    <a:pt x="152" y="209"/>
                    <a:pt x="112" y="231"/>
                  </a:cubicBezTo>
                  <a:lnTo>
                    <a:pt x="73" y="254"/>
                  </a:lnTo>
                  <a:lnTo>
                    <a:pt x="73" y="126"/>
                  </a:lnTo>
                  <a:lnTo>
                    <a:pt x="112" y="103"/>
                  </a:lnTo>
                  <a:cubicBezTo>
                    <a:pt x="126" y="95"/>
                    <a:pt x="138" y="91"/>
                    <a:pt x="147" y="91"/>
                  </a:cubicBezTo>
                  <a:close/>
                  <a:moveTo>
                    <a:pt x="187" y="1"/>
                  </a:moveTo>
                  <a:cubicBezTo>
                    <a:pt x="167" y="1"/>
                    <a:pt x="142" y="10"/>
                    <a:pt x="116" y="25"/>
                  </a:cubicBezTo>
                  <a:lnTo>
                    <a:pt x="1" y="92"/>
                  </a:lnTo>
                  <a:lnTo>
                    <a:pt x="1" y="515"/>
                  </a:lnTo>
                  <a:lnTo>
                    <a:pt x="73" y="474"/>
                  </a:lnTo>
                  <a:lnTo>
                    <a:pt x="73" y="329"/>
                  </a:lnTo>
                  <a:lnTo>
                    <a:pt x="116" y="305"/>
                  </a:lnTo>
                  <a:cubicBezTo>
                    <a:pt x="183" y="266"/>
                    <a:pt x="241" y="189"/>
                    <a:pt x="241" y="90"/>
                  </a:cubicBezTo>
                  <a:cubicBezTo>
                    <a:pt x="241" y="26"/>
                    <a:pt x="219" y="1"/>
                    <a:pt x="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4" name="Google Shape;694;p32">
              <a:extLst>
                <a:ext uri="{FF2B5EF4-FFF2-40B4-BE49-F238E27FC236}">
                  <a16:creationId xmlns:a16="http://schemas.microsoft.com/office/drawing/2014/main" id="{CA9C983A-000C-AB71-3CBB-527DAB1D73F9}"/>
                </a:ext>
              </a:extLst>
            </p:cNvPr>
            <p:cNvSpPr/>
            <p:nvPr/>
          </p:nvSpPr>
          <p:spPr>
            <a:xfrm>
              <a:off x="5178420" y="1059791"/>
              <a:ext cx="33527" cy="62365"/>
            </a:xfrm>
            <a:custGeom>
              <a:avLst/>
              <a:gdLst/>
              <a:ahLst/>
              <a:cxnLst/>
              <a:rect l="l" t="t" r="r" b="b"/>
              <a:pathLst>
                <a:path w="286" h="532" extrusionOk="0">
                  <a:moveTo>
                    <a:pt x="141" y="99"/>
                  </a:moveTo>
                  <a:cubicBezTo>
                    <a:pt x="150" y="138"/>
                    <a:pt x="159" y="183"/>
                    <a:pt x="167" y="221"/>
                  </a:cubicBezTo>
                  <a:lnTo>
                    <a:pt x="175" y="255"/>
                  </a:lnTo>
                  <a:lnTo>
                    <a:pt x="108" y="295"/>
                  </a:lnTo>
                  <a:lnTo>
                    <a:pt x="116" y="251"/>
                  </a:lnTo>
                  <a:cubicBezTo>
                    <a:pt x="123" y="204"/>
                    <a:pt x="132" y="150"/>
                    <a:pt x="140" y="100"/>
                  </a:cubicBezTo>
                  <a:lnTo>
                    <a:pt x="141" y="99"/>
                  </a:lnTo>
                  <a:close/>
                  <a:moveTo>
                    <a:pt x="185" y="1"/>
                  </a:moveTo>
                  <a:lnTo>
                    <a:pt x="100" y="50"/>
                  </a:lnTo>
                  <a:lnTo>
                    <a:pt x="1" y="531"/>
                  </a:lnTo>
                  <a:lnTo>
                    <a:pt x="73" y="490"/>
                  </a:lnTo>
                  <a:lnTo>
                    <a:pt x="93" y="377"/>
                  </a:lnTo>
                  <a:lnTo>
                    <a:pt x="190" y="322"/>
                  </a:lnTo>
                  <a:lnTo>
                    <a:pt x="209" y="411"/>
                  </a:lnTo>
                  <a:lnTo>
                    <a:pt x="286" y="367"/>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5" name="Google Shape;695;p32">
              <a:extLst>
                <a:ext uri="{FF2B5EF4-FFF2-40B4-BE49-F238E27FC236}">
                  <a16:creationId xmlns:a16="http://schemas.microsoft.com/office/drawing/2014/main" id="{D8F135BD-1940-D9FB-C9EF-2D431DE8E98E}"/>
                </a:ext>
              </a:extLst>
            </p:cNvPr>
            <p:cNvSpPr/>
            <p:nvPr/>
          </p:nvSpPr>
          <p:spPr>
            <a:xfrm>
              <a:off x="5213236" y="1040800"/>
              <a:ext cx="27900" cy="56621"/>
            </a:xfrm>
            <a:custGeom>
              <a:avLst/>
              <a:gdLst/>
              <a:ahLst/>
              <a:cxnLst/>
              <a:rect l="l" t="t" r="r" b="b"/>
              <a:pathLst>
                <a:path w="238" h="483" extrusionOk="0">
                  <a:moveTo>
                    <a:pt x="185" y="1"/>
                  </a:moveTo>
                  <a:cubicBezTo>
                    <a:pt x="166" y="1"/>
                    <a:pt x="146" y="7"/>
                    <a:pt x="126" y="18"/>
                  </a:cubicBezTo>
                  <a:cubicBezTo>
                    <a:pt x="61" y="56"/>
                    <a:pt x="13" y="139"/>
                    <a:pt x="13" y="209"/>
                  </a:cubicBezTo>
                  <a:cubicBezTo>
                    <a:pt x="13" y="269"/>
                    <a:pt x="43" y="288"/>
                    <a:pt x="75" y="288"/>
                  </a:cubicBezTo>
                  <a:cubicBezTo>
                    <a:pt x="76" y="288"/>
                    <a:pt x="77" y="288"/>
                    <a:pt x="78" y="288"/>
                  </a:cubicBezTo>
                  <a:lnTo>
                    <a:pt x="119" y="288"/>
                  </a:lnTo>
                  <a:cubicBezTo>
                    <a:pt x="126" y="288"/>
                    <a:pt x="131" y="287"/>
                    <a:pt x="137" y="287"/>
                  </a:cubicBezTo>
                  <a:cubicBezTo>
                    <a:pt x="154" y="287"/>
                    <a:pt x="164" y="291"/>
                    <a:pt x="164" y="312"/>
                  </a:cubicBezTo>
                  <a:cubicBezTo>
                    <a:pt x="164" y="336"/>
                    <a:pt x="150" y="361"/>
                    <a:pt x="120" y="378"/>
                  </a:cubicBezTo>
                  <a:cubicBezTo>
                    <a:pt x="108" y="386"/>
                    <a:pt x="94" y="389"/>
                    <a:pt x="81" y="389"/>
                  </a:cubicBezTo>
                  <a:cubicBezTo>
                    <a:pt x="67" y="389"/>
                    <a:pt x="54" y="385"/>
                    <a:pt x="43" y="379"/>
                  </a:cubicBezTo>
                  <a:lnTo>
                    <a:pt x="1" y="469"/>
                  </a:lnTo>
                  <a:cubicBezTo>
                    <a:pt x="15" y="479"/>
                    <a:pt x="31" y="483"/>
                    <a:pt x="49" y="483"/>
                  </a:cubicBezTo>
                  <a:cubicBezTo>
                    <a:pt x="71" y="483"/>
                    <a:pt x="96" y="475"/>
                    <a:pt x="119" y="461"/>
                  </a:cubicBezTo>
                  <a:cubicBezTo>
                    <a:pt x="195" y="419"/>
                    <a:pt x="237" y="332"/>
                    <a:pt x="237" y="262"/>
                  </a:cubicBezTo>
                  <a:cubicBezTo>
                    <a:pt x="237" y="204"/>
                    <a:pt x="215" y="183"/>
                    <a:pt x="178" y="183"/>
                  </a:cubicBezTo>
                  <a:cubicBezTo>
                    <a:pt x="177" y="183"/>
                    <a:pt x="177" y="183"/>
                    <a:pt x="176" y="183"/>
                  </a:cubicBezTo>
                  <a:lnTo>
                    <a:pt x="135" y="184"/>
                  </a:lnTo>
                  <a:cubicBezTo>
                    <a:pt x="128" y="185"/>
                    <a:pt x="122" y="185"/>
                    <a:pt x="116" y="185"/>
                  </a:cubicBezTo>
                  <a:cubicBezTo>
                    <a:pt x="98" y="185"/>
                    <a:pt x="87" y="182"/>
                    <a:pt x="87" y="162"/>
                  </a:cubicBezTo>
                  <a:cubicBezTo>
                    <a:pt x="87" y="138"/>
                    <a:pt x="102" y="115"/>
                    <a:pt x="126" y="101"/>
                  </a:cubicBezTo>
                  <a:cubicBezTo>
                    <a:pt x="140" y="93"/>
                    <a:pt x="153" y="89"/>
                    <a:pt x="164" y="89"/>
                  </a:cubicBezTo>
                  <a:cubicBezTo>
                    <a:pt x="174" y="89"/>
                    <a:pt x="183" y="92"/>
                    <a:pt x="192" y="97"/>
                  </a:cubicBezTo>
                  <a:lnTo>
                    <a:pt x="228" y="15"/>
                  </a:lnTo>
                  <a:cubicBezTo>
                    <a:pt x="216" y="5"/>
                    <a:pt x="201"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6" name="Google Shape;696;p32">
              <a:extLst>
                <a:ext uri="{FF2B5EF4-FFF2-40B4-BE49-F238E27FC236}">
                  <a16:creationId xmlns:a16="http://schemas.microsoft.com/office/drawing/2014/main" id="{38AD0511-813C-B499-7188-C84FF3FE5743}"/>
                </a:ext>
              </a:extLst>
            </p:cNvPr>
            <p:cNvSpPr/>
            <p:nvPr/>
          </p:nvSpPr>
          <p:spPr>
            <a:xfrm>
              <a:off x="5243950" y="1023216"/>
              <a:ext cx="27783" cy="56621"/>
            </a:xfrm>
            <a:custGeom>
              <a:avLst/>
              <a:gdLst/>
              <a:ahLst/>
              <a:cxnLst/>
              <a:rect l="l" t="t" r="r" b="b"/>
              <a:pathLst>
                <a:path w="237" h="483" extrusionOk="0">
                  <a:moveTo>
                    <a:pt x="184" y="1"/>
                  </a:moveTo>
                  <a:cubicBezTo>
                    <a:pt x="165" y="1"/>
                    <a:pt x="145" y="6"/>
                    <a:pt x="125" y="18"/>
                  </a:cubicBezTo>
                  <a:cubicBezTo>
                    <a:pt x="60" y="55"/>
                    <a:pt x="13" y="138"/>
                    <a:pt x="13" y="208"/>
                  </a:cubicBezTo>
                  <a:cubicBezTo>
                    <a:pt x="13" y="268"/>
                    <a:pt x="42" y="287"/>
                    <a:pt x="74" y="287"/>
                  </a:cubicBezTo>
                  <a:cubicBezTo>
                    <a:pt x="75" y="287"/>
                    <a:pt x="76" y="287"/>
                    <a:pt x="77" y="287"/>
                  </a:cubicBezTo>
                  <a:lnTo>
                    <a:pt x="117" y="287"/>
                  </a:lnTo>
                  <a:cubicBezTo>
                    <a:pt x="123" y="287"/>
                    <a:pt x="128" y="287"/>
                    <a:pt x="133" y="287"/>
                  </a:cubicBezTo>
                  <a:cubicBezTo>
                    <a:pt x="152" y="287"/>
                    <a:pt x="163" y="290"/>
                    <a:pt x="163" y="311"/>
                  </a:cubicBezTo>
                  <a:cubicBezTo>
                    <a:pt x="163" y="337"/>
                    <a:pt x="149" y="360"/>
                    <a:pt x="120" y="377"/>
                  </a:cubicBezTo>
                  <a:cubicBezTo>
                    <a:pt x="106" y="385"/>
                    <a:pt x="92" y="389"/>
                    <a:pt x="78" y="389"/>
                  </a:cubicBezTo>
                  <a:cubicBezTo>
                    <a:pt x="65" y="389"/>
                    <a:pt x="52" y="385"/>
                    <a:pt x="41" y="378"/>
                  </a:cubicBezTo>
                  <a:lnTo>
                    <a:pt x="0" y="468"/>
                  </a:lnTo>
                  <a:cubicBezTo>
                    <a:pt x="15" y="478"/>
                    <a:pt x="31" y="482"/>
                    <a:pt x="48" y="482"/>
                  </a:cubicBezTo>
                  <a:cubicBezTo>
                    <a:pt x="71" y="482"/>
                    <a:pt x="95" y="475"/>
                    <a:pt x="117" y="462"/>
                  </a:cubicBezTo>
                  <a:cubicBezTo>
                    <a:pt x="193" y="418"/>
                    <a:pt x="237" y="331"/>
                    <a:pt x="237" y="261"/>
                  </a:cubicBezTo>
                  <a:cubicBezTo>
                    <a:pt x="237" y="203"/>
                    <a:pt x="214" y="182"/>
                    <a:pt x="177" y="182"/>
                  </a:cubicBezTo>
                  <a:cubicBezTo>
                    <a:pt x="176" y="182"/>
                    <a:pt x="175" y="182"/>
                    <a:pt x="174" y="182"/>
                  </a:cubicBezTo>
                  <a:lnTo>
                    <a:pt x="134" y="183"/>
                  </a:lnTo>
                  <a:cubicBezTo>
                    <a:pt x="127" y="184"/>
                    <a:pt x="119" y="184"/>
                    <a:pt x="113" y="184"/>
                  </a:cubicBezTo>
                  <a:cubicBezTo>
                    <a:pt x="96" y="184"/>
                    <a:pt x="85" y="181"/>
                    <a:pt x="85" y="162"/>
                  </a:cubicBezTo>
                  <a:cubicBezTo>
                    <a:pt x="85" y="137"/>
                    <a:pt x="102" y="114"/>
                    <a:pt x="125" y="100"/>
                  </a:cubicBezTo>
                  <a:cubicBezTo>
                    <a:pt x="139" y="92"/>
                    <a:pt x="151" y="89"/>
                    <a:pt x="162" y="89"/>
                  </a:cubicBezTo>
                  <a:cubicBezTo>
                    <a:pt x="172" y="89"/>
                    <a:pt x="182" y="91"/>
                    <a:pt x="192" y="96"/>
                  </a:cubicBezTo>
                  <a:lnTo>
                    <a:pt x="228" y="15"/>
                  </a:lnTo>
                  <a:cubicBezTo>
                    <a:pt x="215" y="5"/>
                    <a:pt x="200"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7" name="Google Shape;697;p32">
              <a:extLst>
                <a:ext uri="{FF2B5EF4-FFF2-40B4-BE49-F238E27FC236}">
                  <a16:creationId xmlns:a16="http://schemas.microsoft.com/office/drawing/2014/main" id="{819518AF-9CD4-266B-6BD1-70515EA621DC}"/>
                </a:ext>
              </a:extLst>
            </p:cNvPr>
            <p:cNvSpPr/>
            <p:nvPr/>
          </p:nvSpPr>
          <p:spPr>
            <a:xfrm>
              <a:off x="5274312" y="991213"/>
              <a:ext cx="44781" cy="71626"/>
            </a:xfrm>
            <a:custGeom>
              <a:avLst/>
              <a:gdLst/>
              <a:ahLst/>
              <a:cxnLst/>
              <a:rect l="l" t="t" r="r" b="b"/>
              <a:pathLst>
                <a:path w="382" h="611" extrusionOk="0">
                  <a:moveTo>
                    <a:pt x="382" y="0"/>
                  </a:moveTo>
                  <a:lnTo>
                    <a:pt x="313" y="40"/>
                  </a:lnTo>
                  <a:lnTo>
                    <a:pt x="292" y="250"/>
                  </a:lnTo>
                  <a:cubicBezTo>
                    <a:pt x="287" y="297"/>
                    <a:pt x="283" y="344"/>
                    <a:pt x="279" y="392"/>
                  </a:cubicBezTo>
                  <a:lnTo>
                    <a:pt x="277" y="393"/>
                  </a:lnTo>
                  <a:cubicBezTo>
                    <a:pt x="270" y="351"/>
                    <a:pt x="265" y="309"/>
                    <a:pt x="258" y="270"/>
                  </a:cubicBezTo>
                  <a:lnTo>
                    <a:pt x="223" y="92"/>
                  </a:lnTo>
                  <a:lnTo>
                    <a:pt x="162" y="127"/>
                  </a:lnTo>
                  <a:lnTo>
                    <a:pt x="129" y="345"/>
                  </a:lnTo>
                  <a:cubicBezTo>
                    <a:pt x="123" y="392"/>
                    <a:pt x="116" y="441"/>
                    <a:pt x="111" y="489"/>
                  </a:cubicBezTo>
                  <a:lnTo>
                    <a:pt x="108" y="490"/>
                  </a:lnTo>
                  <a:cubicBezTo>
                    <a:pt x="104" y="447"/>
                    <a:pt x="99" y="406"/>
                    <a:pt x="96" y="364"/>
                  </a:cubicBezTo>
                  <a:lnTo>
                    <a:pt x="73" y="178"/>
                  </a:lnTo>
                  <a:lnTo>
                    <a:pt x="0" y="221"/>
                  </a:lnTo>
                  <a:lnTo>
                    <a:pt x="59" y="611"/>
                  </a:lnTo>
                  <a:lnTo>
                    <a:pt x="148" y="559"/>
                  </a:lnTo>
                  <a:lnTo>
                    <a:pt x="177" y="349"/>
                  </a:lnTo>
                  <a:cubicBezTo>
                    <a:pt x="183" y="315"/>
                    <a:pt x="186" y="277"/>
                    <a:pt x="191" y="245"/>
                  </a:cubicBezTo>
                  <a:lnTo>
                    <a:pt x="192" y="244"/>
                  </a:lnTo>
                  <a:cubicBezTo>
                    <a:pt x="196" y="273"/>
                    <a:pt x="200" y="304"/>
                    <a:pt x="205" y="334"/>
                  </a:cubicBezTo>
                  <a:lnTo>
                    <a:pt x="236" y="508"/>
                  </a:lnTo>
                  <a:lnTo>
                    <a:pt x="326" y="456"/>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8" name="Google Shape;698;p32">
              <a:extLst>
                <a:ext uri="{FF2B5EF4-FFF2-40B4-BE49-F238E27FC236}">
                  <a16:creationId xmlns:a16="http://schemas.microsoft.com/office/drawing/2014/main" id="{2FAA0E6E-6D0E-F34C-17A2-685963FD77EA}"/>
                </a:ext>
              </a:extLst>
            </p:cNvPr>
            <p:cNvSpPr/>
            <p:nvPr/>
          </p:nvSpPr>
          <p:spPr>
            <a:xfrm>
              <a:off x="5322492" y="976443"/>
              <a:ext cx="33762" cy="55918"/>
            </a:xfrm>
            <a:custGeom>
              <a:avLst/>
              <a:gdLst/>
              <a:ahLst/>
              <a:cxnLst/>
              <a:rect l="l" t="t" r="r" b="b"/>
              <a:pathLst>
                <a:path w="288" h="477" extrusionOk="0">
                  <a:moveTo>
                    <a:pt x="169" y="94"/>
                  </a:moveTo>
                  <a:cubicBezTo>
                    <a:pt x="197" y="94"/>
                    <a:pt x="214" y="130"/>
                    <a:pt x="214" y="196"/>
                  </a:cubicBezTo>
                  <a:cubicBezTo>
                    <a:pt x="214" y="281"/>
                    <a:pt x="187" y="350"/>
                    <a:pt x="144" y="375"/>
                  </a:cubicBezTo>
                  <a:cubicBezTo>
                    <a:pt x="136" y="380"/>
                    <a:pt x="128" y="383"/>
                    <a:pt x="120" y="383"/>
                  </a:cubicBezTo>
                  <a:cubicBezTo>
                    <a:pt x="91" y="383"/>
                    <a:pt x="73" y="345"/>
                    <a:pt x="73" y="277"/>
                  </a:cubicBezTo>
                  <a:cubicBezTo>
                    <a:pt x="73" y="193"/>
                    <a:pt x="102" y="126"/>
                    <a:pt x="144" y="102"/>
                  </a:cubicBezTo>
                  <a:cubicBezTo>
                    <a:pt x="153" y="96"/>
                    <a:pt x="162" y="94"/>
                    <a:pt x="169" y="94"/>
                  </a:cubicBezTo>
                  <a:close/>
                  <a:moveTo>
                    <a:pt x="204" y="0"/>
                  </a:moveTo>
                  <a:cubicBezTo>
                    <a:pt x="186" y="0"/>
                    <a:pt x="166" y="7"/>
                    <a:pt x="143" y="19"/>
                  </a:cubicBezTo>
                  <a:cubicBezTo>
                    <a:pt x="59" y="68"/>
                    <a:pt x="0" y="182"/>
                    <a:pt x="0" y="320"/>
                  </a:cubicBezTo>
                  <a:cubicBezTo>
                    <a:pt x="0" y="423"/>
                    <a:pt x="33" y="476"/>
                    <a:pt x="84" y="476"/>
                  </a:cubicBezTo>
                  <a:cubicBezTo>
                    <a:pt x="102" y="476"/>
                    <a:pt x="122" y="470"/>
                    <a:pt x="143" y="457"/>
                  </a:cubicBezTo>
                  <a:cubicBezTo>
                    <a:pt x="229" y="408"/>
                    <a:pt x="287" y="292"/>
                    <a:pt x="287" y="153"/>
                  </a:cubicBezTo>
                  <a:cubicBezTo>
                    <a:pt x="287" y="52"/>
                    <a:pt x="255" y="0"/>
                    <a:pt x="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9" name="Google Shape;699;p32">
              <a:extLst>
                <a:ext uri="{FF2B5EF4-FFF2-40B4-BE49-F238E27FC236}">
                  <a16:creationId xmlns:a16="http://schemas.microsoft.com/office/drawing/2014/main" id="{0228425D-F342-1B20-8F8A-93E79C3560FE}"/>
                </a:ext>
              </a:extLst>
            </p:cNvPr>
            <p:cNvSpPr/>
            <p:nvPr/>
          </p:nvSpPr>
          <p:spPr>
            <a:xfrm>
              <a:off x="5363169" y="955108"/>
              <a:ext cx="29659" cy="60372"/>
            </a:xfrm>
            <a:custGeom>
              <a:avLst/>
              <a:gdLst/>
              <a:ahLst/>
              <a:cxnLst/>
              <a:rect l="l" t="t" r="r" b="b"/>
              <a:pathLst>
                <a:path w="253" h="515" extrusionOk="0">
                  <a:moveTo>
                    <a:pt x="145" y="91"/>
                  </a:moveTo>
                  <a:cubicBezTo>
                    <a:pt x="159" y="91"/>
                    <a:pt x="167" y="102"/>
                    <a:pt x="167" y="127"/>
                  </a:cubicBezTo>
                  <a:cubicBezTo>
                    <a:pt x="167" y="169"/>
                    <a:pt x="146" y="201"/>
                    <a:pt x="108" y="224"/>
                  </a:cubicBezTo>
                  <a:lnTo>
                    <a:pt x="72" y="244"/>
                  </a:lnTo>
                  <a:lnTo>
                    <a:pt x="72" y="126"/>
                  </a:lnTo>
                  <a:lnTo>
                    <a:pt x="108" y="105"/>
                  </a:lnTo>
                  <a:cubicBezTo>
                    <a:pt x="123" y="96"/>
                    <a:pt x="136" y="91"/>
                    <a:pt x="145" y="91"/>
                  </a:cubicBezTo>
                  <a:close/>
                  <a:moveTo>
                    <a:pt x="185" y="1"/>
                  </a:moveTo>
                  <a:cubicBezTo>
                    <a:pt x="165" y="1"/>
                    <a:pt x="141" y="10"/>
                    <a:pt x="115" y="26"/>
                  </a:cubicBezTo>
                  <a:lnTo>
                    <a:pt x="0" y="91"/>
                  </a:lnTo>
                  <a:lnTo>
                    <a:pt x="0" y="514"/>
                  </a:lnTo>
                  <a:lnTo>
                    <a:pt x="72" y="473"/>
                  </a:lnTo>
                  <a:lnTo>
                    <a:pt x="72" y="321"/>
                  </a:lnTo>
                  <a:lnTo>
                    <a:pt x="112" y="298"/>
                  </a:lnTo>
                  <a:lnTo>
                    <a:pt x="172" y="415"/>
                  </a:lnTo>
                  <a:lnTo>
                    <a:pt x="252" y="369"/>
                  </a:lnTo>
                  <a:lnTo>
                    <a:pt x="180" y="241"/>
                  </a:lnTo>
                  <a:cubicBezTo>
                    <a:pt x="214" y="201"/>
                    <a:pt x="238" y="148"/>
                    <a:pt x="238" y="87"/>
                  </a:cubicBezTo>
                  <a:cubicBezTo>
                    <a:pt x="238" y="25"/>
                    <a:pt x="217"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0" name="Google Shape;700;p32">
              <a:extLst>
                <a:ext uri="{FF2B5EF4-FFF2-40B4-BE49-F238E27FC236}">
                  <a16:creationId xmlns:a16="http://schemas.microsoft.com/office/drawing/2014/main" id="{3C14742F-78CF-6A21-7DDC-AF4E6014A5D4}"/>
                </a:ext>
              </a:extLst>
            </p:cNvPr>
            <p:cNvSpPr/>
            <p:nvPr/>
          </p:nvSpPr>
          <p:spPr>
            <a:xfrm>
              <a:off x="5398220" y="936234"/>
              <a:ext cx="29307" cy="59083"/>
            </a:xfrm>
            <a:custGeom>
              <a:avLst/>
              <a:gdLst/>
              <a:ahLst/>
              <a:cxnLst/>
              <a:rect l="l" t="t" r="r" b="b"/>
              <a:pathLst>
                <a:path w="250" h="504" extrusionOk="0">
                  <a:moveTo>
                    <a:pt x="131" y="92"/>
                  </a:moveTo>
                  <a:cubicBezTo>
                    <a:pt x="159" y="92"/>
                    <a:pt x="176" y="118"/>
                    <a:pt x="176" y="188"/>
                  </a:cubicBezTo>
                  <a:cubicBezTo>
                    <a:pt x="176" y="289"/>
                    <a:pt x="139" y="346"/>
                    <a:pt x="86" y="376"/>
                  </a:cubicBezTo>
                  <a:lnTo>
                    <a:pt x="73" y="384"/>
                  </a:lnTo>
                  <a:lnTo>
                    <a:pt x="73" y="115"/>
                  </a:lnTo>
                  <a:lnTo>
                    <a:pt x="86" y="107"/>
                  </a:lnTo>
                  <a:cubicBezTo>
                    <a:pt x="103" y="97"/>
                    <a:pt x="118" y="92"/>
                    <a:pt x="131" y="92"/>
                  </a:cubicBezTo>
                  <a:close/>
                  <a:moveTo>
                    <a:pt x="170" y="1"/>
                  </a:moveTo>
                  <a:cubicBezTo>
                    <a:pt x="148" y="1"/>
                    <a:pt x="120" y="10"/>
                    <a:pt x="90" y="28"/>
                  </a:cubicBezTo>
                  <a:lnTo>
                    <a:pt x="1" y="80"/>
                  </a:lnTo>
                  <a:lnTo>
                    <a:pt x="1" y="503"/>
                  </a:lnTo>
                  <a:lnTo>
                    <a:pt x="94" y="449"/>
                  </a:lnTo>
                  <a:cubicBezTo>
                    <a:pt x="187" y="395"/>
                    <a:pt x="249" y="290"/>
                    <a:pt x="249" y="145"/>
                  </a:cubicBezTo>
                  <a:cubicBezTo>
                    <a:pt x="249" y="45"/>
                    <a:pt x="220"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1" name="Google Shape;701;p32">
              <a:extLst>
                <a:ext uri="{FF2B5EF4-FFF2-40B4-BE49-F238E27FC236}">
                  <a16:creationId xmlns:a16="http://schemas.microsoft.com/office/drawing/2014/main" id="{29E19BA4-8A5D-5CB3-7457-CC2831329E28}"/>
                </a:ext>
              </a:extLst>
            </p:cNvPr>
            <p:cNvSpPr/>
            <p:nvPr/>
          </p:nvSpPr>
          <p:spPr>
            <a:xfrm>
              <a:off x="5198349" y="738707"/>
              <a:ext cx="76081" cy="152513"/>
            </a:xfrm>
            <a:custGeom>
              <a:avLst/>
              <a:gdLst/>
              <a:ahLst/>
              <a:cxnLst/>
              <a:rect l="l" t="t" r="r" b="b"/>
              <a:pathLst>
                <a:path w="649" h="1301" extrusionOk="0">
                  <a:moveTo>
                    <a:pt x="648" y="0"/>
                  </a:moveTo>
                  <a:lnTo>
                    <a:pt x="483" y="96"/>
                  </a:lnTo>
                  <a:lnTo>
                    <a:pt x="370" y="578"/>
                  </a:lnTo>
                  <a:lnTo>
                    <a:pt x="328" y="764"/>
                  </a:lnTo>
                  <a:lnTo>
                    <a:pt x="324" y="766"/>
                  </a:lnTo>
                  <a:lnTo>
                    <a:pt x="282" y="627"/>
                  </a:lnTo>
                  <a:lnTo>
                    <a:pt x="166" y="278"/>
                  </a:lnTo>
                  <a:lnTo>
                    <a:pt x="1" y="375"/>
                  </a:lnTo>
                  <a:lnTo>
                    <a:pt x="1" y="1301"/>
                  </a:lnTo>
                  <a:lnTo>
                    <a:pt x="146" y="1218"/>
                  </a:lnTo>
                  <a:lnTo>
                    <a:pt x="146" y="877"/>
                  </a:lnTo>
                  <a:cubicBezTo>
                    <a:pt x="146" y="786"/>
                    <a:pt x="132" y="659"/>
                    <a:pt x="126" y="575"/>
                  </a:cubicBezTo>
                  <a:lnTo>
                    <a:pt x="129" y="571"/>
                  </a:lnTo>
                  <a:lnTo>
                    <a:pt x="184" y="754"/>
                  </a:lnTo>
                  <a:lnTo>
                    <a:pt x="291" y="1052"/>
                  </a:lnTo>
                  <a:lnTo>
                    <a:pt x="354" y="1016"/>
                  </a:lnTo>
                  <a:lnTo>
                    <a:pt x="461" y="594"/>
                  </a:lnTo>
                  <a:lnTo>
                    <a:pt x="518" y="347"/>
                  </a:lnTo>
                  <a:lnTo>
                    <a:pt x="522" y="345"/>
                  </a:lnTo>
                  <a:lnTo>
                    <a:pt x="522" y="345"/>
                  </a:lnTo>
                  <a:cubicBezTo>
                    <a:pt x="514" y="438"/>
                    <a:pt x="502" y="580"/>
                    <a:pt x="502" y="671"/>
                  </a:cubicBezTo>
                  <a:lnTo>
                    <a:pt x="502" y="1010"/>
                  </a:lnTo>
                  <a:lnTo>
                    <a:pt x="648" y="926"/>
                  </a:lnTo>
                  <a:lnTo>
                    <a:pt x="6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Nunito"/>
                <a:ea typeface="Nunito"/>
                <a:cs typeface="Nunito"/>
                <a:sym typeface="Nunito"/>
              </a:endParaRPr>
            </a:p>
          </p:txBody>
        </p:sp>
        <p:sp>
          <p:nvSpPr>
            <p:cNvPr id="702" name="Google Shape;702;p32">
              <a:extLst>
                <a:ext uri="{FF2B5EF4-FFF2-40B4-BE49-F238E27FC236}">
                  <a16:creationId xmlns:a16="http://schemas.microsoft.com/office/drawing/2014/main" id="{3BB76740-5C35-9FD0-80C4-3272D5BDE17C}"/>
                </a:ext>
              </a:extLst>
            </p:cNvPr>
            <p:cNvSpPr/>
            <p:nvPr/>
          </p:nvSpPr>
          <p:spPr>
            <a:xfrm>
              <a:off x="5282869" y="694982"/>
              <a:ext cx="67406" cy="133405"/>
            </a:xfrm>
            <a:custGeom>
              <a:avLst/>
              <a:gdLst/>
              <a:ahLst/>
              <a:cxnLst/>
              <a:rect l="l" t="t" r="r" b="b"/>
              <a:pathLst>
                <a:path w="575" h="1138" extrusionOk="0">
                  <a:moveTo>
                    <a:pt x="575" y="1"/>
                  </a:moveTo>
                  <a:lnTo>
                    <a:pt x="411" y="95"/>
                  </a:lnTo>
                  <a:lnTo>
                    <a:pt x="349" y="343"/>
                  </a:lnTo>
                  <a:cubicBezTo>
                    <a:pt x="330" y="424"/>
                    <a:pt x="310" y="499"/>
                    <a:pt x="291" y="582"/>
                  </a:cubicBezTo>
                  <a:lnTo>
                    <a:pt x="286" y="584"/>
                  </a:lnTo>
                  <a:cubicBezTo>
                    <a:pt x="266" y="525"/>
                    <a:pt x="248" y="471"/>
                    <a:pt x="230" y="412"/>
                  </a:cubicBezTo>
                  <a:lnTo>
                    <a:pt x="167" y="235"/>
                  </a:lnTo>
                  <a:lnTo>
                    <a:pt x="0" y="332"/>
                  </a:lnTo>
                  <a:lnTo>
                    <a:pt x="209" y="808"/>
                  </a:lnTo>
                  <a:lnTo>
                    <a:pt x="209" y="1138"/>
                  </a:lnTo>
                  <a:lnTo>
                    <a:pt x="365" y="1047"/>
                  </a:lnTo>
                  <a:lnTo>
                    <a:pt x="365" y="718"/>
                  </a:lnTo>
                  <a:lnTo>
                    <a:pt x="5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3" name="Google Shape;703;p32">
              <a:extLst>
                <a:ext uri="{FF2B5EF4-FFF2-40B4-BE49-F238E27FC236}">
                  <a16:creationId xmlns:a16="http://schemas.microsoft.com/office/drawing/2014/main" id="{31CD3588-165A-890E-38DA-1E6FF2B595E8}"/>
                </a:ext>
              </a:extLst>
            </p:cNvPr>
            <p:cNvSpPr/>
            <p:nvPr/>
          </p:nvSpPr>
          <p:spPr>
            <a:xfrm>
              <a:off x="5384622" y="654773"/>
              <a:ext cx="64006" cy="128950"/>
            </a:xfrm>
            <a:custGeom>
              <a:avLst/>
              <a:gdLst/>
              <a:ahLst/>
              <a:cxnLst/>
              <a:rect l="l" t="t" r="r" b="b"/>
              <a:pathLst>
                <a:path w="546" h="1100" extrusionOk="0">
                  <a:moveTo>
                    <a:pt x="286" y="200"/>
                  </a:moveTo>
                  <a:cubicBezTo>
                    <a:pt x="347" y="200"/>
                    <a:pt x="385" y="258"/>
                    <a:pt x="385" y="410"/>
                  </a:cubicBezTo>
                  <a:cubicBezTo>
                    <a:pt x="385" y="632"/>
                    <a:pt x="305" y="755"/>
                    <a:pt x="188" y="822"/>
                  </a:cubicBezTo>
                  <a:lnTo>
                    <a:pt x="158" y="839"/>
                  </a:lnTo>
                  <a:lnTo>
                    <a:pt x="158" y="251"/>
                  </a:lnTo>
                  <a:lnTo>
                    <a:pt x="188" y="234"/>
                  </a:lnTo>
                  <a:cubicBezTo>
                    <a:pt x="225" y="213"/>
                    <a:pt x="258" y="200"/>
                    <a:pt x="286" y="200"/>
                  </a:cubicBezTo>
                  <a:close/>
                  <a:moveTo>
                    <a:pt x="372" y="1"/>
                  </a:moveTo>
                  <a:cubicBezTo>
                    <a:pt x="322" y="1"/>
                    <a:pt x="263" y="21"/>
                    <a:pt x="197" y="60"/>
                  </a:cubicBezTo>
                  <a:lnTo>
                    <a:pt x="1" y="173"/>
                  </a:lnTo>
                  <a:lnTo>
                    <a:pt x="1" y="1099"/>
                  </a:lnTo>
                  <a:lnTo>
                    <a:pt x="206" y="981"/>
                  </a:lnTo>
                  <a:cubicBezTo>
                    <a:pt x="409" y="864"/>
                    <a:pt x="546" y="635"/>
                    <a:pt x="546" y="318"/>
                  </a:cubicBezTo>
                  <a:cubicBezTo>
                    <a:pt x="546" y="99"/>
                    <a:pt x="481"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4" name="Google Shape;704;p32">
              <a:extLst>
                <a:ext uri="{FF2B5EF4-FFF2-40B4-BE49-F238E27FC236}">
                  <a16:creationId xmlns:a16="http://schemas.microsoft.com/office/drawing/2014/main" id="{E22AC2CE-9EB9-EB5D-92F7-767F84207D56}"/>
                </a:ext>
              </a:extLst>
            </p:cNvPr>
            <p:cNvSpPr/>
            <p:nvPr/>
          </p:nvSpPr>
          <p:spPr>
            <a:xfrm>
              <a:off x="5452145" y="608703"/>
              <a:ext cx="73150" cy="135984"/>
            </a:xfrm>
            <a:custGeom>
              <a:avLst/>
              <a:gdLst/>
              <a:ahLst/>
              <a:cxnLst/>
              <a:rect l="l" t="t" r="r" b="b"/>
              <a:pathLst>
                <a:path w="624" h="1160" extrusionOk="0">
                  <a:moveTo>
                    <a:pt x="311" y="214"/>
                  </a:moveTo>
                  <a:cubicBezTo>
                    <a:pt x="330" y="300"/>
                    <a:pt x="348" y="399"/>
                    <a:pt x="367" y="480"/>
                  </a:cubicBezTo>
                  <a:lnTo>
                    <a:pt x="384" y="555"/>
                  </a:lnTo>
                  <a:lnTo>
                    <a:pt x="235" y="641"/>
                  </a:lnTo>
                  <a:lnTo>
                    <a:pt x="252" y="546"/>
                  </a:lnTo>
                  <a:cubicBezTo>
                    <a:pt x="271" y="443"/>
                    <a:pt x="291" y="323"/>
                    <a:pt x="306" y="216"/>
                  </a:cubicBezTo>
                  <a:lnTo>
                    <a:pt x="311" y="214"/>
                  </a:lnTo>
                  <a:close/>
                  <a:moveTo>
                    <a:pt x="405" y="0"/>
                  </a:moveTo>
                  <a:lnTo>
                    <a:pt x="218" y="108"/>
                  </a:lnTo>
                  <a:lnTo>
                    <a:pt x="0" y="1160"/>
                  </a:lnTo>
                  <a:lnTo>
                    <a:pt x="160" y="1068"/>
                  </a:lnTo>
                  <a:lnTo>
                    <a:pt x="203" y="823"/>
                  </a:lnTo>
                  <a:lnTo>
                    <a:pt x="416" y="700"/>
                  </a:lnTo>
                  <a:lnTo>
                    <a:pt x="458" y="895"/>
                  </a:lnTo>
                  <a:lnTo>
                    <a:pt x="624" y="800"/>
                  </a:lnTo>
                  <a:lnTo>
                    <a:pt x="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5" name="Google Shape;705;p32">
              <a:extLst>
                <a:ext uri="{FF2B5EF4-FFF2-40B4-BE49-F238E27FC236}">
                  <a16:creationId xmlns:a16="http://schemas.microsoft.com/office/drawing/2014/main" id="{C5F87502-2312-563D-8369-C9401191D243}"/>
                </a:ext>
              </a:extLst>
            </p:cNvPr>
            <p:cNvSpPr/>
            <p:nvPr/>
          </p:nvSpPr>
          <p:spPr>
            <a:xfrm>
              <a:off x="5522363" y="559116"/>
              <a:ext cx="63186" cy="132115"/>
            </a:xfrm>
            <a:custGeom>
              <a:avLst/>
              <a:gdLst/>
              <a:ahLst/>
              <a:cxnLst/>
              <a:rect l="l" t="t" r="r" b="b"/>
              <a:pathLst>
                <a:path w="539" h="1127" extrusionOk="0">
                  <a:moveTo>
                    <a:pt x="538" y="1"/>
                  </a:moveTo>
                  <a:lnTo>
                    <a:pt x="0" y="312"/>
                  </a:lnTo>
                  <a:lnTo>
                    <a:pt x="0" y="487"/>
                  </a:lnTo>
                  <a:lnTo>
                    <a:pt x="191" y="377"/>
                  </a:lnTo>
                  <a:lnTo>
                    <a:pt x="191" y="1127"/>
                  </a:lnTo>
                  <a:lnTo>
                    <a:pt x="348" y="1037"/>
                  </a:lnTo>
                  <a:lnTo>
                    <a:pt x="348" y="287"/>
                  </a:lnTo>
                  <a:lnTo>
                    <a:pt x="538" y="176"/>
                  </a:lnTo>
                  <a:lnTo>
                    <a:pt x="5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6" name="Google Shape;706;p32">
              <a:extLst>
                <a:ext uri="{FF2B5EF4-FFF2-40B4-BE49-F238E27FC236}">
                  <a16:creationId xmlns:a16="http://schemas.microsoft.com/office/drawing/2014/main" id="{DFFBE141-DC2C-8B49-3768-987B91BEFF7D}"/>
                </a:ext>
              </a:extLst>
            </p:cNvPr>
            <p:cNvSpPr/>
            <p:nvPr/>
          </p:nvSpPr>
          <p:spPr>
            <a:xfrm>
              <a:off x="5582618" y="533327"/>
              <a:ext cx="73267" cy="135984"/>
            </a:xfrm>
            <a:custGeom>
              <a:avLst/>
              <a:gdLst/>
              <a:ahLst/>
              <a:cxnLst/>
              <a:rect l="l" t="t" r="r" b="b"/>
              <a:pathLst>
                <a:path w="625" h="1160" extrusionOk="0">
                  <a:moveTo>
                    <a:pt x="310" y="214"/>
                  </a:moveTo>
                  <a:cubicBezTo>
                    <a:pt x="329" y="300"/>
                    <a:pt x="347" y="399"/>
                    <a:pt x="367" y="480"/>
                  </a:cubicBezTo>
                  <a:lnTo>
                    <a:pt x="385" y="555"/>
                  </a:lnTo>
                  <a:lnTo>
                    <a:pt x="235" y="641"/>
                  </a:lnTo>
                  <a:lnTo>
                    <a:pt x="252" y="546"/>
                  </a:lnTo>
                  <a:cubicBezTo>
                    <a:pt x="271" y="443"/>
                    <a:pt x="290" y="324"/>
                    <a:pt x="306" y="216"/>
                  </a:cubicBezTo>
                  <a:lnTo>
                    <a:pt x="310" y="214"/>
                  </a:lnTo>
                  <a:close/>
                  <a:moveTo>
                    <a:pt x="406" y="0"/>
                  </a:moveTo>
                  <a:lnTo>
                    <a:pt x="219" y="108"/>
                  </a:lnTo>
                  <a:lnTo>
                    <a:pt x="1" y="1160"/>
                  </a:lnTo>
                  <a:lnTo>
                    <a:pt x="161" y="1068"/>
                  </a:lnTo>
                  <a:lnTo>
                    <a:pt x="203" y="823"/>
                  </a:lnTo>
                  <a:lnTo>
                    <a:pt x="416" y="701"/>
                  </a:lnTo>
                  <a:lnTo>
                    <a:pt x="459" y="895"/>
                  </a:lnTo>
                  <a:lnTo>
                    <a:pt x="625" y="800"/>
                  </a:lnTo>
                  <a:lnTo>
                    <a:pt x="4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7" name="Google Shape;707;p32">
              <a:extLst>
                <a:ext uri="{FF2B5EF4-FFF2-40B4-BE49-F238E27FC236}">
                  <a16:creationId xmlns:a16="http://schemas.microsoft.com/office/drawing/2014/main" id="{17ECB2F8-716D-9E5B-C37C-16A835AE7B3D}"/>
                </a:ext>
              </a:extLst>
            </p:cNvPr>
            <p:cNvSpPr/>
            <p:nvPr/>
          </p:nvSpPr>
          <p:spPr>
            <a:xfrm>
              <a:off x="5509937" y="611634"/>
              <a:ext cx="442534" cy="679333"/>
            </a:xfrm>
            <a:custGeom>
              <a:avLst/>
              <a:gdLst/>
              <a:ahLst/>
              <a:cxnLst/>
              <a:rect l="l" t="t" r="r" b="b"/>
              <a:pathLst>
                <a:path w="3775" h="5795" extrusionOk="0">
                  <a:moveTo>
                    <a:pt x="2961" y="1"/>
                  </a:moveTo>
                  <a:lnTo>
                    <a:pt x="1876" y="627"/>
                  </a:lnTo>
                  <a:lnTo>
                    <a:pt x="792" y="1253"/>
                  </a:lnTo>
                  <a:lnTo>
                    <a:pt x="53" y="2929"/>
                  </a:lnTo>
                  <a:cubicBezTo>
                    <a:pt x="53" y="2929"/>
                    <a:pt x="0" y="4709"/>
                    <a:pt x="1134" y="5487"/>
                  </a:cubicBezTo>
                  <a:cubicBezTo>
                    <a:pt x="1340" y="5628"/>
                    <a:pt x="1585" y="5736"/>
                    <a:pt x="1876" y="5795"/>
                  </a:cubicBezTo>
                  <a:cubicBezTo>
                    <a:pt x="3775" y="3223"/>
                    <a:pt x="3700" y="822"/>
                    <a:pt x="3700" y="822"/>
                  </a:cubicBezTo>
                  <a:lnTo>
                    <a:pt x="2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8" name="Google Shape;708;p32">
              <a:extLst>
                <a:ext uri="{FF2B5EF4-FFF2-40B4-BE49-F238E27FC236}">
                  <a16:creationId xmlns:a16="http://schemas.microsoft.com/office/drawing/2014/main" id="{3E5094CC-5596-B7B7-386E-CF95FD8C2B31}"/>
                </a:ext>
              </a:extLst>
            </p:cNvPr>
            <p:cNvSpPr/>
            <p:nvPr/>
          </p:nvSpPr>
          <p:spPr>
            <a:xfrm>
              <a:off x="5638652" y="1224611"/>
              <a:ext cx="50291" cy="57793"/>
            </a:xfrm>
            <a:custGeom>
              <a:avLst/>
              <a:gdLst/>
              <a:ahLst/>
              <a:cxnLst/>
              <a:rect l="l" t="t" r="r" b="b"/>
              <a:pathLst>
                <a:path w="429" h="493" extrusionOk="0">
                  <a:moveTo>
                    <a:pt x="428" y="0"/>
                  </a:moveTo>
                  <a:lnTo>
                    <a:pt x="0" y="232"/>
                  </a:lnTo>
                  <a:lnTo>
                    <a:pt x="404" y="492"/>
                  </a:lnTo>
                  <a:lnTo>
                    <a:pt x="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9" name="Google Shape;709;p32">
              <a:extLst>
                <a:ext uri="{FF2B5EF4-FFF2-40B4-BE49-F238E27FC236}">
                  <a16:creationId xmlns:a16="http://schemas.microsoft.com/office/drawing/2014/main" id="{147B4F05-8F38-B74C-E572-3D4FC6F07884}"/>
                </a:ext>
              </a:extLst>
            </p:cNvPr>
            <p:cNvSpPr/>
            <p:nvPr/>
          </p:nvSpPr>
          <p:spPr>
            <a:xfrm>
              <a:off x="5539713" y="632148"/>
              <a:ext cx="445113" cy="679451"/>
            </a:xfrm>
            <a:custGeom>
              <a:avLst/>
              <a:gdLst/>
              <a:ahLst/>
              <a:cxnLst/>
              <a:rect l="l" t="t" r="r" b="b"/>
              <a:pathLst>
                <a:path w="3797" h="5796" extrusionOk="0">
                  <a:moveTo>
                    <a:pt x="2984" y="1"/>
                  </a:moveTo>
                  <a:lnTo>
                    <a:pt x="1899" y="627"/>
                  </a:lnTo>
                  <a:lnTo>
                    <a:pt x="815" y="1253"/>
                  </a:lnTo>
                  <a:lnTo>
                    <a:pt x="75" y="2928"/>
                  </a:lnTo>
                  <a:cubicBezTo>
                    <a:pt x="75" y="2928"/>
                    <a:pt x="1" y="5413"/>
                    <a:pt x="1899" y="5795"/>
                  </a:cubicBezTo>
                  <a:cubicBezTo>
                    <a:pt x="3797" y="3223"/>
                    <a:pt x="3722" y="823"/>
                    <a:pt x="3722" y="823"/>
                  </a:cubicBezTo>
                  <a:lnTo>
                    <a:pt x="2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0" name="Google Shape;710;p32">
              <a:extLst>
                <a:ext uri="{FF2B5EF4-FFF2-40B4-BE49-F238E27FC236}">
                  <a16:creationId xmlns:a16="http://schemas.microsoft.com/office/drawing/2014/main" id="{AF10192F-04DD-E783-654A-DAEE26CB7EF6}"/>
                </a:ext>
              </a:extLst>
            </p:cNvPr>
            <p:cNvSpPr/>
            <p:nvPr/>
          </p:nvSpPr>
          <p:spPr>
            <a:xfrm>
              <a:off x="5642052" y="787708"/>
              <a:ext cx="13129" cy="19108"/>
            </a:xfrm>
            <a:custGeom>
              <a:avLst/>
              <a:gdLst/>
              <a:ahLst/>
              <a:cxnLst/>
              <a:rect l="l" t="t" r="r" b="b"/>
              <a:pathLst>
                <a:path w="112" h="163" extrusionOk="0">
                  <a:moveTo>
                    <a:pt x="78" y="0"/>
                  </a:moveTo>
                  <a:cubicBezTo>
                    <a:pt x="72" y="0"/>
                    <a:pt x="64" y="3"/>
                    <a:pt x="57" y="7"/>
                  </a:cubicBezTo>
                  <a:cubicBezTo>
                    <a:pt x="25" y="25"/>
                    <a:pt x="0" y="72"/>
                    <a:pt x="0" y="114"/>
                  </a:cubicBezTo>
                  <a:cubicBezTo>
                    <a:pt x="0" y="144"/>
                    <a:pt x="14" y="162"/>
                    <a:pt x="34" y="162"/>
                  </a:cubicBezTo>
                  <a:cubicBezTo>
                    <a:pt x="41" y="162"/>
                    <a:pt x="49" y="160"/>
                    <a:pt x="57" y="155"/>
                  </a:cubicBezTo>
                  <a:cubicBezTo>
                    <a:pt x="87" y="137"/>
                    <a:pt x="112" y="90"/>
                    <a:pt x="112" y="50"/>
                  </a:cubicBezTo>
                  <a:cubicBezTo>
                    <a:pt x="112" y="18"/>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1" name="Google Shape;711;p32">
              <a:extLst>
                <a:ext uri="{FF2B5EF4-FFF2-40B4-BE49-F238E27FC236}">
                  <a16:creationId xmlns:a16="http://schemas.microsoft.com/office/drawing/2014/main" id="{D3B02CAF-15C7-3A84-7082-1DA6C285CDD6}"/>
                </a:ext>
              </a:extLst>
            </p:cNvPr>
            <p:cNvSpPr/>
            <p:nvPr/>
          </p:nvSpPr>
          <p:spPr>
            <a:xfrm>
              <a:off x="5571012" y="1059322"/>
              <a:ext cx="13247" cy="19108"/>
            </a:xfrm>
            <a:custGeom>
              <a:avLst/>
              <a:gdLst/>
              <a:ahLst/>
              <a:cxnLst/>
              <a:rect l="l" t="t" r="r" b="b"/>
              <a:pathLst>
                <a:path w="113" h="163" extrusionOk="0">
                  <a:moveTo>
                    <a:pt x="79" y="0"/>
                  </a:moveTo>
                  <a:cubicBezTo>
                    <a:pt x="72" y="0"/>
                    <a:pt x="65" y="3"/>
                    <a:pt x="57" y="7"/>
                  </a:cubicBezTo>
                  <a:cubicBezTo>
                    <a:pt x="25" y="25"/>
                    <a:pt x="1" y="73"/>
                    <a:pt x="1" y="113"/>
                  </a:cubicBezTo>
                  <a:cubicBezTo>
                    <a:pt x="1" y="144"/>
                    <a:pt x="14" y="162"/>
                    <a:pt x="35" y="162"/>
                  </a:cubicBezTo>
                  <a:cubicBezTo>
                    <a:pt x="41" y="162"/>
                    <a:pt x="49" y="160"/>
                    <a:pt x="57" y="156"/>
                  </a:cubicBezTo>
                  <a:cubicBezTo>
                    <a:pt x="87" y="138"/>
                    <a:pt x="112" y="91"/>
                    <a:pt x="112" y="49"/>
                  </a:cubicBezTo>
                  <a:cubicBezTo>
                    <a:pt x="112" y="19"/>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2" name="Google Shape;712;p32">
              <a:extLst>
                <a:ext uri="{FF2B5EF4-FFF2-40B4-BE49-F238E27FC236}">
                  <a16:creationId xmlns:a16="http://schemas.microsoft.com/office/drawing/2014/main" id="{D9552C5A-DF74-45B8-8FEC-4D9B7CDDDC75}"/>
                </a:ext>
              </a:extLst>
            </p:cNvPr>
            <p:cNvSpPr/>
            <p:nvPr/>
          </p:nvSpPr>
          <p:spPr>
            <a:xfrm>
              <a:off x="5919762" y="958273"/>
              <a:ext cx="13247" cy="19108"/>
            </a:xfrm>
            <a:custGeom>
              <a:avLst/>
              <a:gdLst/>
              <a:ahLst/>
              <a:cxnLst/>
              <a:rect l="l" t="t" r="r" b="b"/>
              <a:pathLst>
                <a:path w="113" h="163" extrusionOk="0">
                  <a:moveTo>
                    <a:pt x="79" y="0"/>
                  </a:moveTo>
                  <a:cubicBezTo>
                    <a:pt x="72" y="0"/>
                    <a:pt x="65" y="2"/>
                    <a:pt x="57" y="7"/>
                  </a:cubicBezTo>
                  <a:cubicBezTo>
                    <a:pt x="25" y="25"/>
                    <a:pt x="1" y="72"/>
                    <a:pt x="1" y="114"/>
                  </a:cubicBezTo>
                  <a:cubicBezTo>
                    <a:pt x="1" y="144"/>
                    <a:pt x="15" y="162"/>
                    <a:pt x="35" y="162"/>
                  </a:cubicBezTo>
                  <a:cubicBezTo>
                    <a:pt x="42" y="162"/>
                    <a:pt x="49" y="160"/>
                    <a:pt x="57" y="155"/>
                  </a:cubicBezTo>
                  <a:cubicBezTo>
                    <a:pt x="87" y="138"/>
                    <a:pt x="112" y="90"/>
                    <a:pt x="112" y="49"/>
                  </a:cubicBezTo>
                  <a:cubicBezTo>
                    <a:pt x="112" y="18"/>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3" name="Google Shape;713;p32">
              <a:extLst>
                <a:ext uri="{FF2B5EF4-FFF2-40B4-BE49-F238E27FC236}">
                  <a16:creationId xmlns:a16="http://schemas.microsoft.com/office/drawing/2014/main" id="{6511F604-2F71-2E2B-0062-48976F91C6A9}"/>
                </a:ext>
              </a:extLst>
            </p:cNvPr>
            <p:cNvSpPr/>
            <p:nvPr/>
          </p:nvSpPr>
          <p:spPr>
            <a:xfrm>
              <a:off x="5598209" y="1145366"/>
              <a:ext cx="13247" cy="19108"/>
            </a:xfrm>
            <a:custGeom>
              <a:avLst/>
              <a:gdLst/>
              <a:ahLst/>
              <a:cxnLst/>
              <a:rect l="l" t="t" r="r" b="b"/>
              <a:pathLst>
                <a:path w="113" h="163" extrusionOk="0">
                  <a:moveTo>
                    <a:pt x="78" y="1"/>
                  </a:moveTo>
                  <a:cubicBezTo>
                    <a:pt x="71" y="1"/>
                    <a:pt x="64" y="3"/>
                    <a:pt x="56" y="7"/>
                  </a:cubicBezTo>
                  <a:cubicBezTo>
                    <a:pt x="25" y="25"/>
                    <a:pt x="1" y="73"/>
                    <a:pt x="1" y="113"/>
                  </a:cubicBezTo>
                  <a:cubicBezTo>
                    <a:pt x="1" y="144"/>
                    <a:pt x="14" y="162"/>
                    <a:pt x="34" y="162"/>
                  </a:cubicBezTo>
                  <a:cubicBezTo>
                    <a:pt x="41" y="162"/>
                    <a:pt x="48" y="160"/>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4" name="Google Shape;714;p32">
              <a:extLst>
                <a:ext uri="{FF2B5EF4-FFF2-40B4-BE49-F238E27FC236}">
                  <a16:creationId xmlns:a16="http://schemas.microsoft.com/office/drawing/2014/main" id="{94C788A3-61E3-2A37-9C92-80787D6EE306}"/>
                </a:ext>
              </a:extLst>
            </p:cNvPr>
            <p:cNvSpPr/>
            <p:nvPr/>
          </p:nvSpPr>
          <p:spPr>
            <a:xfrm>
              <a:off x="5652719" y="1224025"/>
              <a:ext cx="13247" cy="19108"/>
            </a:xfrm>
            <a:custGeom>
              <a:avLst/>
              <a:gdLst/>
              <a:ahLst/>
              <a:cxnLst/>
              <a:rect l="l" t="t" r="r" b="b"/>
              <a:pathLst>
                <a:path w="113" h="163" extrusionOk="0">
                  <a:moveTo>
                    <a:pt x="79" y="1"/>
                  </a:moveTo>
                  <a:cubicBezTo>
                    <a:pt x="72" y="1"/>
                    <a:pt x="65" y="3"/>
                    <a:pt x="57" y="8"/>
                  </a:cubicBezTo>
                  <a:cubicBezTo>
                    <a:pt x="25" y="24"/>
                    <a:pt x="1" y="73"/>
                    <a:pt x="1" y="113"/>
                  </a:cubicBezTo>
                  <a:cubicBezTo>
                    <a:pt x="1" y="145"/>
                    <a:pt x="14" y="162"/>
                    <a:pt x="35" y="162"/>
                  </a:cubicBezTo>
                  <a:cubicBezTo>
                    <a:pt x="41" y="162"/>
                    <a:pt x="49" y="160"/>
                    <a:pt x="57" y="156"/>
                  </a:cubicBezTo>
                  <a:cubicBezTo>
                    <a:pt x="87" y="138"/>
                    <a:pt x="112" y="90"/>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5" name="Google Shape;715;p32">
              <a:extLst>
                <a:ext uri="{FF2B5EF4-FFF2-40B4-BE49-F238E27FC236}">
                  <a16:creationId xmlns:a16="http://schemas.microsoft.com/office/drawing/2014/main" id="{1F8AA446-936A-497F-8F80-687FB30F5F4E}"/>
                </a:ext>
              </a:extLst>
            </p:cNvPr>
            <p:cNvSpPr/>
            <p:nvPr/>
          </p:nvSpPr>
          <p:spPr>
            <a:xfrm>
              <a:off x="5863493" y="1102813"/>
              <a:ext cx="13247" cy="19225"/>
            </a:xfrm>
            <a:custGeom>
              <a:avLst/>
              <a:gdLst/>
              <a:ahLst/>
              <a:cxnLst/>
              <a:rect l="l" t="t" r="r" b="b"/>
              <a:pathLst>
                <a:path w="113" h="164" extrusionOk="0">
                  <a:moveTo>
                    <a:pt x="79" y="1"/>
                  </a:moveTo>
                  <a:cubicBezTo>
                    <a:pt x="72" y="1"/>
                    <a:pt x="64" y="3"/>
                    <a:pt x="56" y="8"/>
                  </a:cubicBezTo>
                  <a:cubicBezTo>
                    <a:pt x="26" y="26"/>
                    <a:pt x="1" y="73"/>
                    <a:pt x="1" y="114"/>
                  </a:cubicBezTo>
                  <a:cubicBezTo>
                    <a:pt x="1" y="145"/>
                    <a:pt x="15" y="163"/>
                    <a:pt x="34" y="163"/>
                  </a:cubicBezTo>
                  <a:cubicBezTo>
                    <a:pt x="41" y="163"/>
                    <a:pt x="48" y="161"/>
                    <a:pt x="56" y="156"/>
                  </a:cubicBezTo>
                  <a:cubicBezTo>
                    <a:pt x="88" y="138"/>
                    <a:pt x="112" y="91"/>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6" name="Google Shape;716;p32">
              <a:extLst>
                <a:ext uri="{FF2B5EF4-FFF2-40B4-BE49-F238E27FC236}">
                  <a16:creationId xmlns:a16="http://schemas.microsoft.com/office/drawing/2014/main" id="{B1A804F8-4BC0-60F0-3F56-859D8B47ABD5}"/>
                </a:ext>
              </a:extLst>
            </p:cNvPr>
            <p:cNvSpPr/>
            <p:nvPr/>
          </p:nvSpPr>
          <p:spPr>
            <a:xfrm>
              <a:off x="5757637" y="1277246"/>
              <a:ext cx="13247" cy="19108"/>
            </a:xfrm>
            <a:custGeom>
              <a:avLst/>
              <a:gdLst/>
              <a:ahLst/>
              <a:cxnLst/>
              <a:rect l="l" t="t" r="r" b="b"/>
              <a:pathLst>
                <a:path w="113" h="163" extrusionOk="0">
                  <a:moveTo>
                    <a:pt x="79" y="1"/>
                  </a:moveTo>
                  <a:cubicBezTo>
                    <a:pt x="72" y="1"/>
                    <a:pt x="65" y="3"/>
                    <a:pt x="57" y="7"/>
                  </a:cubicBezTo>
                  <a:cubicBezTo>
                    <a:pt x="26" y="24"/>
                    <a:pt x="1" y="73"/>
                    <a:pt x="1" y="113"/>
                  </a:cubicBezTo>
                  <a:cubicBezTo>
                    <a:pt x="1" y="144"/>
                    <a:pt x="15" y="162"/>
                    <a:pt x="35" y="162"/>
                  </a:cubicBezTo>
                  <a:cubicBezTo>
                    <a:pt x="42" y="162"/>
                    <a:pt x="49" y="160"/>
                    <a:pt x="57" y="156"/>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7" name="Google Shape;717;p32">
              <a:extLst>
                <a:ext uri="{FF2B5EF4-FFF2-40B4-BE49-F238E27FC236}">
                  <a16:creationId xmlns:a16="http://schemas.microsoft.com/office/drawing/2014/main" id="{04F16526-35BD-0D96-88CF-04749FA4FA7E}"/>
                </a:ext>
              </a:extLst>
            </p:cNvPr>
            <p:cNvSpPr/>
            <p:nvPr/>
          </p:nvSpPr>
          <p:spPr>
            <a:xfrm>
              <a:off x="5919762" y="694044"/>
              <a:ext cx="13247" cy="19108"/>
            </a:xfrm>
            <a:custGeom>
              <a:avLst/>
              <a:gdLst/>
              <a:ahLst/>
              <a:cxnLst/>
              <a:rect l="l" t="t" r="r" b="b"/>
              <a:pathLst>
                <a:path w="113" h="163" extrusionOk="0">
                  <a:moveTo>
                    <a:pt x="79" y="1"/>
                  </a:moveTo>
                  <a:cubicBezTo>
                    <a:pt x="72" y="1"/>
                    <a:pt x="65" y="3"/>
                    <a:pt x="57" y="7"/>
                  </a:cubicBezTo>
                  <a:cubicBezTo>
                    <a:pt x="25" y="25"/>
                    <a:pt x="1" y="73"/>
                    <a:pt x="1" y="114"/>
                  </a:cubicBezTo>
                  <a:cubicBezTo>
                    <a:pt x="1" y="145"/>
                    <a:pt x="15" y="163"/>
                    <a:pt x="35" y="163"/>
                  </a:cubicBezTo>
                  <a:cubicBezTo>
                    <a:pt x="42" y="163"/>
                    <a:pt x="49" y="161"/>
                    <a:pt x="57" y="156"/>
                  </a:cubicBezTo>
                  <a:cubicBezTo>
                    <a:pt x="87" y="138"/>
                    <a:pt x="112" y="91"/>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8" name="Google Shape;718;p32">
              <a:extLst>
                <a:ext uri="{FF2B5EF4-FFF2-40B4-BE49-F238E27FC236}">
                  <a16:creationId xmlns:a16="http://schemas.microsoft.com/office/drawing/2014/main" id="{01E39B75-FBD5-AC0F-920E-E9E9A75072F0}"/>
                </a:ext>
              </a:extLst>
            </p:cNvPr>
            <p:cNvSpPr/>
            <p:nvPr/>
          </p:nvSpPr>
          <p:spPr>
            <a:xfrm>
              <a:off x="5598209" y="879379"/>
              <a:ext cx="13247" cy="18991"/>
            </a:xfrm>
            <a:custGeom>
              <a:avLst/>
              <a:gdLst/>
              <a:ahLst/>
              <a:cxnLst/>
              <a:rect l="l" t="t" r="r" b="b"/>
              <a:pathLst>
                <a:path w="113" h="162" extrusionOk="0">
                  <a:moveTo>
                    <a:pt x="79" y="0"/>
                  </a:moveTo>
                  <a:cubicBezTo>
                    <a:pt x="72" y="0"/>
                    <a:pt x="64" y="3"/>
                    <a:pt x="56" y="7"/>
                  </a:cubicBezTo>
                  <a:cubicBezTo>
                    <a:pt x="25" y="24"/>
                    <a:pt x="1" y="73"/>
                    <a:pt x="1" y="113"/>
                  </a:cubicBezTo>
                  <a:cubicBezTo>
                    <a:pt x="1" y="143"/>
                    <a:pt x="14" y="162"/>
                    <a:pt x="34" y="162"/>
                  </a:cubicBezTo>
                  <a:cubicBezTo>
                    <a:pt x="41" y="162"/>
                    <a:pt x="48" y="160"/>
                    <a:pt x="56" y="155"/>
                  </a:cubicBezTo>
                  <a:cubicBezTo>
                    <a:pt x="87" y="138"/>
                    <a:pt x="112" y="90"/>
                    <a:pt x="112" y="49"/>
                  </a:cubicBezTo>
                  <a:cubicBezTo>
                    <a:pt x="112" y="18"/>
                    <a:pt x="99"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9" name="Google Shape;719;p32">
              <a:extLst>
                <a:ext uri="{FF2B5EF4-FFF2-40B4-BE49-F238E27FC236}">
                  <a16:creationId xmlns:a16="http://schemas.microsoft.com/office/drawing/2014/main" id="{0889528B-C4D5-33DE-721A-52635B00AB26}"/>
                </a:ext>
              </a:extLst>
            </p:cNvPr>
            <p:cNvSpPr/>
            <p:nvPr/>
          </p:nvSpPr>
          <p:spPr>
            <a:xfrm>
              <a:off x="5560579" y="980194"/>
              <a:ext cx="13247" cy="19225"/>
            </a:xfrm>
            <a:custGeom>
              <a:avLst/>
              <a:gdLst/>
              <a:ahLst/>
              <a:cxnLst/>
              <a:rect l="l" t="t" r="r" b="b"/>
              <a:pathLst>
                <a:path w="113" h="164" extrusionOk="0">
                  <a:moveTo>
                    <a:pt x="78" y="1"/>
                  </a:moveTo>
                  <a:cubicBezTo>
                    <a:pt x="71" y="1"/>
                    <a:pt x="64" y="3"/>
                    <a:pt x="56" y="8"/>
                  </a:cubicBezTo>
                  <a:cubicBezTo>
                    <a:pt x="25" y="26"/>
                    <a:pt x="1" y="73"/>
                    <a:pt x="1" y="115"/>
                  </a:cubicBezTo>
                  <a:cubicBezTo>
                    <a:pt x="1" y="145"/>
                    <a:pt x="14" y="163"/>
                    <a:pt x="34" y="163"/>
                  </a:cubicBezTo>
                  <a:cubicBezTo>
                    <a:pt x="41" y="163"/>
                    <a:pt x="48" y="161"/>
                    <a:pt x="56" y="156"/>
                  </a:cubicBezTo>
                  <a:cubicBezTo>
                    <a:pt x="86" y="138"/>
                    <a:pt x="112" y="91"/>
                    <a:pt x="112" y="50"/>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0" name="Google Shape;720;p32">
              <a:extLst>
                <a:ext uri="{FF2B5EF4-FFF2-40B4-BE49-F238E27FC236}">
                  <a16:creationId xmlns:a16="http://schemas.microsoft.com/office/drawing/2014/main" id="{08A86E59-AB8D-0734-12B4-1C845B48BA5F}"/>
                </a:ext>
              </a:extLst>
            </p:cNvPr>
            <p:cNvSpPr/>
            <p:nvPr/>
          </p:nvSpPr>
          <p:spPr>
            <a:xfrm>
              <a:off x="5723173" y="742459"/>
              <a:ext cx="13247" cy="18991"/>
            </a:xfrm>
            <a:custGeom>
              <a:avLst/>
              <a:gdLst/>
              <a:ahLst/>
              <a:cxnLst/>
              <a:rect l="l" t="t" r="r" b="b"/>
              <a:pathLst>
                <a:path w="113" h="162" extrusionOk="0">
                  <a:moveTo>
                    <a:pt x="79" y="1"/>
                  </a:moveTo>
                  <a:cubicBezTo>
                    <a:pt x="72" y="1"/>
                    <a:pt x="65" y="3"/>
                    <a:pt x="57" y="8"/>
                  </a:cubicBezTo>
                  <a:cubicBezTo>
                    <a:pt x="26" y="25"/>
                    <a:pt x="1" y="73"/>
                    <a:pt x="1" y="114"/>
                  </a:cubicBezTo>
                  <a:cubicBezTo>
                    <a:pt x="1" y="144"/>
                    <a:pt x="15" y="162"/>
                    <a:pt x="35" y="162"/>
                  </a:cubicBezTo>
                  <a:cubicBezTo>
                    <a:pt x="41"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1" name="Google Shape;721;p32">
              <a:extLst>
                <a:ext uri="{FF2B5EF4-FFF2-40B4-BE49-F238E27FC236}">
                  <a16:creationId xmlns:a16="http://schemas.microsoft.com/office/drawing/2014/main" id="{D001A713-2DE1-8F70-AB42-CEB7BC3BE05C}"/>
                </a:ext>
              </a:extLst>
            </p:cNvPr>
            <p:cNvSpPr/>
            <p:nvPr/>
          </p:nvSpPr>
          <p:spPr>
            <a:xfrm>
              <a:off x="5876036" y="654422"/>
              <a:ext cx="13247" cy="18991"/>
            </a:xfrm>
            <a:custGeom>
              <a:avLst/>
              <a:gdLst/>
              <a:ahLst/>
              <a:cxnLst/>
              <a:rect l="l" t="t" r="r" b="b"/>
              <a:pathLst>
                <a:path w="113" h="162" extrusionOk="0">
                  <a:moveTo>
                    <a:pt x="79" y="1"/>
                  </a:moveTo>
                  <a:cubicBezTo>
                    <a:pt x="72" y="1"/>
                    <a:pt x="65" y="3"/>
                    <a:pt x="57" y="8"/>
                  </a:cubicBezTo>
                  <a:cubicBezTo>
                    <a:pt x="26" y="24"/>
                    <a:pt x="1" y="73"/>
                    <a:pt x="1" y="113"/>
                  </a:cubicBezTo>
                  <a:cubicBezTo>
                    <a:pt x="1" y="144"/>
                    <a:pt x="15" y="162"/>
                    <a:pt x="35" y="162"/>
                  </a:cubicBezTo>
                  <a:cubicBezTo>
                    <a:pt x="42"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2" name="Google Shape;722;p32">
              <a:extLst>
                <a:ext uri="{FF2B5EF4-FFF2-40B4-BE49-F238E27FC236}">
                  <a16:creationId xmlns:a16="http://schemas.microsoft.com/office/drawing/2014/main" id="{39D1475B-C7C7-EAE8-C466-C5C007BE842D}"/>
                </a:ext>
              </a:extLst>
            </p:cNvPr>
            <p:cNvSpPr/>
            <p:nvPr/>
          </p:nvSpPr>
          <p:spPr>
            <a:xfrm>
              <a:off x="5808983" y="692286"/>
              <a:ext cx="13247" cy="19225"/>
            </a:xfrm>
            <a:custGeom>
              <a:avLst/>
              <a:gdLst/>
              <a:ahLst/>
              <a:cxnLst/>
              <a:rect l="l" t="t" r="r" b="b"/>
              <a:pathLst>
                <a:path w="113" h="164" extrusionOk="0">
                  <a:moveTo>
                    <a:pt x="79" y="1"/>
                  </a:moveTo>
                  <a:cubicBezTo>
                    <a:pt x="72" y="1"/>
                    <a:pt x="64" y="3"/>
                    <a:pt x="56" y="8"/>
                  </a:cubicBezTo>
                  <a:cubicBezTo>
                    <a:pt x="26" y="26"/>
                    <a:pt x="1" y="73"/>
                    <a:pt x="1" y="115"/>
                  </a:cubicBezTo>
                  <a:cubicBezTo>
                    <a:pt x="1" y="145"/>
                    <a:pt x="15" y="163"/>
                    <a:pt x="34" y="163"/>
                  </a:cubicBezTo>
                  <a:cubicBezTo>
                    <a:pt x="41" y="163"/>
                    <a:pt x="48" y="161"/>
                    <a:pt x="56" y="156"/>
                  </a:cubicBezTo>
                  <a:cubicBezTo>
                    <a:pt x="88" y="138"/>
                    <a:pt x="112" y="91"/>
                    <a:pt x="112" y="51"/>
                  </a:cubicBezTo>
                  <a:cubicBezTo>
                    <a:pt x="112" y="20"/>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3" name="Google Shape;723;p32">
              <a:extLst>
                <a:ext uri="{FF2B5EF4-FFF2-40B4-BE49-F238E27FC236}">
                  <a16:creationId xmlns:a16="http://schemas.microsoft.com/office/drawing/2014/main" id="{311E0091-4115-6479-6D45-24747D24468C}"/>
                </a:ext>
              </a:extLst>
            </p:cNvPr>
            <p:cNvSpPr/>
            <p:nvPr/>
          </p:nvSpPr>
          <p:spPr>
            <a:xfrm>
              <a:off x="5642052" y="749375"/>
              <a:ext cx="303854" cy="514394"/>
            </a:xfrm>
            <a:custGeom>
              <a:avLst/>
              <a:gdLst/>
              <a:ahLst/>
              <a:cxnLst/>
              <a:rect l="l" t="t" r="r" b="b"/>
              <a:pathLst>
                <a:path w="2592" h="4388" extrusionOk="0">
                  <a:moveTo>
                    <a:pt x="2515" y="0"/>
                  </a:moveTo>
                  <a:cubicBezTo>
                    <a:pt x="2518" y="69"/>
                    <a:pt x="2528" y="464"/>
                    <a:pt x="2407" y="1079"/>
                  </a:cubicBezTo>
                  <a:cubicBezTo>
                    <a:pt x="2399" y="1119"/>
                    <a:pt x="2390" y="1160"/>
                    <a:pt x="2381" y="1202"/>
                  </a:cubicBezTo>
                  <a:cubicBezTo>
                    <a:pt x="2361" y="1299"/>
                    <a:pt x="2336" y="1400"/>
                    <a:pt x="2308" y="1506"/>
                  </a:cubicBezTo>
                  <a:cubicBezTo>
                    <a:pt x="2280" y="1615"/>
                    <a:pt x="2247" y="1728"/>
                    <a:pt x="2211" y="1845"/>
                  </a:cubicBezTo>
                  <a:cubicBezTo>
                    <a:pt x="2159" y="2009"/>
                    <a:pt x="2099" y="2182"/>
                    <a:pt x="2030" y="2362"/>
                  </a:cubicBezTo>
                  <a:cubicBezTo>
                    <a:pt x="1878" y="2753"/>
                    <a:pt x="1679" y="3177"/>
                    <a:pt x="1419" y="3625"/>
                  </a:cubicBezTo>
                  <a:cubicBezTo>
                    <a:pt x="1287" y="3852"/>
                    <a:pt x="1140" y="4085"/>
                    <a:pt x="976" y="4322"/>
                  </a:cubicBezTo>
                  <a:cubicBezTo>
                    <a:pt x="876" y="4294"/>
                    <a:pt x="785" y="4259"/>
                    <a:pt x="699" y="4221"/>
                  </a:cubicBezTo>
                  <a:cubicBezTo>
                    <a:pt x="402" y="4090"/>
                    <a:pt x="175" y="3900"/>
                    <a:pt x="0" y="3684"/>
                  </a:cubicBezTo>
                  <a:lnTo>
                    <a:pt x="0" y="3684"/>
                  </a:lnTo>
                  <a:cubicBezTo>
                    <a:pt x="181" y="3927"/>
                    <a:pt x="423" y="4142"/>
                    <a:pt x="749" y="4287"/>
                  </a:cubicBezTo>
                  <a:cubicBezTo>
                    <a:pt x="836" y="4326"/>
                    <a:pt x="927" y="4361"/>
                    <a:pt x="1026" y="4388"/>
                  </a:cubicBezTo>
                  <a:cubicBezTo>
                    <a:pt x="1191" y="4151"/>
                    <a:pt x="1338" y="3918"/>
                    <a:pt x="1470" y="3691"/>
                  </a:cubicBezTo>
                  <a:cubicBezTo>
                    <a:pt x="1730" y="3243"/>
                    <a:pt x="1928" y="2819"/>
                    <a:pt x="2080" y="2428"/>
                  </a:cubicBezTo>
                  <a:cubicBezTo>
                    <a:pt x="2150" y="2248"/>
                    <a:pt x="2210" y="2076"/>
                    <a:pt x="2262" y="1911"/>
                  </a:cubicBezTo>
                  <a:cubicBezTo>
                    <a:pt x="2298" y="1794"/>
                    <a:pt x="2330" y="1681"/>
                    <a:pt x="2358" y="1572"/>
                  </a:cubicBezTo>
                  <a:cubicBezTo>
                    <a:pt x="2387" y="1467"/>
                    <a:pt x="2411" y="1365"/>
                    <a:pt x="2432" y="1268"/>
                  </a:cubicBezTo>
                  <a:cubicBezTo>
                    <a:pt x="2441" y="1227"/>
                    <a:pt x="2450" y="1185"/>
                    <a:pt x="2457" y="1145"/>
                  </a:cubicBezTo>
                  <a:cubicBezTo>
                    <a:pt x="2591" y="468"/>
                    <a:pt x="2566" y="55"/>
                    <a:pt x="2566" y="5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4" name="Google Shape;724;p32">
              <a:extLst>
                <a:ext uri="{FF2B5EF4-FFF2-40B4-BE49-F238E27FC236}">
                  <a16:creationId xmlns:a16="http://schemas.microsoft.com/office/drawing/2014/main" id="{DB4DA5AE-FA45-AE76-F3EA-3FE643A7991B}"/>
                </a:ext>
              </a:extLst>
            </p:cNvPr>
            <p:cNvSpPr/>
            <p:nvPr/>
          </p:nvSpPr>
          <p:spPr>
            <a:xfrm>
              <a:off x="5632061" y="607881"/>
              <a:ext cx="286856" cy="167401"/>
            </a:xfrm>
            <a:custGeom>
              <a:avLst/>
              <a:gdLst/>
              <a:ahLst/>
              <a:cxnLst/>
              <a:rect l="l" t="t" r="r" b="b"/>
              <a:pathLst>
                <a:path w="2447" h="1428" extrusionOk="0">
                  <a:moveTo>
                    <a:pt x="2170" y="1"/>
                  </a:moveTo>
                  <a:lnTo>
                    <a:pt x="1" y="1253"/>
                  </a:lnTo>
                  <a:lnTo>
                    <a:pt x="278" y="1428"/>
                  </a:lnTo>
                  <a:lnTo>
                    <a:pt x="2447" y="17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5" name="Google Shape;725;p32">
              <a:extLst>
                <a:ext uri="{FF2B5EF4-FFF2-40B4-BE49-F238E27FC236}">
                  <a16:creationId xmlns:a16="http://schemas.microsoft.com/office/drawing/2014/main" id="{8D14176C-B1E2-C684-43E5-92464C7912F0}"/>
                </a:ext>
              </a:extLst>
            </p:cNvPr>
            <p:cNvSpPr/>
            <p:nvPr/>
          </p:nvSpPr>
          <p:spPr>
            <a:xfrm>
              <a:off x="5516150" y="758519"/>
              <a:ext cx="119103" cy="216988"/>
            </a:xfrm>
            <a:custGeom>
              <a:avLst/>
              <a:gdLst/>
              <a:ahLst/>
              <a:cxnLst/>
              <a:rect l="l" t="t" r="r" b="b"/>
              <a:pathLst>
                <a:path w="1016" h="1851" extrusionOk="0">
                  <a:moveTo>
                    <a:pt x="739" y="0"/>
                  </a:moveTo>
                  <a:lnTo>
                    <a:pt x="0" y="1676"/>
                  </a:lnTo>
                  <a:lnTo>
                    <a:pt x="276" y="1850"/>
                  </a:lnTo>
                  <a:lnTo>
                    <a:pt x="1016" y="175"/>
                  </a:lnTo>
                  <a:lnTo>
                    <a:pt x="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6" name="Google Shape;726;p32">
              <a:extLst>
                <a:ext uri="{FF2B5EF4-FFF2-40B4-BE49-F238E27FC236}">
                  <a16:creationId xmlns:a16="http://schemas.microsoft.com/office/drawing/2014/main" id="{00183266-E47C-C041-6E88-35CDF66414E1}"/>
                </a:ext>
              </a:extLst>
            </p:cNvPr>
            <p:cNvSpPr/>
            <p:nvPr/>
          </p:nvSpPr>
          <p:spPr>
            <a:xfrm>
              <a:off x="5581563" y="819242"/>
              <a:ext cx="319445" cy="304205"/>
            </a:xfrm>
            <a:custGeom>
              <a:avLst/>
              <a:gdLst/>
              <a:ahLst/>
              <a:cxnLst/>
              <a:rect l="l" t="t" r="r" b="b"/>
              <a:pathLst>
                <a:path w="2725" h="2595" extrusionOk="0">
                  <a:moveTo>
                    <a:pt x="556" y="0"/>
                  </a:moveTo>
                  <a:lnTo>
                    <a:pt x="181" y="837"/>
                  </a:lnTo>
                  <a:lnTo>
                    <a:pt x="2" y="1237"/>
                  </a:lnTo>
                  <a:cubicBezTo>
                    <a:pt x="2" y="1237"/>
                    <a:pt x="1" y="1275"/>
                    <a:pt x="1" y="1341"/>
                  </a:cubicBezTo>
                  <a:lnTo>
                    <a:pt x="2171" y="2595"/>
                  </a:lnTo>
                  <a:cubicBezTo>
                    <a:pt x="2319" y="2305"/>
                    <a:pt x="2444" y="2027"/>
                    <a:pt x="2546" y="1766"/>
                  </a:cubicBezTo>
                  <a:cubicBezTo>
                    <a:pt x="2614" y="1587"/>
                    <a:pt x="2674" y="1417"/>
                    <a:pt x="2725" y="1252"/>
                  </a:cubicBezTo>
                  <a:lnTo>
                    <a:pt x="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7" name="Google Shape;727;p32">
              <a:extLst>
                <a:ext uri="{FF2B5EF4-FFF2-40B4-BE49-F238E27FC236}">
                  <a16:creationId xmlns:a16="http://schemas.microsoft.com/office/drawing/2014/main" id="{CBFF153E-649E-FF32-6A66-ECF22C49C375}"/>
                </a:ext>
              </a:extLst>
            </p:cNvPr>
            <p:cNvSpPr/>
            <p:nvPr/>
          </p:nvSpPr>
          <p:spPr>
            <a:xfrm>
              <a:off x="5581563" y="976443"/>
              <a:ext cx="254618" cy="221091"/>
            </a:xfrm>
            <a:custGeom>
              <a:avLst/>
              <a:gdLst/>
              <a:ahLst/>
              <a:cxnLst/>
              <a:rect l="l" t="t" r="r" b="b"/>
              <a:pathLst>
                <a:path w="2172" h="1886" extrusionOk="0">
                  <a:moveTo>
                    <a:pt x="1" y="0"/>
                  </a:moveTo>
                  <a:cubicBezTo>
                    <a:pt x="1" y="161"/>
                    <a:pt x="15" y="490"/>
                    <a:pt x="110" y="862"/>
                  </a:cubicBezTo>
                  <a:cubicBezTo>
                    <a:pt x="114" y="876"/>
                    <a:pt x="119" y="891"/>
                    <a:pt x="122" y="907"/>
                  </a:cubicBezTo>
                  <a:lnTo>
                    <a:pt x="1818" y="1885"/>
                  </a:lnTo>
                  <a:cubicBezTo>
                    <a:pt x="1859" y="1819"/>
                    <a:pt x="1898" y="1752"/>
                    <a:pt x="1935" y="1688"/>
                  </a:cubicBezTo>
                  <a:cubicBezTo>
                    <a:pt x="2022" y="1540"/>
                    <a:pt x="2098" y="1395"/>
                    <a:pt x="2172" y="1254"/>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8" name="Google Shape;728;p32">
              <a:extLst>
                <a:ext uri="{FF2B5EF4-FFF2-40B4-BE49-F238E27FC236}">
                  <a16:creationId xmlns:a16="http://schemas.microsoft.com/office/drawing/2014/main" id="{E448CC7C-0273-2C2A-D2B0-8B6F21139313}"/>
                </a:ext>
              </a:extLst>
            </p:cNvPr>
            <p:cNvSpPr/>
            <p:nvPr/>
          </p:nvSpPr>
          <p:spPr>
            <a:xfrm>
              <a:off x="5646624" y="764849"/>
              <a:ext cx="277946" cy="201397"/>
            </a:xfrm>
            <a:custGeom>
              <a:avLst/>
              <a:gdLst/>
              <a:ahLst/>
              <a:cxnLst/>
              <a:rect l="l" t="t" r="r" b="b"/>
              <a:pathLst>
                <a:path w="2371" h="1718" extrusionOk="0">
                  <a:moveTo>
                    <a:pt x="751" y="0"/>
                  </a:moveTo>
                  <a:lnTo>
                    <a:pt x="200" y="318"/>
                  </a:lnTo>
                  <a:lnTo>
                    <a:pt x="19" y="422"/>
                  </a:lnTo>
                  <a:lnTo>
                    <a:pt x="1" y="464"/>
                  </a:lnTo>
                  <a:lnTo>
                    <a:pt x="2170" y="1717"/>
                  </a:lnTo>
                  <a:cubicBezTo>
                    <a:pt x="2171" y="1715"/>
                    <a:pt x="2171" y="1714"/>
                    <a:pt x="2172" y="1713"/>
                  </a:cubicBezTo>
                  <a:cubicBezTo>
                    <a:pt x="2208" y="1596"/>
                    <a:pt x="2241" y="1482"/>
                    <a:pt x="2269" y="1374"/>
                  </a:cubicBezTo>
                  <a:cubicBezTo>
                    <a:pt x="2297" y="1268"/>
                    <a:pt x="2322" y="1167"/>
                    <a:pt x="2342" y="1070"/>
                  </a:cubicBezTo>
                  <a:cubicBezTo>
                    <a:pt x="2351" y="1028"/>
                    <a:pt x="2360" y="987"/>
                    <a:pt x="2368" y="947"/>
                  </a:cubicBezTo>
                  <a:cubicBezTo>
                    <a:pt x="2369" y="943"/>
                    <a:pt x="2369" y="939"/>
                    <a:pt x="2370" y="936"/>
                  </a:cubicBezTo>
                  <a:lnTo>
                    <a:pt x="7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9" name="Google Shape;729;p32">
              <a:extLst>
                <a:ext uri="{FF2B5EF4-FFF2-40B4-BE49-F238E27FC236}">
                  <a16:creationId xmlns:a16="http://schemas.microsoft.com/office/drawing/2014/main" id="{DE6D6A63-0543-1603-70C7-17E31378B117}"/>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0" name="Google Shape;730;p32">
              <a:extLst>
                <a:ext uri="{FF2B5EF4-FFF2-40B4-BE49-F238E27FC236}">
                  <a16:creationId xmlns:a16="http://schemas.microsoft.com/office/drawing/2014/main" id="{2A073E0D-EC49-C0A9-5B40-D87AD92DCD30}"/>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1" name="Google Shape;731;p32">
              <a:extLst>
                <a:ext uri="{FF2B5EF4-FFF2-40B4-BE49-F238E27FC236}">
                  <a16:creationId xmlns:a16="http://schemas.microsoft.com/office/drawing/2014/main" id="{B88CD3CC-32D0-67C9-8346-95F402DBA916}"/>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2" name="Google Shape;732;p32">
              <a:extLst>
                <a:ext uri="{FF2B5EF4-FFF2-40B4-BE49-F238E27FC236}">
                  <a16:creationId xmlns:a16="http://schemas.microsoft.com/office/drawing/2014/main" id="{1952B910-6BDF-1A4B-CF1E-648380D37C5F}"/>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25" name="Group 24">
            <a:extLst>
              <a:ext uri="{FF2B5EF4-FFF2-40B4-BE49-F238E27FC236}">
                <a16:creationId xmlns:a16="http://schemas.microsoft.com/office/drawing/2014/main" id="{4B61AD1B-8225-3899-F32F-376111EEC7CE}"/>
              </a:ext>
            </a:extLst>
          </p:cNvPr>
          <p:cNvGrpSpPr/>
          <p:nvPr/>
        </p:nvGrpSpPr>
        <p:grpSpPr>
          <a:xfrm>
            <a:off x="245866" y="5143500"/>
            <a:ext cx="8479048" cy="2424827"/>
            <a:chOff x="758309" y="1563053"/>
            <a:chExt cx="13113782" cy="2500669"/>
          </a:xfrm>
        </p:grpSpPr>
        <p:sp>
          <p:nvSpPr>
            <p:cNvPr id="26" name="Text 2">
              <a:extLst>
                <a:ext uri="{FF2B5EF4-FFF2-40B4-BE49-F238E27FC236}">
                  <a16:creationId xmlns:a16="http://schemas.microsoft.com/office/drawing/2014/main" id="{7055185F-FB98-97AE-16AB-A0C45081D62A}"/>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500" dirty="0"/>
            </a:p>
          </p:txBody>
        </p:sp>
        <p:sp>
          <p:nvSpPr>
            <p:cNvPr id="27" name="Shape 3">
              <a:extLst>
                <a:ext uri="{FF2B5EF4-FFF2-40B4-BE49-F238E27FC236}">
                  <a16:creationId xmlns:a16="http://schemas.microsoft.com/office/drawing/2014/main" id="{64DDD147-0C61-EFAA-8D2B-26A59A0EF154}"/>
                </a:ext>
              </a:extLst>
            </p:cNvPr>
            <p:cNvSpPr/>
            <p:nvPr/>
          </p:nvSpPr>
          <p:spPr>
            <a:xfrm>
              <a:off x="758309" y="2995017"/>
              <a:ext cx="13113782" cy="15240"/>
            </a:xfrm>
            <a:prstGeom prst="roundRect">
              <a:avLst>
                <a:gd name="adj" fmla="val 339601"/>
              </a:avLst>
            </a:prstGeom>
            <a:solidFill>
              <a:srgbClr val="BBC2DC"/>
            </a:solidFill>
            <a:ln/>
          </p:spPr>
        </p:sp>
        <p:sp>
          <p:nvSpPr>
            <p:cNvPr id="28" name="Shape 4">
              <a:extLst>
                <a:ext uri="{FF2B5EF4-FFF2-40B4-BE49-F238E27FC236}">
                  <a16:creationId xmlns:a16="http://schemas.microsoft.com/office/drawing/2014/main" id="{D1240FAB-5D6C-69FF-C503-6D5F56DB4696}"/>
                </a:ext>
              </a:extLst>
            </p:cNvPr>
            <p:cNvSpPr/>
            <p:nvPr/>
          </p:nvSpPr>
          <p:spPr>
            <a:xfrm>
              <a:off x="3343394" y="2625447"/>
              <a:ext cx="15240" cy="369570"/>
            </a:xfrm>
            <a:prstGeom prst="roundRect">
              <a:avLst>
                <a:gd name="adj" fmla="val 339601"/>
              </a:avLst>
            </a:prstGeom>
            <a:solidFill>
              <a:srgbClr val="BBC2DC"/>
            </a:solidFill>
            <a:ln/>
          </p:spPr>
        </p:sp>
        <p:sp>
          <p:nvSpPr>
            <p:cNvPr id="29" name="Shape 5">
              <a:extLst>
                <a:ext uri="{FF2B5EF4-FFF2-40B4-BE49-F238E27FC236}">
                  <a16:creationId xmlns:a16="http://schemas.microsoft.com/office/drawing/2014/main" id="{D9497248-4664-C0D3-1723-22B44E7D0E93}"/>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30" name="Text 6">
              <a:extLst>
                <a:ext uri="{FF2B5EF4-FFF2-40B4-BE49-F238E27FC236}">
                  <a16:creationId xmlns:a16="http://schemas.microsoft.com/office/drawing/2014/main" id="{859DBC87-490F-FB06-3378-7C479F0270F9}"/>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1</a:t>
              </a:r>
              <a:endParaRPr lang="en-US" sz="1500" dirty="0"/>
            </a:p>
          </p:txBody>
        </p:sp>
        <p:sp>
          <p:nvSpPr>
            <p:cNvPr id="31" name="Text 7">
              <a:extLst>
                <a:ext uri="{FF2B5EF4-FFF2-40B4-BE49-F238E27FC236}">
                  <a16:creationId xmlns:a16="http://schemas.microsoft.com/office/drawing/2014/main" id="{0F45DD98-3D60-39E5-A51E-D7C16E58D3C8}"/>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1: Signature-based</a:t>
              </a:r>
              <a:endParaRPr lang="en-US" sz="1250" dirty="0"/>
            </a:p>
          </p:txBody>
        </p:sp>
        <p:sp>
          <p:nvSpPr>
            <p:cNvPr id="32" name="Text 8">
              <a:extLst>
                <a:ext uri="{FF2B5EF4-FFF2-40B4-BE49-F238E27FC236}">
                  <a16:creationId xmlns:a16="http://schemas.microsoft.com/office/drawing/2014/main" id="{A3F7BE35-F8DF-51ED-7F93-AD872C489C4A}"/>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950" dirty="0"/>
            </a:p>
          </p:txBody>
        </p:sp>
        <p:sp>
          <p:nvSpPr>
            <p:cNvPr id="33" name="Shape 9">
              <a:extLst>
                <a:ext uri="{FF2B5EF4-FFF2-40B4-BE49-F238E27FC236}">
                  <a16:creationId xmlns:a16="http://schemas.microsoft.com/office/drawing/2014/main" id="{13A81809-DC2D-99A4-576F-8AFD034CEF73}"/>
                </a:ext>
              </a:extLst>
            </p:cNvPr>
            <p:cNvSpPr/>
            <p:nvPr/>
          </p:nvSpPr>
          <p:spPr>
            <a:xfrm>
              <a:off x="5986105" y="2995017"/>
              <a:ext cx="15240" cy="369570"/>
            </a:xfrm>
            <a:prstGeom prst="roundRect">
              <a:avLst>
                <a:gd name="adj" fmla="val 339601"/>
              </a:avLst>
            </a:prstGeom>
            <a:solidFill>
              <a:srgbClr val="BBC2DC"/>
            </a:solidFill>
            <a:ln/>
          </p:spPr>
        </p:sp>
        <p:sp>
          <p:nvSpPr>
            <p:cNvPr id="34" name="Shape 10">
              <a:extLst>
                <a:ext uri="{FF2B5EF4-FFF2-40B4-BE49-F238E27FC236}">
                  <a16:creationId xmlns:a16="http://schemas.microsoft.com/office/drawing/2014/main" id="{BCA93950-A4E3-C541-4FA5-4C8DF02A1F62}"/>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35" name="Text 11">
              <a:extLst>
                <a:ext uri="{FF2B5EF4-FFF2-40B4-BE49-F238E27FC236}">
                  <a16:creationId xmlns:a16="http://schemas.microsoft.com/office/drawing/2014/main" id="{423E8CB5-594C-600A-451E-0153FF44E98E}"/>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2</a:t>
              </a:r>
              <a:endParaRPr lang="en-US" sz="1500" dirty="0"/>
            </a:p>
          </p:txBody>
        </p:sp>
        <p:sp>
          <p:nvSpPr>
            <p:cNvPr id="36" name="Text 12">
              <a:extLst>
                <a:ext uri="{FF2B5EF4-FFF2-40B4-BE49-F238E27FC236}">
                  <a16:creationId xmlns:a16="http://schemas.microsoft.com/office/drawing/2014/main" id="{9504B644-3341-73A7-E006-5D076E521EBD}"/>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2: Heuristic-based</a:t>
              </a:r>
              <a:endParaRPr lang="en-US" sz="1250" dirty="0"/>
            </a:p>
          </p:txBody>
        </p:sp>
        <p:sp>
          <p:nvSpPr>
            <p:cNvPr id="37" name="Text 13">
              <a:extLst>
                <a:ext uri="{FF2B5EF4-FFF2-40B4-BE49-F238E27FC236}">
                  <a16:creationId xmlns:a16="http://schemas.microsoft.com/office/drawing/2014/main" id="{F16F085D-2819-3CDE-4A72-9D051A2EAFA3}"/>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950" dirty="0"/>
            </a:p>
          </p:txBody>
        </p:sp>
        <p:sp>
          <p:nvSpPr>
            <p:cNvPr id="38" name="Shape 14">
              <a:extLst>
                <a:ext uri="{FF2B5EF4-FFF2-40B4-BE49-F238E27FC236}">
                  <a16:creationId xmlns:a16="http://schemas.microsoft.com/office/drawing/2014/main" id="{718BFEA9-565D-06F0-252D-C84E5C30E03B}"/>
                </a:ext>
              </a:extLst>
            </p:cNvPr>
            <p:cNvSpPr/>
            <p:nvPr/>
          </p:nvSpPr>
          <p:spPr>
            <a:xfrm>
              <a:off x="8628817" y="2625447"/>
              <a:ext cx="15240" cy="369570"/>
            </a:xfrm>
            <a:prstGeom prst="roundRect">
              <a:avLst>
                <a:gd name="adj" fmla="val 339601"/>
              </a:avLst>
            </a:prstGeom>
            <a:solidFill>
              <a:srgbClr val="BBC2DC"/>
            </a:solidFill>
            <a:ln/>
          </p:spPr>
        </p:sp>
        <p:sp>
          <p:nvSpPr>
            <p:cNvPr id="39" name="Shape 15">
              <a:extLst>
                <a:ext uri="{FF2B5EF4-FFF2-40B4-BE49-F238E27FC236}">
                  <a16:creationId xmlns:a16="http://schemas.microsoft.com/office/drawing/2014/main" id="{DD5F5704-3CBE-CECE-F88F-2689B405FC55}"/>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40" name="Text 16">
              <a:extLst>
                <a:ext uri="{FF2B5EF4-FFF2-40B4-BE49-F238E27FC236}">
                  <a16:creationId xmlns:a16="http://schemas.microsoft.com/office/drawing/2014/main" id="{1C931823-45B5-C085-A113-DB9330738ADC}"/>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3</a:t>
              </a:r>
              <a:endParaRPr lang="en-US" sz="1500" dirty="0"/>
            </a:p>
          </p:txBody>
        </p:sp>
        <p:sp>
          <p:nvSpPr>
            <p:cNvPr id="41" name="Text 17">
              <a:extLst>
                <a:ext uri="{FF2B5EF4-FFF2-40B4-BE49-F238E27FC236}">
                  <a16:creationId xmlns:a16="http://schemas.microsoft.com/office/drawing/2014/main" id="{D56C440D-7C8A-A706-AE7D-90673058A11C}"/>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3: ML-based</a:t>
              </a:r>
              <a:endParaRPr lang="en-US" sz="1250" dirty="0"/>
            </a:p>
          </p:txBody>
        </p:sp>
        <p:sp>
          <p:nvSpPr>
            <p:cNvPr id="42" name="Text 18">
              <a:extLst>
                <a:ext uri="{FF2B5EF4-FFF2-40B4-BE49-F238E27FC236}">
                  <a16:creationId xmlns:a16="http://schemas.microsoft.com/office/drawing/2014/main" id="{3AA76436-9A9C-266D-4413-B296B37ACD79}"/>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950" dirty="0"/>
            </a:p>
          </p:txBody>
        </p:sp>
        <p:sp>
          <p:nvSpPr>
            <p:cNvPr id="43" name="Shape 19">
              <a:extLst>
                <a:ext uri="{FF2B5EF4-FFF2-40B4-BE49-F238E27FC236}">
                  <a16:creationId xmlns:a16="http://schemas.microsoft.com/office/drawing/2014/main" id="{162A2188-105C-6D90-E307-8B7192D0E514}"/>
                </a:ext>
              </a:extLst>
            </p:cNvPr>
            <p:cNvSpPr/>
            <p:nvPr/>
          </p:nvSpPr>
          <p:spPr>
            <a:xfrm>
              <a:off x="11271647" y="2995017"/>
              <a:ext cx="15240" cy="369570"/>
            </a:xfrm>
            <a:prstGeom prst="roundRect">
              <a:avLst>
                <a:gd name="adj" fmla="val 339601"/>
              </a:avLst>
            </a:prstGeom>
            <a:solidFill>
              <a:srgbClr val="BBC2DC"/>
            </a:solidFill>
            <a:ln/>
          </p:spPr>
        </p:sp>
        <p:sp>
          <p:nvSpPr>
            <p:cNvPr id="44" name="Shape 20">
              <a:extLst>
                <a:ext uri="{FF2B5EF4-FFF2-40B4-BE49-F238E27FC236}">
                  <a16:creationId xmlns:a16="http://schemas.microsoft.com/office/drawing/2014/main" id="{78B1676D-87A8-02F9-96DD-4F196514D138}"/>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45" name="Text 21">
              <a:extLst>
                <a:ext uri="{FF2B5EF4-FFF2-40B4-BE49-F238E27FC236}">
                  <a16:creationId xmlns:a16="http://schemas.microsoft.com/office/drawing/2014/main" id="{16CD2477-75A2-E65F-B832-E7EEF4A357F2}"/>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4</a:t>
              </a:r>
              <a:endParaRPr lang="en-US" sz="1500" dirty="0"/>
            </a:p>
          </p:txBody>
        </p:sp>
        <p:sp>
          <p:nvSpPr>
            <p:cNvPr id="46" name="Text 22">
              <a:extLst>
                <a:ext uri="{FF2B5EF4-FFF2-40B4-BE49-F238E27FC236}">
                  <a16:creationId xmlns:a16="http://schemas.microsoft.com/office/drawing/2014/main" id="{098928CE-9233-5285-7C3E-CCB949B30BFD}"/>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4: AI-based</a:t>
              </a:r>
              <a:endParaRPr lang="en-US" sz="1250" dirty="0"/>
            </a:p>
          </p:txBody>
        </p:sp>
        <p:sp>
          <p:nvSpPr>
            <p:cNvPr id="47" name="Text 23">
              <a:extLst>
                <a:ext uri="{FF2B5EF4-FFF2-40B4-BE49-F238E27FC236}">
                  <a16:creationId xmlns:a16="http://schemas.microsoft.com/office/drawing/2014/main" id="{3B7EBA8F-611E-CDA6-A128-B0B845FF15DB}"/>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950" dirty="0"/>
            </a:p>
          </p:txBody>
        </p:sp>
      </p:grpSp>
      <p:cxnSp>
        <p:nvCxnSpPr>
          <p:cNvPr id="3" name="Straight Arrow Connector 2">
            <a:extLst>
              <a:ext uri="{FF2B5EF4-FFF2-40B4-BE49-F238E27FC236}">
                <a16:creationId xmlns:a16="http://schemas.microsoft.com/office/drawing/2014/main" id="{B625EB73-46B6-BF11-E5C8-2132C0E0C45C}"/>
              </a:ext>
            </a:extLst>
          </p:cNvPr>
          <p:cNvCxnSpPr>
            <a:cxnSpLocks/>
            <a:endCxn id="12" idx="1"/>
          </p:cNvCxnSpPr>
          <p:nvPr/>
        </p:nvCxnSpPr>
        <p:spPr>
          <a:xfrm flipV="1">
            <a:off x="3767769" y="602785"/>
            <a:ext cx="1786703" cy="1834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6E94948F-B23E-7346-ADB2-96DC1DB4E2A4}"/>
              </a:ext>
            </a:extLst>
          </p:cNvPr>
          <p:cNvCxnSpPr>
            <a:cxnSpLocks/>
            <a:endCxn id="19" idx="1"/>
          </p:cNvCxnSpPr>
          <p:nvPr/>
        </p:nvCxnSpPr>
        <p:spPr>
          <a:xfrm flipV="1">
            <a:off x="3767769" y="2104450"/>
            <a:ext cx="1786703" cy="333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2440DEDF-9DD6-B46D-8EDE-C8F87662A48A}"/>
              </a:ext>
            </a:extLst>
          </p:cNvPr>
          <p:cNvCxnSpPr>
            <a:cxnSpLocks/>
            <a:endCxn id="20" idx="1"/>
          </p:cNvCxnSpPr>
          <p:nvPr/>
        </p:nvCxnSpPr>
        <p:spPr>
          <a:xfrm>
            <a:off x="3767769" y="2437500"/>
            <a:ext cx="1786703" cy="1443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Google Shape;673;p32">
            <a:extLst>
              <a:ext uri="{FF2B5EF4-FFF2-40B4-BE49-F238E27FC236}">
                <a16:creationId xmlns:a16="http://schemas.microsoft.com/office/drawing/2014/main" id="{3F6D90F2-14D8-97CE-5E9D-8DBDB67436E4}"/>
              </a:ext>
            </a:extLst>
          </p:cNvPr>
          <p:cNvSpPr txBox="1">
            <a:spLocks/>
          </p:cNvSpPr>
          <p:nvPr/>
        </p:nvSpPr>
        <p:spPr>
          <a:xfrm>
            <a:off x="5554472" y="181885"/>
            <a:ext cx="3589528"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vi-VN" sz="1200" dirty="0">
                <a:latin typeface="Bahnschrift" panose="020B0502040204020203" pitchFamily="34" charset="0"/>
              </a:rPr>
              <a:t>Học có giám sát (Supervised Learning): Máy học từ dữ liệu đã được dán nhãn (có đáp án sẵn).</a:t>
            </a:r>
          </a:p>
          <a:p>
            <a:r>
              <a:rPr lang="vi-VN" sz="1200" i="1" dirty="0">
                <a:latin typeface="Bahnschrift" panose="020B0502040204020203" pitchFamily="34" charset="0"/>
              </a:rPr>
              <a:t>Ví dụ:</a:t>
            </a:r>
            <a:r>
              <a:rPr lang="vi-VN" sz="1200" dirty="0">
                <a:latin typeface="Bahnschrift" panose="020B0502040204020203" pitchFamily="34" charset="0"/>
              </a:rPr>
              <a:t> Đưa ảnh chụp X-quang và chỉ cho máy biết cái nào là "Ung thư", cái nào "Bình thường". Sau này máy tự chẩn đoán ảnh mới.</a:t>
            </a:r>
          </a:p>
          <a:p>
            <a:endParaRPr lang="en-US" sz="1200" dirty="0">
              <a:solidFill>
                <a:schemeClr val="lt2"/>
              </a:solidFill>
              <a:latin typeface="Bahnschrift" panose="020B0502040204020203" pitchFamily="34" charset="0"/>
            </a:endParaRPr>
          </a:p>
        </p:txBody>
      </p:sp>
      <p:sp>
        <p:nvSpPr>
          <p:cNvPr id="19" name="Google Shape;673;p32">
            <a:extLst>
              <a:ext uri="{FF2B5EF4-FFF2-40B4-BE49-F238E27FC236}">
                <a16:creationId xmlns:a16="http://schemas.microsoft.com/office/drawing/2014/main" id="{A864CF99-9858-84ED-BC79-35B402BAD71B}"/>
              </a:ext>
            </a:extLst>
          </p:cNvPr>
          <p:cNvSpPr txBox="1">
            <a:spLocks/>
          </p:cNvSpPr>
          <p:nvPr/>
        </p:nvSpPr>
        <p:spPr>
          <a:xfrm>
            <a:off x="5554472" y="1683550"/>
            <a:ext cx="3589528"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vi-VN" sz="1200" dirty="0">
                <a:latin typeface="Bahnschrift" panose="020B0502040204020203" pitchFamily="34" charset="0"/>
              </a:rPr>
              <a:t>Học không giám sát (Unsupervised Learning): Máy tự tìm quy luật trong dữ liệu chưa dán nhãn (không có đáp án).</a:t>
            </a:r>
          </a:p>
          <a:p>
            <a:r>
              <a:rPr lang="vi-VN" sz="1200" i="1" dirty="0">
                <a:latin typeface="Bahnschrift" panose="020B0502040204020203" pitchFamily="34" charset="0"/>
              </a:rPr>
              <a:t>Ví dụ:</a:t>
            </a:r>
            <a:r>
              <a:rPr lang="vi-VN" sz="1200" dirty="0">
                <a:latin typeface="Bahnschrift" panose="020B0502040204020203" pitchFamily="34" charset="0"/>
              </a:rPr>
              <a:t> Một trang thương mại điện tử đưa danh sách 1 triệu khách hàng cho máy, máy tự phân nhóm khách thành: "Nhóm thích đồ công nghệ", "Nhóm mẹ bỉm sữa", "Nhóm săn sale".</a:t>
            </a:r>
          </a:p>
        </p:txBody>
      </p:sp>
      <p:sp>
        <p:nvSpPr>
          <p:cNvPr id="20" name="Google Shape;673;p32">
            <a:extLst>
              <a:ext uri="{FF2B5EF4-FFF2-40B4-BE49-F238E27FC236}">
                <a16:creationId xmlns:a16="http://schemas.microsoft.com/office/drawing/2014/main" id="{FECC97A4-AAC4-0378-84B3-D2E33D633F73}"/>
              </a:ext>
            </a:extLst>
          </p:cNvPr>
          <p:cNvSpPr txBox="1">
            <a:spLocks/>
          </p:cNvSpPr>
          <p:nvPr/>
        </p:nvSpPr>
        <p:spPr>
          <a:xfrm>
            <a:off x="5554472" y="3459950"/>
            <a:ext cx="3589528"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vi-VN" sz="1200" dirty="0">
                <a:latin typeface="Bahnschrift" panose="020B0502040204020203" pitchFamily="34" charset="0"/>
              </a:rPr>
              <a:t>Học tăng cường (Reinforcement Learning): Máy học qua thử và sai để nhận "phần thưởng".</a:t>
            </a:r>
          </a:p>
          <a:p>
            <a:r>
              <a:rPr lang="vi-VN" sz="1200" i="1" dirty="0">
                <a:latin typeface="Bahnschrift" panose="020B0502040204020203" pitchFamily="34" charset="0"/>
              </a:rPr>
              <a:t>Ví dụ:</a:t>
            </a:r>
            <a:r>
              <a:rPr lang="vi-VN" sz="1200" dirty="0">
                <a:latin typeface="Bahnschrift" panose="020B0502040204020203" pitchFamily="34" charset="0"/>
              </a:rPr>
              <a:t> Lập trình cho robot chơi game hoặc xe tự lái. Cứ đi đúng/thắng thì được cộng điểm, đi sai/đâm đụng thì bị trừ điểm. Sau hàng triệu lần thử, nó sẽ biết cách đi tối ưu nhất.</a:t>
            </a:r>
          </a:p>
        </p:txBody>
      </p:sp>
    </p:spTree>
    <p:extLst>
      <p:ext uri="{BB962C8B-B14F-4D97-AF65-F5344CB8AC3E}">
        <p14:creationId xmlns:p14="http://schemas.microsoft.com/office/powerpoint/2010/main" val="2712509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arn(inVertical)">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00"/>
                                        <p:tgtEl>
                                          <p:spTgt spid="4"/>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down)">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down)">
                                      <p:cBhvr>
                                        <p:cTn id="23" dur="500"/>
                                        <p:tgtEl>
                                          <p:spTgt spid="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down)">
                                      <p:cBhvr>
                                        <p:cTn id="2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6BB6FCD3-F2F3-8144-D310-18A5E523C934}"/>
            </a:ext>
          </a:extLst>
        </p:cNvPr>
        <p:cNvGrpSpPr/>
        <p:nvPr/>
      </p:nvGrpSpPr>
      <p:grpSpPr>
        <a:xfrm>
          <a:off x="0" y="0"/>
          <a:ext cx="0" cy="0"/>
          <a:chOff x="0" y="0"/>
          <a:chExt cx="0" cy="0"/>
        </a:xfrm>
      </p:grpSpPr>
      <p:grpSp>
        <p:nvGrpSpPr>
          <p:cNvPr id="733" name="Google Shape;733;p32">
            <a:extLst>
              <a:ext uri="{FF2B5EF4-FFF2-40B4-BE49-F238E27FC236}">
                <a16:creationId xmlns:a16="http://schemas.microsoft.com/office/drawing/2014/main" id="{8FECBDA9-7901-1A4D-7D64-4F768DE24D54}"/>
              </a:ext>
            </a:extLst>
          </p:cNvPr>
          <p:cNvGrpSpPr/>
          <p:nvPr/>
        </p:nvGrpSpPr>
        <p:grpSpPr>
          <a:xfrm>
            <a:off x="333839" y="391060"/>
            <a:ext cx="536748" cy="599601"/>
            <a:chOff x="-1981011" y="3336622"/>
            <a:chExt cx="536748" cy="599601"/>
          </a:xfrm>
        </p:grpSpPr>
        <p:sp>
          <p:nvSpPr>
            <p:cNvPr id="734" name="Google Shape;734;p32">
              <a:extLst>
                <a:ext uri="{FF2B5EF4-FFF2-40B4-BE49-F238E27FC236}">
                  <a16:creationId xmlns:a16="http://schemas.microsoft.com/office/drawing/2014/main" id="{A5B1207E-643D-CD3B-7974-71B52CBD3D04}"/>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5" name="Google Shape;735;p32">
              <a:extLst>
                <a:ext uri="{FF2B5EF4-FFF2-40B4-BE49-F238E27FC236}">
                  <a16:creationId xmlns:a16="http://schemas.microsoft.com/office/drawing/2014/main" id="{5FCD3036-41BA-A29D-BFBB-CA3E9A3AC5BD}"/>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6" name="Google Shape;736;p32">
              <a:extLst>
                <a:ext uri="{FF2B5EF4-FFF2-40B4-BE49-F238E27FC236}">
                  <a16:creationId xmlns:a16="http://schemas.microsoft.com/office/drawing/2014/main" id="{57EB153C-9318-4A38-E49E-9871D5B453A8}"/>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7" name="Google Shape;737;p32">
              <a:extLst>
                <a:ext uri="{FF2B5EF4-FFF2-40B4-BE49-F238E27FC236}">
                  <a16:creationId xmlns:a16="http://schemas.microsoft.com/office/drawing/2014/main" id="{37C3D048-FAAA-3929-A7DC-F11B5209E587}"/>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8" name="Google Shape;738;p32">
              <a:extLst>
                <a:ext uri="{FF2B5EF4-FFF2-40B4-BE49-F238E27FC236}">
                  <a16:creationId xmlns:a16="http://schemas.microsoft.com/office/drawing/2014/main" id="{2DA8656C-CCC0-0979-3579-09D8AADA1C88}"/>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pic>
        <p:nvPicPr>
          <p:cNvPr id="672" name="Google Shape;672;p32">
            <a:extLst>
              <a:ext uri="{FF2B5EF4-FFF2-40B4-BE49-F238E27FC236}">
                <a16:creationId xmlns:a16="http://schemas.microsoft.com/office/drawing/2014/main" id="{1F11E4BA-84D3-5A5E-9DEE-CEFE73E08157}"/>
              </a:ext>
            </a:extLst>
          </p:cNvPr>
          <p:cNvPicPr preferRelativeResize="0"/>
          <p:nvPr/>
        </p:nvPicPr>
        <p:blipFill rotWithShape="1">
          <a:blip r:embed="rId3">
            <a:alphaModFix/>
          </a:blip>
          <a:srcRect l="48461" t="-1107" r="2177" b="1107"/>
          <a:stretch>
            <a:fillRect/>
          </a:stretch>
        </p:blipFill>
        <p:spPr>
          <a:xfrm>
            <a:off x="9725520" y="771741"/>
            <a:ext cx="3225800" cy="3675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73" name="Google Shape;673;p32">
            <a:extLst>
              <a:ext uri="{FF2B5EF4-FFF2-40B4-BE49-F238E27FC236}">
                <a16:creationId xmlns:a16="http://schemas.microsoft.com/office/drawing/2014/main" id="{A8E0916B-C1E5-D731-E41C-D69F26354B42}"/>
              </a:ext>
            </a:extLst>
          </p:cNvPr>
          <p:cNvSpPr txBox="1">
            <a:spLocks noGrp="1"/>
          </p:cNvSpPr>
          <p:nvPr>
            <p:ph type="title"/>
          </p:nvPr>
        </p:nvSpPr>
        <p:spPr>
          <a:xfrm>
            <a:off x="989507" y="1729950"/>
            <a:ext cx="315290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rPr>
              <a:t>MACHINE LEARNING</a:t>
            </a:r>
            <a:endParaRPr dirty="0">
              <a:solidFill>
                <a:schemeClr val="lt2"/>
              </a:solidFill>
            </a:endParaRPr>
          </a:p>
        </p:txBody>
      </p:sp>
      <p:sp>
        <p:nvSpPr>
          <p:cNvPr id="674" name="Google Shape;674;p32">
            <a:extLst>
              <a:ext uri="{FF2B5EF4-FFF2-40B4-BE49-F238E27FC236}">
                <a16:creationId xmlns:a16="http://schemas.microsoft.com/office/drawing/2014/main" id="{A2EE28D9-D40A-60B0-30D4-B330B67B98C3}"/>
              </a:ext>
            </a:extLst>
          </p:cNvPr>
          <p:cNvSpPr txBox="1">
            <a:spLocks noGrp="1"/>
          </p:cNvSpPr>
          <p:nvPr>
            <p:ph type="subTitle" idx="1"/>
          </p:nvPr>
        </p:nvSpPr>
        <p:spPr>
          <a:xfrm>
            <a:off x="-6279576" y="1040861"/>
            <a:ext cx="5593776" cy="1974900"/>
          </a:xfrm>
          <a:prstGeom prst="rect">
            <a:avLst/>
          </a:prstGeom>
        </p:spPr>
        <p:txBody>
          <a:bodyPr spcFirstLastPara="1" wrap="square" lIns="91425" tIns="91425" rIns="91425" bIns="91425" anchor="t" anchorCtr="0">
            <a:noAutofit/>
          </a:bodyPr>
          <a:lstStyle/>
          <a:p>
            <a:pPr marL="0" lvl="0" indent="0"/>
            <a:r>
              <a:rPr lang="vi-VN" b="1" dirty="0"/>
              <a:t>Machine Learning (Học máy)</a:t>
            </a:r>
            <a:r>
              <a:rPr lang="vi-VN" dirty="0"/>
              <a:t> là một lĩnh vực của Trí tuệ nhân tạo (AI), tập trung vào việc xây dựng các hệ thống có khả năng </a:t>
            </a:r>
            <a:r>
              <a:rPr lang="vi-VN" b="1" dirty="0"/>
              <a:t>tự học hỏi từ dữ liệu</a:t>
            </a:r>
            <a:r>
              <a:rPr lang="vi-VN" dirty="0"/>
              <a:t> để đưa ra dự đoán hoặc quyết định mà không cần phải được lập trình từng bước một cách thủ công.</a:t>
            </a:r>
            <a:endParaRPr lang="en-US" dirty="0"/>
          </a:p>
          <a:p>
            <a:pPr marL="0" lvl="0" indent="0"/>
            <a:r>
              <a:rPr lang="vi-VN" dirty="0"/>
              <a:t>Việc ứng dụng Học máy (Machine Learning) vào Hệ thống phát hiện xâm nhập (Intrusion Detection System - IDS) đánh dấu bước chuyển mình quan trọng trong lĩnh vực an ninh mạng. Thay vì dựa hoàn toàn vào các tập luật cố định do con người định nghĩa, ML cho phép hệ thống tự động học hỏi và nhận diện các mẫu hành vi bất thường từ lượng lớn dữ liệu lịch sử.</a:t>
            </a:r>
            <a:endParaRPr dirty="0"/>
          </a:p>
        </p:txBody>
      </p:sp>
      <p:sp>
        <p:nvSpPr>
          <p:cNvPr id="675" name="Google Shape;675;p32">
            <a:extLst>
              <a:ext uri="{FF2B5EF4-FFF2-40B4-BE49-F238E27FC236}">
                <a16:creationId xmlns:a16="http://schemas.microsoft.com/office/drawing/2014/main" id="{6DE8919D-A03A-A97E-5567-34293130986E}"/>
              </a:ext>
            </a:extLst>
          </p:cNvPr>
          <p:cNvSpPr/>
          <p:nvPr/>
        </p:nvSpPr>
        <p:spPr>
          <a:xfrm>
            <a:off x="5946841" y="841750"/>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a:extLst>
              <a:ext uri="{FF2B5EF4-FFF2-40B4-BE49-F238E27FC236}">
                <a16:creationId xmlns:a16="http://schemas.microsoft.com/office/drawing/2014/main" id="{E9C00654-A925-C60F-DB15-4F892045F137}"/>
              </a:ext>
            </a:extLst>
          </p:cNvPr>
          <p:cNvSpPr/>
          <p:nvPr/>
        </p:nvSpPr>
        <p:spPr>
          <a:xfrm>
            <a:off x="5955516" y="749141"/>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32">
            <a:extLst>
              <a:ext uri="{FF2B5EF4-FFF2-40B4-BE49-F238E27FC236}">
                <a16:creationId xmlns:a16="http://schemas.microsoft.com/office/drawing/2014/main" id="{E27413F9-01E2-B0C0-7A48-D1BC362D10F6}"/>
              </a:ext>
            </a:extLst>
          </p:cNvPr>
          <p:cNvGrpSpPr/>
          <p:nvPr/>
        </p:nvGrpSpPr>
        <p:grpSpPr>
          <a:xfrm>
            <a:off x="11053692" y="70337"/>
            <a:ext cx="1114126" cy="970524"/>
            <a:chOff x="4870700" y="341075"/>
            <a:chExt cx="1114126" cy="970524"/>
          </a:xfrm>
        </p:grpSpPr>
        <p:sp>
          <p:nvSpPr>
            <p:cNvPr id="678" name="Google Shape;678;p32">
              <a:extLst>
                <a:ext uri="{FF2B5EF4-FFF2-40B4-BE49-F238E27FC236}">
                  <a16:creationId xmlns:a16="http://schemas.microsoft.com/office/drawing/2014/main" id="{D26EF55A-B3C6-198E-629C-0D447942A21C}"/>
                </a:ext>
              </a:extLst>
            </p:cNvPr>
            <p:cNvSpPr/>
            <p:nvPr/>
          </p:nvSpPr>
          <p:spPr>
            <a:xfrm>
              <a:off x="4870700" y="341075"/>
              <a:ext cx="964196" cy="903003"/>
            </a:xfrm>
            <a:custGeom>
              <a:avLst/>
              <a:gdLst/>
              <a:ahLst/>
              <a:cxnLst/>
              <a:rect l="l" t="t" r="r" b="b"/>
              <a:pathLst>
                <a:path w="8225" h="7703" extrusionOk="0">
                  <a:moveTo>
                    <a:pt x="5985" y="1"/>
                  </a:moveTo>
                  <a:cubicBezTo>
                    <a:pt x="5869" y="1"/>
                    <a:pt x="5741" y="38"/>
                    <a:pt x="5606" y="115"/>
                  </a:cubicBezTo>
                  <a:cubicBezTo>
                    <a:pt x="5263" y="314"/>
                    <a:pt x="4962" y="730"/>
                    <a:pt x="4796" y="1191"/>
                  </a:cubicBezTo>
                  <a:cubicBezTo>
                    <a:pt x="4621" y="793"/>
                    <a:pt x="4314" y="570"/>
                    <a:pt x="3935" y="570"/>
                  </a:cubicBezTo>
                  <a:cubicBezTo>
                    <a:pt x="3730" y="570"/>
                    <a:pt x="3505" y="635"/>
                    <a:pt x="3268" y="772"/>
                  </a:cubicBezTo>
                  <a:cubicBezTo>
                    <a:pt x="2373" y="1288"/>
                    <a:pt x="1644" y="2638"/>
                    <a:pt x="1586" y="3844"/>
                  </a:cubicBezTo>
                  <a:cubicBezTo>
                    <a:pt x="1497" y="3870"/>
                    <a:pt x="1405" y="3909"/>
                    <a:pt x="1310" y="3963"/>
                  </a:cubicBezTo>
                  <a:cubicBezTo>
                    <a:pt x="588" y="4381"/>
                    <a:pt x="1" y="5502"/>
                    <a:pt x="1" y="6468"/>
                  </a:cubicBezTo>
                  <a:cubicBezTo>
                    <a:pt x="1" y="6989"/>
                    <a:pt x="172" y="7358"/>
                    <a:pt x="445" y="7521"/>
                  </a:cubicBezTo>
                  <a:cubicBezTo>
                    <a:pt x="547" y="7583"/>
                    <a:pt x="664" y="7615"/>
                    <a:pt x="791" y="7615"/>
                  </a:cubicBezTo>
                  <a:cubicBezTo>
                    <a:pt x="950" y="7615"/>
                    <a:pt x="1126" y="7565"/>
                    <a:pt x="1310" y="7458"/>
                  </a:cubicBezTo>
                  <a:cubicBezTo>
                    <a:pt x="1566" y="7311"/>
                    <a:pt x="1803" y="7076"/>
                    <a:pt x="2004" y="6792"/>
                  </a:cubicBezTo>
                  <a:cubicBezTo>
                    <a:pt x="2048" y="7365"/>
                    <a:pt x="2337" y="7702"/>
                    <a:pt x="2735" y="7702"/>
                  </a:cubicBezTo>
                  <a:cubicBezTo>
                    <a:pt x="2884" y="7702"/>
                    <a:pt x="3047" y="7656"/>
                    <a:pt x="3219" y="7556"/>
                  </a:cubicBezTo>
                  <a:cubicBezTo>
                    <a:pt x="3657" y="7303"/>
                    <a:pt x="4040" y="6774"/>
                    <a:pt x="4256" y="6187"/>
                  </a:cubicBezTo>
                  <a:cubicBezTo>
                    <a:pt x="4383" y="6340"/>
                    <a:pt x="4553" y="6423"/>
                    <a:pt x="4750" y="6423"/>
                  </a:cubicBezTo>
                  <a:cubicBezTo>
                    <a:pt x="4898" y="6423"/>
                    <a:pt x="5061" y="6376"/>
                    <a:pt x="5233" y="6277"/>
                  </a:cubicBezTo>
                  <a:cubicBezTo>
                    <a:pt x="5817" y="5939"/>
                    <a:pt x="6306" y="5109"/>
                    <a:pt x="6425" y="4309"/>
                  </a:cubicBezTo>
                  <a:cubicBezTo>
                    <a:pt x="6430" y="4309"/>
                    <a:pt x="6436" y="4309"/>
                    <a:pt x="6441" y="4309"/>
                  </a:cubicBezTo>
                  <a:cubicBezTo>
                    <a:pt x="6597" y="4309"/>
                    <a:pt x="6768" y="4261"/>
                    <a:pt x="6947" y="4157"/>
                  </a:cubicBezTo>
                  <a:cubicBezTo>
                    <a:pt x="7652" y="3750"/>
                    <a:pt x="8223" y="2659"/>
                    <a:pt x="8223" y="1720"/>
                  </a:cubicBezTo>
                  <a:cubicBezTo>
                    <a:pt x="8224" y="1020"/>
                    <a:pt x="7907" y="602"/>
                    <a:pt x="7454" y="602"/>
                  </a:cubicBezTo>
                  <a:cubicBezTo>
                    <a:pt x="7299" y="602"/>
                    <a:pt x="7128" y="651"/>
                    <a:pt x="6947" y="755"/>
                  </a:cubicBezTo>
                  <a:cubicBezTo>
                    <a:pt x="6806" y="837"/>
                    <a:pt x="6669" y="949"/>
                    <a:pt x="6542" y="1079"/>
                  </a:cubicBezTo>
                  <a:cubicBezTo>
                    <a:pt x="6552" y="997"/>
                    <a:pt x="6559" y="915"/>
                    <a:pt x="6559" y="835"/>
                  </a:cubicBezTo>
                  <a:cubicBezTo>
                    <a:pt x="6559" y="313"/>
                    <a:pt x="6323" y="1"/>
                    <a:pt x="59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79" name="Google Shape;679;p32">
              <a:extLst>
                <a:ext uri="{FF2B5EF4-FFF2-40B4-BE49-F238E27FC236}">
                  <a16:creationId xmlns:a16="http://schemas.microsoft.com/office/drawing/2014/main" id="{C281FECE-16CD-DA50-4A0C-16F56A4DDA17}"/>
                </a:ext>
              </a:extLst>
            </p:cNvPr>
            <p:cNvSpPr/>
            <p:nvPr/>
          </p:nvSpPr>
          <p:spPr>
            <a:xfrm>
              <a:off x="4922749" y="1197415"/>
              <a:ext cx="59552" cy="59669"/>
            </a:xfrm>
            <a:custGeom>
              <a:avLst/>
              <a:gdLst/>
              <a:ahLst/>
              <a:cxnLst/>
              <a:rect l="l" t="t" r="r" b="b"/>
              <a:pathLst>
                <a:path w="508" h="509" extrusionOk="0">
                  <a:moveTo>
                    <a:pt x="460" y="0"/>
                  </a:moveTo>
                  <a:lnTo>
                    <a:pt x="1" y="216"/>
                  </a:lnTo>
                  <a:lnTo>
                    <a:pt x="507" y="508"/>
                  </a:lnTo>
                  <a:lnTo>
                    <a:pt x="4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0" name="Google Shape;680;p32">
              <a:extLst>
                <a:ext uri="{FF2B5EF4-FFF2-40B4-BE49-F238E27FC236}">
                  <a16:creationId xmlns:a16="http://schemas.microsoft.com/office/drawing/2014/main" id="{5BC5D0C9-E2F2-FCF5-242A-B03E1023D508}"/>
                </a:ext>
              </a:extLst>
            </p:cNvPr>
            <p:cNvSpPr/>
            <p:nvPr/>
          </p:nvSpPr>
          <p:spPr>
            <a:xfrm>
              <a:off x="5153803" y="1208786"/>
              <a:ext cx="59552" cy="59552"/>
            </a:xfrm>
            <a:custGeom>
              <a:avLst/>
              <a:gdLst/>
              <a:ahLst/>
              <a:cxnLst/>
              <a:rect l="l" t="t" r="r" b="b"/>
              <a:pathLst>
                <a:path w="508" h="508" extrusionOk="0">
                  <a:moveTo>
                    <a:pt x="461" y="0"/>
                  </a:moveTo>
                  <a:lnTo>
                    <a:pt x="0"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1" name="Google Shape;681;p32">
              <a:extLst>
                <a:ext uri="{FF2B5EF4-FFF2-40B4-BE49-F238E27FC236}">
                  <a16:creationId xmlns:a16="http://schemas.microsoft.com/office/drawing/2014/main" id="{3C389E2B-B60E-0735-48E1-43CFF45E9CCD}"/>
                </a:ext>
              </a:extLst>
            </p:cNvPr>
            <p:cNvSpPr/>
            <p:nvPr/>
          </p:nvSpPr>
          <p:spPr>
            <a:xfrm>
              <a:off x="5386732" y="1056977"/>
              <a:ext cx="59669" cy="59669"/>
            </a:xfrm>
            <a:custGeom>
              <a:avLst/>
              <a:gdLst/>
              <a:ahLst/>
              <a:cxnLst/>
              <a:rect l="l" t="t" r="r" b="b"/>
              <a:pathLst>
                <a:path w="509" h="509" extrusionOk="0">
                  <a:moveTo>
                    <a:pt x="461" y="0"/>
                  </a:moveTo>
                  <a:lnTo>
                    <a:pt x="1"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2" name="Google Shape;682;p32">
              <a:extLst>
                <a:ext uri="{FF2B5EF4-FFF2-40B4-BE49-F238E27FC236}">
                  <a16:creationId xmlns:a16="http://schemas.microsoft.com/office/drawing/2014/main" id="{21CA92C8-6DB5-93DB-9613-FD2CA6E0C886}"/>
                </a:ext>
              </a:extLst>
            </p:cNvPr>
            <p:cNvSpPr/>
            <p:nvPr/>
          </p:nvSpPr>
          <p:spPr>
            <a:xfrm>
              <a:off x="5383684" y="421727"/>
              <a:ext cx="48298" cy="46188"/>
            </a:xfrm>
            <a:custGeom>
              <a:avLst/>
              <a:gdLst/>
              <a:ahLst/>
              <a:cxnLst/>
              <a:rect l="l" t="t" r="r" b="b"/>
              <a:pathLst>
                <a:path w="412" h="394" extrusionOk="0">
                  <a:moveTo>
                    <a:pt x="1" y="1"/>
                  </a:moveTo>
                  <a:lnTo>
                    <a:pt x="104" y="394"/>
                  </a:lnTo>
                  <a:lnTo>
                    <a:pt x="412" y="240"/>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3" name="Google Shape;683;p32">
              <a:extLst>
                <a:ext uri="{FF2B5EF4-FFF2-40B4-BE49-F238E27FC236}">
                  <a16:creationId xmlns:a16="http://schemas.microsoft.com/office/drawing/2014/main" id="{A11754FD-300F-802E-2BE3-5B9FE841CE66}"/>
                </a:ext>
              </a:extLst>
            </p:cNvPr>
            <p:cNvSpPr/>
            <p:nvPr/>
          </p:nvSpPr>
          <p:spPr>
            <a:xfrm>
              <a:off x="5598092" y="347171"/>
              <a:ext cx="52166" cy="46305"/>
            </a:xfrm>
            <a:custGeom>
              <a:avLst/>
              <a:gdLst/>
              <a:ahLst/>
              <a:cxnLst/>
              <a:rect l="l" t="t" r="r" b="b"/>
              <a:pathLst>
                <a:path w="445" h="395" extrusionOk="0">
                  <a:moveTo>
                    <a:pt x="0" y="0"/>
                  </a:moveTo>
                  <a:lnTo>
                    <a:pt x="105" y="394"/>
                  </a:lnTo>
                  <a:lnTo>
                    <a:pt x="444" y="259"/>
                  </a:lnTo>
                  <a:lnTo>
                    <a:pt x="0" y="0"/>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4" name="Google Shape;684;p32">
              <a:extLst>
                <a:ext uri="{FF2B5EF4-FFF2-40B4-BE49-F238E27FC236}">
                  <a16:creationId xmlns:a16="http://schemas.microsoft.com/office/drawing/2014/main" id="{301275E3-CE7A-07C0-23BA-3EB8A476CD1B}"/>
                </a:ext>
              </a:extLst>
            </p:cNvPr>
            <p:cNvSpPr/>
            <p:nvPr/>
          </p:nvSpPr>
          <p:spPr>
            <a:xfrm>
              <a:off x="5782724" y="421727"/>
              <a:ext cx="52166" cy="46188"/>
            </a:xfrm>
            <a:custGeom>
              <a:avLst/>
              <a:gdLst/>
              <a:ahLst/>
              <a:cxnLst/>
              <a:rect l="l" t="t" r="r" b="b"/>
              <a:pathLst>
                <a:path w="445" h="394" extrusionOk="0">
                  <a:moveTo>
                    <a:pt x="1" y="1"/>
                  </a:moveTo>
                  <a:lnTo>
                    <a:pt x="105" y="394"/>
                  </a:lnTo>
                  <a:lnTo>
                    <a:pt x="444" y="258"/>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5" name="Google Shape;685;p32">
              <a:extLst>
                <a:ext uri="{FF2B5EF4-FFF2-40B4-BE49-F238E27FC236}">
                  <a16:creationId xmlns:a16="http://schemas.microsoft.com/office/drawing/2014/main" id="{C52D3D3E-10BF-1EA4-DCE7-7005567B7922}"/>
                </a:ext>
              </a:extLst>
            </p:cNvPr>
            <p:cNvSpPr/>
            <p:nvPr/>
          </p:nvSpPr>
          <p:spPr>
            <a:xfrm>
              <a:off x="4924859" y="372492"/>
              <a:ext cx="964196" cy="903003"/>
            </a:xfrm>
            <a:custGeom>
              <a:avLst/>
              <a:gdLst/>
              <a:ahLst/>
              <a:cxnLst/>
              <a:rect l="l" t="t" r="r" b="b"/>
              <a:pathLst>
                <a:path w="8225" h="7703" extrusionOk="0">
                  <a:moveTo>
                    <a:pt x="5984" y="1"/>
                  </a:moveTo>
                  <a:cubicBezTo>
                    <a:pt x="5868" y="1"/>
                    <a:pt x="5740" y="38"/>
                    <a:pt x="5606" y="115"/>
                  </a:cubicBezTo>
                  <a:cubicBezTo>
                    <a:pt x="5263" y="314"/>
                    <a:pt x="4963" y="730"/>
                    <a:pt x="4795" y="1191"/>
                  </a:cubicBezTo>
                  <a:cubicBezTo>
                    <a:pt x="4621" y="793"/>
                    <a:pt x="4314" y="570"/>
                    <a:pt x="3935" y="570"/>
                  </a:cubicBezTo>
                  <a:cubicBezTo>
                    <a:pt x="3730" y="570"/>
                    <a:pt x="3505" y="635"/>
                    <a:pt x="3267" y="772"/>
                  </a:cubicBezTo>
                  <a:cubicBezTo>
                    <a:pt x="2373" y="1288"/>
                    <a:pt x="1643" y="2638"/>
                    <a:pt x="1587" y="3844"/>
                  </a:cubicBezTo>
                  <a:cubicBezTo>
                    <a:pt x="1498" y="3870"/>
                    <a:pt x="1406" y="3909"/>
                    <a:pt x="1311" y="3963"/>
                  </a:cubicBezTo>
                  <a:cubicBezTo>
                    <a:pt x="587" y="4381"/>
                    <a:pt x="1" y="5502"/>
                    <a:pt x="1" y="6468"/>
                  </a:cubicBezTo>
                  <a:cubicBezTo>
                    <a:pt x="1" y="7186"/>
                    <a:pt x="326" y="7616"/>
                    <a:pt x="791" y="7616"/>
                  </a:cubicBezTo>
                  <a:cubicBezTo>
                    <a:pt x="950" y="7616"/>
                    <a:pt x="1126" y="7565"/>
                    <a:pt x="1311" y="7458"/>
                  </a:cubicBezTo>
                  <a:cubicBezTo>
                    <a:pt x="1566" y="7311"/>
                    <a:pt x="1802" y="7076"/>
                    <a:pt x="2004" y="6792"/>
                  </a:cubicBezTo>
                  <a:cubicBezTo>
                    <a:pt x="2048" y="7365"/>
                    <a:pt x="2337" y="7702"/>
                    <a:pt x="2735" y="7702"/>
                  </a:cubicBezTo>
                  <a:cubicBezTo>
                    <a:pt x="2883" y="7702"/>
                    <a:pt x="3047" y="7656"/>
                    <a:pt x="3219" y="7556"/>
                  </a:cubicBezTo>
                  <a:cubicBezTo>
                    <a:pt x="3657" y="7303"/>
                    <a:pt x="4040" y="6774"/>
                    <a:pt x="4256" y="6187"/>
                  </a:cubicBezTo>
                  <a:cubicBezTo>
                    <a:pt x="4383" y="6340"/>
                    <a:pt x="4553" y="6423"/>
                    <a:pt x="4750" y="6423"/>
                  </a:cubicBezTo>
                  <a:cubicBezTo>
                    <a:pt x="4898" y="6423"/>
                    <a:pt x="5061" y="6376"/>
                    <a:pt x="5232" y="6277"/>
                  </a:cubicBezTo>
                  <a:cubicBezTo>
                    <a:pt x="5817" y="5939"/>
                    <a:pt x="6305" y="5109"/>
                    <a:pt x="6425" y="4309"/>
                  </a:cubicBezTo>
                  <a:cubicBezTo>
                    <a:pt x="6430" y="4309"/>
                    <a:pt x="6435" y="4309"/>
                    <a:pt x="6441" y="4309"/>
                  </a:cubicBezTo>
                  <a:cubicBezTo>
                    <a:pt x="6596" y="4309"/>
                    <a:pt x="6768" y="4261"/>
                    <a:pt x="6948" y="4157"/>
                  </a:cubicBezTo>
                  <a:cubicBezTo>
                    <a:pt x="7652" y="3750"/>
                    <a:pt x="8224" y="2659"/>
                    <a:pt x="8224" y="1720"/>
                  </a:cubicBezTo>
                  <a:cubicBezTo>
                    <a:pt x="8224" y="1020"/>
                    <a:pt x="7908" y="602"/>
                    <a:pt x="7455" y="602"/>
                  </a:cubicBezTo>
                  <a:cubicBezTo>
                    <a:pt x="7300" y="602"/>
                    <a:pt x="7128" y="651"/>
                    <a:pt x="6948" y="755"/>
                  </a:cubicBezTo>
                  <a:cubicBezTo>
                    <a:pt x="6806" y="837"/>
                    <a:pt x="6670" y="949"/>
                    <a:pt x="6542" y="1079"/>
                  </a:cubicBezTo>
                  <a:cubicBezTo>
                    <a:pt x="6553" y="997"/>
                    <a:pt x="6559" y="916"/>
                    <a:pt x="6559" y="835"/>
                  </a:cubicBezTo>
                  <a:cubicBezTo>
                    <a:pt x="6559" y="313"/>
                    <a:pt x="6322" y="1"/>
                    <a:pt x="59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6" name="Google Shape;686;p32">
              <a:extLst>
                <a:ext uri="{FF2B5EF4-FFF2-40B4-BE49-F238E27FC236}">
                  <a16:creationId xmlns:a16="http://schemas.microsoft.com/office/drawing/2014/main" id="{B86CE334-329C-941A-4789-6952613FCFAC}"/>
                </a:ext>
              </a:extLst>
            </p:cNvPr>
            <p:cNvSpPr/>
            <p:nvPr/>
          </p:nvSpPr>
          <p:spPr>
            <a:xfrm>
              <a:off x="5333042" y="630742"/>
              <a:ext cx="420026" cy="304440"/>
            </a:xfrm>
            <a:custGeom>
              <a:avLst/>
              <a:gdLst/>
              <a:ahLst/>
              <a:cxnLst/>
              <a:rect l="l" t="t" r="r" b="b"/>
              <a:pathLst>
                <a:path w="3583" h="2597" extrusionOk="0">
                  <a:moveTo>
                    <a:pt x="3582" y="0"/>
                  </a:moveTo>
                  <a:lnTo>
                    <a:pt x="0" y="2077"/>
                  </a:lnTo>
                  <a:lnTo>
                    <a:pt x="0" y="2597"/>
                  </a:lnTo>
                  <a:lnTo>
                    <a:pt x="3582" y="520"/>
                  </a:lnTo>
                  <a:lnTo>
                    <a:pt x="3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7" name="Google Shape;687;p32">
              <a:extLst>
                <a:ext uri="{FF2B5EF4-FFF2-40B4-BE49-F238E27FC236}">
                  <a16:creationId xmlns:a16="http://schemas.microsoft.com/office/drawing/2014/main" id="{B48EF67D-29BF-B1F3-64CD-76DDDFD56190}"/>
                </a:ext>
              </a:extLst>
            </p:cNvPr>
            <p:cNvSpPr/>
            <p:nvPr/>
          </p:nvSpPr>
          <p:spPr>
            <a:xfrm>
              <a:off x="5459061" y="730502"/>
              <a:ext cx="294944" cy="231173"/>
            </a:xfrm>
            <a:custGeom>
              <a:avLst/>
              <a:gdLst/>
              <a:ahLst/>
              <a:cxnLst/>
              <a:rect l="l" t="t" r="r" b="b"/>
              <a:pathLst>
                <a:path w="2516" h="1972" extrusionOk="0">
                  <a:moveTo>
                    <a:pt x="2515" y="0"/>
                  </a:moveTo>
                  <a:lnTo>
                    <a:pt x="1" y="1452"/>
                  </a:lnTo>
                  <a:lnTo>
                    <a:pt x="1" y="1971"/>
                  </a:lnTo>
                  <a:lnTo>
                    <a:pt x="2515" y="520"/>
                  </a:lnTo>
                  <a:lnTo>
                    <a:pt x="2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8" name="Google Shape;688;p32">
              <a:extLst>
                <a:ext uri="{FF2B5EF4-FFF2-40B4-BE49-F238E27FC236}">
                  <a16:creationId xmlns:a16="http://schemas.microsoft.com/office/drawing/2014/main" id="{B0D66A15-9B1E-72BE-2574-AAE818ED26A2}"/>
                </a:ext>
              </a:extLst>
            </p:cNvPr>
            <p:cNvSpPr/>
            <p:nvPr/>
          </p:nvSpPr>
          <p:spPr>
            <a:xfrm>
              <a:off x="5151458" y="984766"/>
              <a:ext cx="23328" cy="54628"/>
            </a:xfrm>
            <a:custGeom>
              <a:avLst/>
              <a:gdLst/>
              <a:ahLst/>
              <a:cxnLst/>
              <a:rect l="l" t="t" r="r" b="b"/>
              <a:pathLst>
                <a:path w="199" h="466" extrusionOk="0">
                  <a:moveTo>
                    <a:pt x="73" y="0"/>
                  </a:moveTo>
                  <a:lnTo>
                    <a:pt x="1" y="42"/>
                  </a:lnTo>
                  <a:lnTo>
                    <a:pt x="1" y="465"/>
                  </a:lnTo>
                  <a:lnTo>
                    <a:pt x="198" y="352"/>
                  </a:lnTo>
                  <a:lnTo>
                    <a:pt x="198" y="270"/>
                  </a:lnTo>
                  <a:lnTo>
                    <a:pt x="73" y="344"/>
                  </a:lnTo>
                  <a:lnTo>
                    <a:pt x="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9" name="Google Shape;689;p32">
              <a:extLst>
                <a:ext uri="{FF2B5EF4-FFF2-40B4-BE49-F238E27FC236}">
                  <a16:creationId xmlns:a16="http://schemas.microsoft.com/office/drawing/2014/main" id="{A7234C78-99ED-CF82-CAB9-F3CBBEF02BF1}"/>
                </a:ext>
              </a:extLst>
            </p:cNvPr>
            <p:cNvSpPr/>
            <p:nvPr/>
          </p:nvSpPr>
          <p:spPr>
            <a:xfrm>
              <a:off x="5177131" y="961907"/>
              <a:ext cx="33762" cy="56035"/>
            </a:xfrm>
            <a:custGeom>
              <a:avLst/>
              <a:gdLst/>
              <a:ahLst/>
              <a:cxnLst/>
              <a:rect l="l" t="t" r="r" b="b"/>
              <a:pathLst>
                <a:path w="288" h="478" extrusionOk="0">
                  <a:moveTo>
                    <a:pt x="169" y="94"/>
                  </a:moveTo>
                  <a:cubicBezTo>
                    <a:pt x="198" y="94"/>
                    <a:pt x="214" y="130"/>
                    <a:pt x="214" y="196"/>
                  </a:cubicBezTo>
                  <a:cubicBezTo>
                    <a:pt x="214" y="282"/>
                    <a:pt x="187" y="352"/>
                    <a:pt x="145" y="377"/>
                  </a:cubicBezTo>
                  <a:cubicBezTo>
                    <a:pt x="136" y="382"/>
                    <a:pt x="128" y="384"/>
                    <a:pt x="121" y="384"/>
                  </a:cubicBezTo>
                  <a:cubicBezTo>
                    <a:pt x="92" y="384"/>
                    <a:pt x="74" y="346"/>
                    <a:pt x="74" y="277"/>
                  </a:cubicBezTo>
                  <a:cubicBezTo>
                    <a:pt x="74" y="193"/>
                    <a:pt x="102" y="127"/>
                    <a:pt x="145" y="102"/>
                  </a:cubicBezTo>
                  <a:cubicBezTo>
                    <a:pt x="154" y="97"/>
                    <a:pt x="162" y="94"/>
                    <a:pt x="169" y="94"/>
                  </a:cubicBezTo>
                  <a:close/>
                  <a:moveTo>
                    <a:pt x="205" y="0"/>
                  </a:moveTo>
                  <a:cubicBezTo>
                    <a:pt x="187" y="0"/>
                    <a:pt x="167" y="7"/>
                    <a:pt x="145" y="20"/>
                  </a:cubicBezTo>
                  <a:cubicBezTo>
                    <a:pt x="59" y="69"/>
                    <a:pt x="0" y="182"/>
                    <a:pt x="0" y="320"/>
                  </a:cubicBezTo>
                  <a:cubicBezTo>
                    <a:pt x="0" y="424"/>
                    <a:pt x="33" y="477"/>
                    <a:pt x="85" y="477"/>
                  </a:cubicBezTo>
                  <a:cubicBezTo>
                    <a:pt x="103" y="477"/>
                    <a:pt x="123" y="471"/>
                    <a:pt x="145" y="459"/>
                  </a:cubicBezTo>
                  <a:cubicBezTo>
                    <a:pt x="230" y="409"/>
                    <a:pt x="288" y="292"/>
                    <a:pt x="288" y="155"/>
                  </a:cubicBezTo>
                  <a:cubicBezTo>
                    <a:pt x="288" y="52"/>
                    <a:pt x="256"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0" name="Google Shape;690;p32">
              <a:extLst>
                <a:ext uri="{FF2B5EF4-FFF2-40B4-BE49-F238E27FC236}">
                  <a16:creationId xmlns:a16="http://schemas.microsoft.com/office/drawing/2014/main" id="{19D6835F-FA4D-2DAD-C2AF-8326228A527F}"/>
                </a:ext>
              </a:extLst>
            </p:cNvPr>
            <p:cNvSpPr/>
            <p:nvPr/>
          </p:nvSpPr>
          <p:spPr>
            <a:xfrm>
              <a:off x="5216050" y="938930"/>
              <a:ext cx="30596" cy="56152"/>
            </a:xfrm>
            <a:custGeom>
              <a:avLst/>
              <a:gdLst/>
              <a:ahLst/>
              <a:cxnLst/>
              <a:rect l="l" t="t" r="r" b="b"/>
              <a:pathLst>
                <a:path w="261" h="479" extrusionOk="0">
                  <a:moveTo>
                    <a:pt x="211" y="1"/>
                  </a:moveTo>
                  <a:cubicBezTo>
                    <a:pt x="195" y="1"/>
                    <a:pt x="177" y="5"/>
                    <a:pt x="156" y="17"/>
                  </a:cubicBezTo>
                  <a:cubicBezTo>
                    <a:pt x="70" y="67"/>
                    <a:pt x="1" y="189"/>
                    <a:pt x="1" y="329"/>
                  </a:cubicBezTo>
                  <a:cubicBezTo>
                    <a:pt x="1" y="431"/>
                    <a:pt x="36" y="479"/>
                    <a:pt x="87" y="479"/>
                  </a:cubicBezTo>
                  <a:cubicBezTo>
                    <a:pt x="107" y="479"/>
                    <a:pt x="130" y="472"/>
                    <a:pt x="154" y="458"/>
                  </a:cubicBezTo>
                  <a:cubicBezTo>
                    <a:pt x="199" y="432"/>
                    <a:pt x="238" y="384"/>
                    <a:pt x="261" y="345"/>
                  </a:cubicBezTo>
                  <a:lnTo>
                    <a:pt x="261" y="149"/>
                  </a:lnTo>
                  <a:lnTo>
                    <a:pt x="145" y="217"/>
                  </a:lnTo>
                  <a:lnTo>
                    <a:pt x="145" y="294"/>
                  </a:lnTo>
                  <a:lnTo>
                    <a:pt x="197" y="264"/>
                  </a:lnTo>
                  <a:lnTo>
                    <a:pt x="197" y="337"/>
                  </a:lnTo>
                  <a:cubicBezTo>
                    <a:pt x="189" y="350"/>
                    <a:pt x="176" y="362"/>
                    <a:pt x="164" y="370"/>
                  </a:cubicBezTo>
                  <a:cubicBezTo>
                    <a:pt x="148" y="379"/>
                    <a:pt x="134" y="383"/>
                    <a:pt x="123" y="383"/>
                  </a:cubicBezTo>
                  <a:cubicBezTo>
                    <a:pt x="90" y="383"/>
                    <a:pt x="74" y="348"/>
                    <a:pt x="74" y="283"/>
                  </a:cubicBezTo>
                  <a:cubicBezTo>
                    <a:pt x="74" y="199"/>
                    <a:pt x="109" y="127"/>
                    <a:pt x="157" y="98"/>
                  </a:cubicBezTo>
                  <a:cubicBezTo>
                    <a:pt x="170" y="91"/>
                    <a:pt x="181" y="88"/>
                    <a:pt x="189" y="88"/>
                  </a:cubicBezTo>
                  <a:cubicBezTo>
                    <a:pt x="199" y="88"/>
                    <a:pt x="207" y="92"/>
                    <a:pt x="216" y="97"/>
                  </a:cubicBezTo>
                  <a:lnTo>
                    <a:pt x="255" y="15"/>
                  </a:lnTo>
                  <a:cubicBezTo>
                    <a:pt x="244" y="7"/>
                    <a:pt x="229"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1" name="Google Shape;691;p32">
              <a:extLst>
                <a:ext uri="{FF2B5EF4-FFF2-40B4-BE49-F238E27FC236}">
                  <a16:creationId xmlns:a16="http://schemas.microsoft.com/office/drawing/2014/main" id="{CC4F2714-7BF8-41C3-AC5F-BA71AD0E24C0}"/>
                </a:ext>
              </a:extLst>
            </p:cNvPr>
            <p:cNvSpPr/>
            <p:nvPr/>
          </p:nvSpPr>
          <p:spPr>
            <a:xfrm>
              <a:off x="5254031" y="925449"/>
              <a:ext cx="8558" cy="54628"/>
            </a:xfrm>
            <a:custGeom>
              <a:avLst/>
              <a:gdLst/>
              <a:ahLst/>
              <a:cxnLst/>
              <a:rect l="l" t="t" r="r" b="b"/>
              <a:pathLst>
                <a:path w="73" h="466" extrusionOk="0">
                  <a:moveTo>
                    <a:pt x="73" y="1"/>
                  </a:moveTo>
                  <a:lnTo>
                    <a:pt x="1" y="42"/>
                  </a:lnTo>
                  <a:lnTo>
                    <a:pt x="1" y="466"/>
                  </a:lnTo>
                  <a:lnTo>
                    <a:pt x="73" y="424"/>
                  </a:lnTo>
                  <a:lnTo>
                    <a:pt x="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2" name="Google Shape;692;p32">
              <a:extLst>
                <a:ext uri="{FF2B5EF4-FFF2-40B4-BE49-F238E27FC236}">
                  <a16:creationId xmlns:a16="http://schemas.microsoft.com/office/drawing/2014/main" id="{18BAC3E6-6246-3CD0-9C27-678AFEF09F28}"/>
                </a:ext>
              </a:extLst>
            </p:cNvPr>
            <p:cNvSpPr/>
            <p:nvPr/>
          </p:nvSpPr>
          <p:spPr>
            <a:xfrm>
              <a:off x="5271264" y="903645"/>
              <a:ext cx="29307" cy="66585"/>
            </a:xfrm>
            <a:custGeom>
              <a:avLst/>
              <a:gdLst/>
              <a:ahLst/>
              <a:cxnLst/>
              <a:rect l="l" t="t" r="r" b="b"/>
              <a:pathLst>
                <a:path w="250" h="568" extrusionOk="0">
                  <a:moveTo>
                    <a:pt x="249" y="1"/>
                  </a:moveTo>
                  <a:lnTo>
                    <a:pt x="180" y="40"/>
                  </a:lnTo>
                  <a:lnTo>
                    <a:pt x="180" y="189"/>
                  </a:lnTo>
                  <a:cubicBezTo>
                    <a:pt x="180" y="240"/>
                    <a:pt x="186" y="296"/>
                    <a:pt x="189" y="339"/>
                  </a:cubicBezTo>
                  <a:lnTo>
                    <a:pt x="187" y="340"/>
                  </a:lnTo>
                  <a:lnTo>
                    <a:pt x="156" y="264"/>
                  </a:lnTo>
                  <a:lnTo>
                    <a:pt x="74" y="102"/>
                  </a:lnTo>
                  <a:lnTo>
                    <a:pt x="0" y="144"/>
                  </a:lnTo>
                  <a:lnTo>
                    <a:pt x="0" y="567"/>
                  </a:lnTo>
                  <a:lnTo>
                    <a:pt x="69" y="528"/>
                  </a:lnTo>
                  <a:lnTo>
                    <a:pt x="69" y="378"/>
                  </a:lnTo>
                  <a:cubicBezTo>
                    <a:pt x="69" y="327"/>
                    <a:pt x="63" y="274"/>
                    <a:pt x="60" y="231"/>
                  </a:cubicBezTo>
                  <a:lnTo>
                    <a:pt x="61" y="229"/>
                  </a:lnTo>
                  <a:lnTo>
                    <a:pt x="93" y="304"/>
                  </a:lnTo>
                  <a:lnTo>
                    <a:pt x="175" y="467"/>
                  </a:lnTo>
                  <a:lnTo>
                    <a:pt x="249" y="424"/>
                  </a:lnTo>
                  <a:lnTo>
                    <a:pt x="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3" name="Google Shape;693;p32">
              <a:extLst>
                <a:ext uri="{FF2B5EF4-FFF2-40B4-BE49-F238E27FC236}">
                  <a16:creationId xmlns:a16="http://schemas.microsoft.com/office/drawing/2014/main" id="{C34B56EE-F04C-5D69-0AA1-12A97C021ADA}"/>
                </a:ext>
              </a:extLst>
            </p:cNvPr>
            <p:cNvSpPr/>
            <p:nvPr/>
          </p:nvSpPr>
          <p:spPr>
            <a:xfrm>
              <a:off x="5151458" y="1077258"/>
              <a:ext cx="28252" cy="60489"/>
            </a:xfrm>
            <a:custGeom>
              <a:avLst/>
              <a:gdLst/>
              <a:ahLst/>
              <a:cxnLst/>
              <a:rect l="l" t="t" r="r" b="b"/>
              <a:pathLst>
                <a:path w="241" h="516" extrusionOk="0">
                  <a:moveTo>
                    <a:pt x="147" y="91"/>
                  </a:moveTo>
                  <a:cubicBezTo>
                    <a:pt x="163" y="91"/>
                    <a:pt x="171" y="103"/>
                    <a:pt x="171" y="130"/>
                  </a:cubicBezTo>
                  <a:cubicBezTo>
                    <a:pt x="171" y="174"/>
                    <a:pt x="152" y="209"/>
                    <a:pt x="112" y="231"/>
                  </a:cubicBezTo>
                  <a:lnTo>
                    <a:pt x="73" y="254"/>
                  </a:lnTo>
                  <a:lnTo>
                    <a:pt x="73" y="126"/>
                  </a:lnTo>
                  <a:lnTo>
                    <a:pt x="112" y="103"/>
                  </a:lnTo>
                  <a:cubicBezTo>
                    <a:pt x="126" y="95"/>
                    <a:pt x="138" y="91"/>
                    <a:pt x="147" y="91"/>
                  </a:cubicBezTo>
                  <a:close/>
                  <a:moveTo>
                    <a:pt x="187" y="1"/>
                  </a:moveTo>
                  <a:cubicBezTo>
                    <a:pt x="167" y="1"/>
                    <a:pt x="142" y="10"/>
                    <a:pt x="116" y="25"/>
                  </a:cubicBezTo>
                  <a:lnTo>
                    <a:pt x="1" y="92"/>
                  </a:lnTo>
                  <a:lnTo>
                    <a:pt x="1" y="515"/>
                  </a:lnTo>
                  <a:lnTo>
                    <a:pt x="73" y="474"/>
                  </a:lnTo>
                  <a:lnTo>
                    <a:pt x="73" y="329"/>
                  </a:lnTo>
                  <a:lnTo>
                    <a:pt x="116" y="305"/>
                  </a:lnTo>
                  <a:cubicBezTo>
                    <a:pt x="183" y="266"/>
                    <a:pt x="241" y="189"/>
                    <a:pt x="241" y="90"/>
                  </a:cubicBezTo>
                  <a:cubicBezTo>
                    <a:pt x="241" y="26"/>
                    <a:pt x="219" y="1"/>
                    <a:pt x="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4" name="Google Shape;694;p32">
              <a:extLst>
                <a:ext uri="{FF2B5EF4-FFF2-40B4-BE49-F238E27FC236}">
                  <a16:creationId xmlns:a16="http://schemas.microsoft.com/office/drawing/2014/main" id="{C25ABCC5-9ECC-F604-7D79-564C40F7E5AD}"/>
                </a:ext>
              </a:extLst>
            </p:cNvPr>
            <p:cNvSpPr/>
            <p:nvPr/>
          </p:nvSpPr>
          <p:spPr>
            <a:xfrm>
              <a:off x="5178420" y="1059791"/>
              <a:ext cx="33527" cy="62365"/>
            </a:xfrm>
            <a:custGeom>
              <a:avLst/>
              <a:gdLst/>
              <a:ahLst/>
              <a:cxnLst/>
              <a:rect l="l" t="t" r="r" b="b"/>
              <a:pathLst>
                <a:path w="286" h="532" extrusionOk="0">
                  <a:moveTo>
                    <a:pt x="141" y="99"/>
                  </a:moveTo>
                  <a:cubicBezTo>
                    <a:pt x="150" y="138"/>
                    <a:pt x="159" y="183"/>
                    <a:pt x="167" y="221"/>
                  </a:cubicBezTo>
                  <a:lnTo>
                    <a:pt x="175" y="255"/>
                  </a:lnTo>
                  <a:lnTo>
                    <a:pt x="108" y="295"/>
                  </a:lnTo>
                  <a:lnTo>
                    <a:pt x="116" y="251"/>
                  </a:lnTo>
                  <a:cubicBezTo>
                    <a:pt x="123" y="204"/>
                    <a:pt x="132" y="150"/>
                    <a:pt x="140" y="100"/>
                  </a:cubicBezTo>
                  <a:lnTo>
                    <a:pt x="141" y="99"/>
                  </a:lnTo>
                  <a:close/>
                  <a:moveTo>
                    <a:pt x="185" y="1"/>
                  </a:moveTo>
                  <a:lnTo>
                    <a:pt x="100" y="50"/>
                  </a:lnTo>
                  <a:lnTo>
                    <a:pt x="1" y="531"/>
                  </a:lnTo>
                  <a:lnTo>
                    <a:pt x="73" y="490"/>
                  </a:lnTo>
                  <a:lnTo>
                    <a:pt x="93" y="377"/>
                  </a:lnTo>
                  <a:lnTo>
                    <a:pt x="190" y="322"/>
                  </a:lnTo>
                  <a:lnTo>
                    <a:pt x="209" y="411"/>
                  </a:lnTo>
                  <a:lnTo>
                    <a:pt x="286" y="367"/>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5" name="Google Shape;695;p32">
              <a:extLst>
                <a:ext uri="{FF2B5EF4-FFF2-40B4-BE49-F238E27FC236}">
                  <a16:creationId xmlns:a16="http://schemas.microsoft.com/office/drawing/2014/main" id="{BA3FC4AC-12E2-7CDA-766D-97D505EEFFED}"/>
                </a:ext>
              </a:extLst>
            </p:cNvPr>
            <p:cNvSpPr/>
            <p:nvPr/>
          </p:nvSpPr>
          <p:spPr>
            <a:xfrm>
              <a:off x="5213236" y="1040800"/>
              <a:ext cx="27900" cy="56621"/>
            </a:xfrm>
            <a:custGeom>
              <a:avLst/>
              <a:gdLst/>
              <a:ahLst/>
              <a:cxnLst/>
              <a:rect l="l" t="t" r="r" b="b"/>
              <a:pathLst>
                <a:path w="238" h="483" extrusionOk="0">
                  <a:moveTo>
                    <a:pt x="185" y="1"/>
                  </a:moveTo>
                  <a:cubicBezTo>
                    <a:pt x="166" y="1"/>
                    <a:pt x="146" y="7"/>
                    <a:pt x="126" y="18"/>
                  </a:cubicBezTo>
                  <a:cubicBezTo>
                    <a:pt x="61" y="56"/>
                    <a:pt x="13" y="139"/>
                    <a:pt x="13" y="209"/>
                  </a:cubicBezTo>
                  <a:cubicBezTo>
                    <a:pt x="13" y="269"/>
                    <a:pt x="43" y="288"/>
                    <a:pt x="75" y="288"/>
                  </a:cubicBezTo>
                  <a:cubicBezTo>
                    <a:pt x="76" y="288"/>
                    <a:pt x="77" y="288"/>
                    <a:pt x="78" y="288"/>
                  </a:cubicBezTo>
                  <a:lnTo>
                    <a:pt x="119" y="288"/>
                  </a:lnTo>
                  <a:cubicBezTo>
                    <a:pt x="126" y="288"/>
                    <a:pt x="131" y="287"/>
                    <a:pt x="137" y="287"/>
                  </a:cubicBezTo>
                  <a:cubicBezTo>
                    <a:pt x="154" y="287"/>
                    <a:pt x="164" y="291"/>
                    <a:pt x="164" y="312"/>
                  </a:cubicBezTo>
                  <a:cubicBezTo>
                    <a:pt x="164" y="336"/>
                    <a:pt x="150" y="361"/>
                    <a:pt x="120" y="378"/>
                  </a:cubicBezTo>
                  <a:cubicBezTo>
                    <a:pt x="108" y="386"/>
                    <a:pt x="94" y="389"/>
                    <a:pt x="81" y="389"/>
                  </a:cubicBezTo>
                  <a:cubicBezTo>
                    <a:pt x="67" y="389"/>
                    <a:pt x="54" y="385"/>
                    <a:pt x="43" y="379"/>
                  </a:cubicBezTo>
                  <a:lnTo>
                    <a:pt x="1" y="469"/>
                  </a:lnTo>
                  <a:cubicBezTo>
                    <a:pt x="15" y="479"/>
                    <a:pt x="31" y="483"/>
                    <a:pt x="49" y="483"/>
                  </a:cubicBezTo>
                  <a:cubicBezTo>
                    <a:pt x="71" y="483"/>
                    <a:pt x="96" y="475"/>
                    <a:pt x="119" y="461"/>
                  </a:cubicBezTo>
                  <a:cubicBezTo>
                    <a:pt x="195" y="419"/>
                    <a:pt x="237" y="332"/>
                    <a:pt x="237" y="262"/>
                  </a:cubicBezTo>
                  <a:cubicBezTo>
                    <a:pt x="237" y="204"/>
                    <a:pt x="215" y="183"/>
                    <a:pt x="178" y="183"/>
                  </a:cubicBezTo>
                  <a:cubicBezTo>
                    <a:pt x="177" y="183"/>
                    <a:pt x="177" y="183"/>
                    <a:pt x="176" y="183"/>
                  </a:cubicBezTo>
                  <a:lnTo>
                    <a:pt x="135" y="184"/>
                  </a:lnTo>
                  <a:cubicBezTo>
                    <a:pt x="128" y="185"/>
                    <a:pt x="122" y="185"/>
                    <a:pt x="116" y="185"/>
                  </a:cubicBezTo>
                  <a:cubicBezTo>
                    <a:pt x="98" y="185"/>
                    <a:pt x="87" y="182"/>
                    <a:pt x="87" y="162"/>
                  </a:cubicBezTo>
                  <a:cubicBezTo>
                    <a:pt x="87" y="138"/>
                    <a:pt x="102" y="115"/>
                    <a:pt x="126" y="101"/>
                  </a:cubicBezTo>
                  <a:cubicBezTo>
                    <a:pt x="140" y="93"/>
                    <a:pt x="153" y="89"/>
                    <a:pt x="164" y="89"/>
                  </a:cubicBezTo>
                  <a:cubicBezTo>
                    <a:pt x="174" y="89"/>
                    <a:pt x="183" y="92"/>
                    <a:pt x="192" y="97"/>
                  </a:cubicBezTo>
                  <a:lnTo>
                    <a:pt x="228" y="15"/>
                  </a:lnTo>
                  <a:cubicBezTo>
                    <a:pt x="216" y="5"/>
                    <a:pt x="201"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6" name="Google Shape;696;p32">
              <a:extLst>
                <a:ext uri="{FF2B5EF4-FFF2-40B4-BE49-F238E27FC236}">
                  <a16:creationId xmlns:a16="http://schemas.microsoft.com/office/drawing/2014/main" id="{3684F9C1-C618-6CD0-9243-4564461F9578}"/>
                </a:ext>
              </a:extLst>
            </p:cNvPr>
            <p:cNvSpPr/>
            <p:nvPr/>
          </p:nvSpPr>
          <p:spPr>
            <a:xfrm>
              <a:off x="5243950" y="1023216"/>
              <a:ext cx="27783" cy="56621"/>
            </a:xfrm>
            <a:custGeom>
              <a:avLst/>
              <a:gdLst/>
              <a:ahLst/>
              <a:cxnLst/>
              <a:rect l="l" t="t" r="r" b="b"/>
              <a:pathLst>
                <a:path w="237" h="483" extrusionOk="0">
                  <a:moveTo>
                    <a:pt x="184" y="1"/>
                  </a:moveTo>
                  <a:cubicBezTo>
                    <a:pt x="165" y="1"/>
                    <a:pt x="145" y="6"/>
                    <a:pt x="125" y="18"/>
                  </a:cubicBezTo>
                  <a:cubicBezTo>
                    <a:pt x="60" y="55"/>
                    <a:pt x="13" y="138"/>
                    <a:pt x="13" y="208"/>
                  </a:cubicBezTo>
                  <a:cubicBezTo>
                    <a:pt x="13" y="268"/>
                    <a:pt x="42" y="287"/>
                    <a:pt x="74" y="287"/>
                  </a:cubicBezTo>
                  <a:cubicBezTo>
                    <a:pt x="75" y="287"/>
                    <a:pt x="76" y="287"/>
                    <a:pt x="77" y="287"/>
                  </a:cubicBezTo>
                  <a:lnTo>
                    <a:pt x="117" y="287"/>
                  </a:lnTo>
                  <a:cubicBezTo>
                    <a:pt x="123" y="287"/>
                    <a:pt x="128" y="287"/>
                    <a:pt x="133" y="287"/>
                  </a:cubicBezTo>
                  <a:cubicBezTo>
                    <a:pt x="152" y="287"/>
                    <a:pt x="163" y="290"/>
                    <a:pt x="163" y="311"/>
                  </a:cubicBezTo>
                  <a:cubicBezTo>
                    <a:pt x="163" y="337"/>
                    <a:pt x="149" y="360"/>
                    <a:pt x="120" y="377"/>
                  </a:cubicBezTo>
                  <a:cubicBezTo>
                    <a:pt x="106" y="385"/>
                    <a:pt x="92" y="389"/>
                    <a:pt x="78" y="389"/>
                  </a:cubicBezTo>
                  <a:cubicBezTo>
                    <a:pt x="65" y="389"/>
                    <a:pt x="52" y="385"/>
                    <a:pt x="41" y="378"/>
                  </a:cubicBezTo>
                  <a:lnTo>
                    <a:pt x="0" y="468"/>
                  </a:lnTo>
                  <a:cubicBezTo>
                    <a:pt x="15" y="478"/>
                    <a:pt x="31" y="482"/>
                    <a:pt x="48" y="482"/>
                  </a:cubicBezTo>
                  <a:cubicBezTo>
                    <a:pt x="71" y="482"/>
                    <a:pt x="95" y="475"/>
                    <a:pt x="117" y="462"/>
                  </a:cubicBezTo>
                  <a:cubicBezTo>
                    <a:pt x="193" y="418"/>
                    <a:pt x="237" y="331"/>
                    <a:pt x="237" y="261"/>
                  </a:cubicBezTo>
                  <a:cubicBezTo>
                    <a:pt x="237" y="203"/>
                    <a:pt x="214" y="182"/>
                    <a:pt x="177" y="182"/>
                  </a:cubicBezTo>
                  <a:cubicBezTo>
                    <a:pt x="176" y="182"/>
                    <a:pt x="175" y="182"/>
                    <a:pt x="174" y="182"/>
                  </a:cubicBezTo>
                  <a:lnTo>
                    <a:pt x="134" y="183"/>
                  </a:lnTo>
                  <a:cubicBezTo>
                    <a:pt x="127" y="184"/>
                    <a:pt x="119" y="184"/>
                    <a:pt x="113" y="184"/>
                  </a:cubicBezTo>
                  <a:cubicBezTo>
                    <a:pt x="96" y="184"/>
                    <a:pt x="85" y="181"/>
                    <a:pt x="85" y="162"/>
                  </a:cubicBezTo>
                  <a:cubicBezTo>
                    <a:pt x="85" y="137"/>
                    <a:pt x="102" y="114"/>
                    <a:pt x="125" y="100"/>
                  </a:cubicBezTo>
                  <a:cubicBezTo>
                    <a:pt x="139" y="92"/>
                    <a:pt x="151" y="89"/>
                    <a:pt x="162" y="89"/>
                  </a:cubicBezTo>
                  <a:cubicBezTo>
                    <a:pt x="172" y="89"/>
                    <a:pt x="182" y="91"/>
                    <a:pt x="192" y="96"/>
                  </a:cubicBezTo>
                  <a:lnTo>
                    <a:pt x="228" y="15"/>
                  </a:lnTo>
                  <a:cubicBezTo>
                    <a:pt x="215" y="5"/>
                    <a:pt x="200"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7" name="Google Shape;697;p32">
              <a:extLst>
                <a:ext uri="{FF2B5EF4-FFF2-40B4-BE49-F238E27FC236}">
                  <a16:creationId xmlns:a16="http://schemas.microsoft.com/office/drawing/2014/main" id="{8E3EC4C6-ABBE-CA5E-DF8C-877EB3F465E6}"/>
                </a:ext>
              </a:extLst>
            </p:cNvPr>
            <p:cNvSpPr/>
            <p:nvPr/>
          </p:nvSpPr>
          <p:spPr>
            <a:xfrm>
              <a:off x="5274312" y="991213"/>
              <a:ext cx="44781" cy="71626"/>
            </a:xfrm>
            <a:custGeom>
              <a:avLst/>
              <a:gdLst/>
              <a:ahLst/>
              <a:cxnLst/>
              <a:rect l="l" t="t" r="r" b="b"/>
              <a:pathLst>
                <a:path w="382" h="611" extrusionOk="0">
                  <a:moveTo>
                    <a:pt x="382" y="0"/>
                  </a:moveTo>
                  <a:lnTo>
                    <a:pt x="313" y="40"/>
                  </a:lnTo>
                  <a:lnTo>
                    <a:pt x="292" y="250"/>
                  </a:lnTo>
                  <a:cubicBezTo>
                    <a:pt x="287" y="297"/>
                    <a:pt x="283" y="344"/>
                    <a:pt x="279" y="392"/>
                  </a:cubicBezTo>
                  <a:lnTo>
                    <a:pt x="277" y="393"/>
                  </a:lnTo>
                  <a:cubicBezTo>
                    <a:pt x="270" y="351"/>
                    <a:pt x="265" y="309"/>
                    <a:pt x="258" y="270"/>
                  </a:cubicBezTo>
                  <a:lnTo>
                    <a:pt x="223" y="92"/>
                  </a:lnTo>
                  <a:lnTo>
                    <a:pt x="162" y="127"/>
                  </a:lnTo>
                  <a:lnTo>
                    <a:pt x="129" y="345"/>
                  </a:lnTo>
                  <a:cubicBezTo>
                    <a:pt x="123" y="392"/>
                    <a:pt x="116" y="441"/>
                    <a:pt x="111" y="489"/>
                  </a:cubicBezTo>
                  <a:lnTo>
                    <a:pt x="108" y="490"/>
                  </a:lnTo>
                  <a:cubicBezTo>
                    <a:pt x="104" y="447"/>
                    <a:pt x="99" y="406"/>
                    <a:pt x="96" y="364"/>
                  </a:cubicBezTo>
                  <a:lnTo>
                    <a:pt x="73" y="178"/>
                  </a:lnTo>
                  <a:lnTo>
                    <a:pt x="0" y="221"/>
                  </a:lnTo>
                  <a:lnTo>
                    <a:pt x="59" y="611"/>
                  </a:lnTo>
                  <a:lnTo>
                    <a:pt x="148" y="559"/>
                  </a:lnTo>
                  <a:lnTo>
                    <a:pt x="177" y="349"/>
                  </a:lnTo>
                  <a:cubicBezTo>
                    <a:pt x="183" y="315"/>
                    <a:pt x="186" y="277"/>
                    <a:pt x="191" y="245"/>
                  </a:cubicBezTo>
                  <a:lnTo>
                    <a:pt x="192" y="244"/>
                  </a:lnTo>
                  <a:cubicBezTo>
                    <a:pt x="196" y="273"/>
                    <a:pt x="200" y="304"/>
                    <a:pt x="205" y="334"/>
                  </a:cubicBezTo>
                  <a:lnTo>
                    <a:pt x="236" y="508"/>
                  </a:lnTo>
                  <a:lnTo>
                    <a:pt x="326" y="456"/>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8" name="Google Shape;698;p32">
              <a:extLst>
                <a:ext uri="{FF2B5EF4-FFF2-40B4-BE49-F238E27FC236}">
                  <a16:creationId xmlns:a16="http://schemas.microsoft.com/office/drawing/2014/main" id="{9AD6A370-6384-3ABB-9AAF-BF27AB1152E3}"/>
                </a:ext>
              </a:extLst>
            </p:cNvPr>
            <p:cNvSpPr/>
            <p:nvPr/>
          </p:nvSpPr>
          <p:spPr>
            <a:xfrm>
              <a:off x="5322492" y="976443"/>
              <a:ext cx="33762" cy="55918"/>
            </a:xfrm>
            <a:custGeom>
              <a:avLst/>
              <a:gdLst/>
              <a:ahLst/>
              <a:cxnLst/>
              <a:rect l="l" t="t" r="r" b="b"/>
              <a:pathLst>
                <a:path w="288" h="477" extrusionOk="0">
                  <a:moveTo>
                    <a:pt x="169" y="94"/>
                  </a:moveTo>
                  <a:cubicBezTo>
                    <a:pt x="197" y="94"/>
                    <a:pt x="214" y="130"/>
                    <a:pt x="214" y="196"/>
                  </a:cubicBezTo>
                  <a:cubicBezTo>
                    <a:pt x="214" y="281"/>
                    <a:pt x="187" y="350"/>
                    <a:pt x="144" y="375"/>
                  </a:cubicBezTo>
                  <a:cubicBezTo>
                    <a:pt x="136" y="380"/>
                    <a:pt x="128" y="383"/>
                    <a:pt x="120" y="383"/>
                  </a:cubicBezTo>
                  <a:cubicBezTo>
                    <a:pt x="91" y="383"/>
                    <a:pt x="73" y="345"/>
                    <a:pt x="73" y="277"/>
                  </a:cubicBezTo>
                  <a:cubicBezTo>
                    <a:pt x="73" y="193"/>
                    <a:pt x="102" y="126"/>
                    <a:pt x="144" y="102"/>
                  </a:cubicBezTo>
                  <a:cubicBezTo>
                    <a:pt x="153" y="96"/>
                    <a:pt x="162" y="94"/>
                    <a:pt x="169" y="94"/>
                  </a:cubicBezTo>
                  <a:close/>
                  <a:moveTo>
                    <a:pt x="204" y="0"/>
                  </a:moveTo>
                  <a:cubicBezTo>
                    <a:pt x="186" y="0"/>
                    <a:pt x="166" y="7"/>
                    <a:pt x="143" y="19"/>
                  </a:cubicBezTo>
                  <a:cubicBezTo>
                    <a:pt x="59" y="68"/>
                    <a:pt x="0" y="182"/>
                    <a:pt x="0" y="320"/>
                  </a:cubicBezTo>
                  <a:cubicBezTo>
                    <a:pt x="0" y="423"/>
                    <a:pt x="33" y="476"/>
                    <a:pt x="84" y="476"/>
                  </a:cubicBezTo>
                  <a:cubicBezTo>
                    <a:pt x="102" y="476"/>
                    <a:pt x="122" y="470"/>
                    <a:pt x="143" y="457"/>
                  </a:cubicBezTo>
                  <a:cubicBezTo>
                    <a:pt x="229" y="408"/>
                    <a:pt x="287" y="292"/>
                    <a:pt x="287" y="153"/>
                  </a:cubicBezTo>
                  <a:cubicBezTo>
                    <a:pt x="287" y="52"/>
                    <a:pt x="255" y="0"/>
                    <a:pt x="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9" name="Google Shape;699;p32">
              <a:extLst>
                <a:ext uri="{FF2B5EF4-FFF2-40B4-BE49-F238E27FC236}">
                  <a16:creationId xmlns:a16="http://schemas.microsoft.com/office/drawing/2014/main" id="{F40A9D44-EE34-F10E-7F53-EC7767BC3FC1}"/>
                </a:ext>
              </a:extLst>
            </p:cNvPr>
            <p:cNvSpPr/>
            <p:nvPr/>
          </p:nvSpPr>
          <p:spPr>
            <a:xfrm>
              <a:off x="5363169" y="955108"/>
              <a:ext cx="29659" cy="60372"/>
            </a:xfrm>
            <a:custGeom>
              <a:avLst/>
              <a:gdLst/>
              <a:ahLst/>
              <a:cxnLst/>
              <a:rect l="l" t="t" r="r" b="b"/>
              <a:pathLst>
                <a:path w="253" h="515" extrusionOk="0">
                  <a:moveTo>
                    <a:pt x="145" y="91"/>
                  </a:moveTo>
                  <a:cubicBezTo>
                    <a:pt x="159" y="91"/>
                    <a:pt x="167" y="102"/>
                    <a:pt x="167" y="127"/>
                  </a:cubicBezTo>
                  <a:cubicBezTo>
                    <a:pt x="167" y="169"/>
                    <a:pt x="146" y="201"/>
                    <a:pt x="108" y="224"/>
                  </a:cubicBezTo>
                  <a:lnTo>
                    <a:pt x="72" y="244"/>
                  </a:lnTo>
                  <a:lnTo>
                    <a:pt x="72" y="126"/>
                  </a:lnTo>
                  <a:lnTo>
                    <a:pt x="108" y="105"/>
                  </a:lnTo>
                  <a:cubicBezTo>
                    <a:pt x="123" y="96"/>
                    <a:pt x="136" y="91"/>
                    <a:pt x="145" y="91"/>
                  </a:cubicBezTo>
                  <a:close/>
                  <a:moveTo>
                    <a:pt x="185" y="1"/>
                  </a:moveTo>
                  <a:cubicBezTo>
                    <a:pt x="165" y="1"/>
                    <a:pt x="141" y="10"/>
                    <a:pt x="115" y="26"/>
                  </a:cubicBezTo>
                  <a:lnTo>
                    <a:pt x="0" y="91"/>
                  </a:lnTo>
                  <a:lnTo>
                    <a:pt x="0" y="514"/>
                  </a:lnTo>
                  <a:lnTo>
                    <a:pt x="72" y="473"/>
                  </a:lnTo>
                  <a:lnTo>
                    <a:pt x="72" y="321"/>
                  </a:lnTo>
                  <a:lnTo>
                    <a:pt x="112" y="298"/>
                  </a:lnTo>
                  <a:lnTo>
                    <a:pt x="172" y="415"/>
                  </a:lnTo>
                  <a:lnTo>
                    <a:pt x="252" y="369"/>
                  </a:lnTo>
                  <a:lnTo>
                    <a:pt x="180" y="241"/>
                  </a:lnTo>
                  <a:cubicBezTo>
                    <a:pt x="214" y="201"/>
                    <a:pt x="238" y="148"/>
                    <a:pt x="238" y="87"/>
                  </a:cubicBezTo>
                  <a:cubicBezTo>
                    <a:pt x="238" y="25"/>
                    <a:pt x="217"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0" name="Google Shape;700;p32">
              <a:extLst>
                <a:ext uri="{FF2B5EF4-FFF2-40B4-BE49-F238E27FC236}">
                  <a16:creationId xmlns:a16="http://schemas.microsoft.com/office/drawing/2014/main" id="{F3955415-82AB-329C-29CB-6F350271748A}"/>
                </a:ext>
              </a:extLst>
            </p:cNvPr>
            <p:cNvSpPr/>
            <p:nvPr/>
          </p:nvSpPr>
          <p:spPr>
            <a:xfrm>
              <a:off x="5398220" y="936234"/>
              <a:ext cx="29307" cy="59083"/>
            </a:xfrm>
            <a:custGeom>
              <a:avLst/>
              <a:gdLst/>
              <a:ahLst/>
              <a:cxnLst/>
              <a:rect l="l" t="t" r="r" b="b"/>
              <a:pathLst>
                <a:path w="250" h="504" extrusionOk="0">
                  <a:moveTo>
                    <a:pt x="131" y="92"/>
                  </a:moveTo>
                  <a:cubicBezTo>
                    <a:pt x="159" y="92"/>
                    <a:pt x="176" y="118"/>
                    <a:pt x="176" y="188"/>
                  </a:cubicBezTo>
                  <a:cubicBezTo>
                    <a:pt x="176" y="289"/>
                    <a:pt x="139" y="346"/>
                    <a:pt x="86" y="376"/>
                  </a:cubicBezTo>
                  <a:lnTo>
                    <a:pt x="73" y="384"/>
                  </a:lnTo>
                  <a:lnTo>
                    <a:pt x="73" y="115"/>
                  </a:lnTo>
                  <a:lnTo>
                    <a:pt x="86" y="107"/>
                  </a:lnTo>
                  <a:cubicBezTo>
                    <a:pt x="103" y="97"/>
                    <a:pt x="118" y="92"/>
                    <a:pt x="131" y="92"/>
                  </a:cubicBezTo>
                  <a:close/>
                  <a:moveTo>
                    <a:pt x="170" y="1"/>
                  </a:moveTo>
                  <a:cubicBezTo>
                    <a:pt x="148" y="1"/>
                    <a:pt x="120" y="10"/>
                    <a:pt x="90" y="28"/>
                  </a:cubicBezTo>
                  <a:lnTo>
                    <a:pt x="1" y="80"/>
                  </a:lnTo>
                  <a:lnTo>
                    <a:pt x="1" y="503"/>
                  </a:lnTo>
                  <a:lnTo>
                    <a:pt x="94" y="449"/>
                  </a:lnTo>
                  <a:cubicBezTo>
                    <a:pt x="187" y="395"/>
                    <a:pt x="249" y="290"/>
                    <a:pt x="249" y="145"/>
                  </a:cubicBezTo>
                  <a:cubicBezTo>
                    <a:pt x="249" y="45"/>
                    <a:pt x="220"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1" name="Google Shape;701;p32">
              <a:extLst>
                <a:ext uri="{FF2B5EF4-FFF2-40B4-BE49-F238E27FC236}">
                  <a16:creationId xmlns:a16="http://schemas.microsoft.com/office/drawing/2014/main" id="{20673FED-B8EE-48E9-4424-599AF9346BE7}"/>
                </a:ext>
              </a:extLst>
            </p:cNvPr>
            <p:cNvSpPr/>
            <p:nvPr/>
          </p:nvSpPr>
          <p:spPr>
            <a:xfrm>
              <a:off x="5198349" y="738707"/>
              <a:ext cx="76081" cy="152513"/>
            </a:xfrm>
            <a:custGeom>
              <a:avLst/>
              <a:gdLst/>
              <a:ahLst/>
              <a:cxnLst/>
              <a:rect l="l" t="t" r="r" b="b"/>
              <a:pathLst>
                <a:path w="649" h="1301" extrusionOk="0">
                  <a:moveTo>
                    <a:pt x="648" y="0"/>
                  </a:moveTo>
                  <a:lnTo>
                    <a:pt x="483" y="96"/>
                  </a:lnTo>
                  <a:lnTo>
                    <a:pt x="370" y="578"/>
                  </a:lnTo>
                  <a:lnTo>
                    <a:pt x="328" y="764"/>
                  </a:lnTo>
                  <a:lnTo>
                    <a:pt x="324" y="766"/>
                  </a:lnTo>
                  <a:lnTo>
                    <a:pt x="282" y="627"/>
                  </a:lnTo>
                  <a:lnTo>
                    <a:pt x="166" y="278"/>
                  </a:lnTo>
                  <a:lnTo>
                    <a:pt x="1" y="375"/>
                  </a:lnTo>
                  <a:lnTo>
                    <a:pt x="1" y="1301"/>
                  </a:lnTo>
                  <a:lnTo>
                    <a:pt x="146" y="1218"/>
                  </a:lnTo>
                  <a:lnTo>
                    <a:pt x="146" y="877"/>
                  </a:lnTo>
                  <a:cubicBezTo>
                    <a:pt x="146" y="786"/>
                    <a:pt x="132" y="659"/>
                    <a:pt x="126" y="575"/>
                  </a:cubicBezTo>
                  <a:lnTo>
                    <a:pt x="129" y="571"/>
                  </a:lnTo>
                  <a:lnTo>
                    <a:pt x="184" y="754"/>
                  </a:lnTo>
                  <a:lnTo>
                    <a:pt x="291" y="1052"/>
                  </a:lnTo>
                  <a:lnTo>
                    <a:pt x="354" y="1016"/>
                  </a:lnTo>
                  <a:lnTo>
                    <a:pt x="461" y="594"/>
                  </a:lnTo>
                  <a:lnTo>
                    <a:pt x="518" y="347"/>
                  </a:lnTo>
                  <a:lnTo>
                    <a:pt x="522" y="345"/>
                  </a:lnTo>
                  <a:lnTo>
                    <a:pt x="522" y="345"/>
                  </a:lnTo>
                  <a:cubicBezTo>
                    <a:pt x="514" y="438"/>
                    <a:pt x="502" y="580"/>
                    <a:pt x="502" y="671"/>
                  </a:cubicBezTo>
                  <a:lnTo>
                    <a:pt x="502" y="1010"/>
                  </a:lnTo>
                  <a:lnTo>
                    <a:pt x="648" y="926"/>
                  </a:lnTo>
                  <a:lnTo>
                    <a:pt x="6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Nunito"/>
                <a:ea typeface="Nunito"/>
                <a:cs typeface="Nunito"/>
                <a:sym typeface="Nunito"/>
              </a:endParaRPr>
            </a:p>
          </p:txBody>
        </p:sp>
        <p:sp>
          <p:nvSpPr>
            <p:cNvPr id="702" name="Google Shape;702;p32">
              <a:extLst>
                <a:ext uri="{FF2B5EF4-FFF2-40B4-BE49-F238E27FC236}">
                  <a16:creationId xmlns:a16="http://schemas.microsoft.com/office/drawing/2014/main" id="{8A2821D7-8596-7E91-E9B5-4A0DE50364D6}"/>
                </a:ext>
              </a:extLst>
            </p:cNvPr>
            <p:cNvSpPr/>
            <p:nvPr/>
          </p:nvSpPr>
          <p:spPr>
            <a:xfrm>
              <a:off x="5282869" y="694982"/>
              <a:ext cx="67406" cy="133405"/>
            </a:xfrm>
            <a:custGeom>
              <a:avLst/>
              <a:gdLst/>
              <a:ahLst/>
              <a:cxnLst/>
              <a:rect l="l" t="t" r="r" b="b"/>
              <a:pathLst>
                <a:path w="575" h="1138" extrusionOk="0">
                  <a:moveTo>
                    <a:pt x="575" y="1"/>
                  </a:moveTo>
                  <a:lnTo>
                    <a:pt x="411" y="95"/>
                  </a:lnTo>
                  <a:lnTo>
                    <a:pt x="349" y="343"/>
                  </a:lnTo>
                  <a:cubicBezTo>
                    <a:pt x="330" y="424"/>
                    <a:pt x="310" y="499"/>
                    <a:pt x="291" y="582"/>
                  </a:cubicBezTo>
                  <a:lnTo>
                    <a:pt x="286" y="584"/>
                  </a:lnTo>
                  <a:cubicBezTo>
                    <a:pt x="266" y="525"/>
                    <a:pt x="248" y="471"/>
                    <a:pt x="230" y="412"/>
                  </a:cubicBezTo>
                  <a:lnTo>
                    <a:pt x="167" y="235"/>
                  </a:lnTo>
                  <a:lnTo>
                    <a:pt x="0" y="332"/>
                  </a:lnTo>
                  <a:lnTo>
                    <a:pt x="209" y="808"/>
                  </a:lnTo>
                  <a:lnTo>
                    <a:pt x="209" y="1138"/>
                  </a:lnTo>
                  <a:lnTo>
                    <a:pt x="365" y="1047"/>
                  </a:lnTo>
                  <a:lnTo>
                    <a:pt x="365" y="718"/>
                  </a:lnTo>
                  <a:lnTo>
                    <a:pt x="5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3" name="Google Shape;703;p32">
              <a:extLst>
                <a:ext uri="{FF2B5EF4-FFF2-40B4-BE49-F238E27FC236}">
                  <a16:creationId xmlns:a16="http://schemas.microsoft.com/office/drawing/2014/main" id="{10C0D83A-D361-5AC0-E8D6-718552C7476D}"/>
                </a:ext>
              </a:extLst>
            </p:cNvPr>
            <p:cNvSpPr/>
            <p:nvPr/>
          </p:nvSpPr>
          <p:spPr>
            <a:xfrm>
              <a:off x="5384622" y="654773"/>
              <a:ext cx="64006" cy="128950"/>
            </a:xfrm>
            <a:custGeom>
              <a:avLst/>
              <a:gdLst/>
              <a:ahLst/>
              <a:cxnLst/>
              <a:rect l="l" t="t" r="r" b="b"/>
              <a:pathLst>
                <a:path w="546" h="1100" extrusionOk="0">
                  <a:moveTo>
                    <a:pt x="286" y="200"/>
                  </a:moveTo>
                  <a:cubicBezTo>
                    <a:pt x="347" y="200"/>
                    <a:pt x="385" y="258"/>
                    <a:pt x="385" y="410"/>
                  </a:cubicBezTo>
                  <a:cubicBezTo>
                    <a:pt x="385" y="632"/>
                    <a:pt x="305" y="755"/>
                    <a:pt x="188" y="822"/>
                  </a:cubicBezTo>
                  <a:lnTo>
                    <a:pt x="158" y="839"/>
                  </a:lnTo>
                  <a:lnTo>
                    <a:pt x="158" y="251"/>
                  </a:lnTo>
                  <a:lnTo>
                    <a:pt x="188" y="234"/>
                  </a:lnTo>
                  <a:cubicBezTo>
                    <a:pt x="225" y="213"/>
                    <a:pt x="258" y="200"/>
                    <a:pt x="286" y="200"/>
                  </a:cubicBezTo>
                  <a:close/>
                  <a:moveTo>
                    <a:pt x="372" y="1"/>
                  </a:moveTo>
                  <a:cubicBezTo>
                    <a:pt x="322" y="1"/>
                    <a:pt x="263" y="21"/>
                    <a:pt x="197" y="60"/>
                  </a:cubicBezTo>
                  <a:lnTo>
                    <a:pt x="1" y="173"/>
                  </a:lnTo>
                  <a:lnTo>
                    <a:pt x="1" y="1099"/>
                  </a:lnTo>
                  <a:lnTo>
                    <a:pt x="206" y="981"/>
                  </a:lnTo>
                  <a:cubicBezTo>
                    <a:pt x="409" y="864"/>
                    <a:pt x="546" y="635"/>
                    <a:pt x="546" y="318"/>
                  </a:cubicBezTo>
                  <a:cubicBezTo>
                    <a:pt x="546" y="99"/>
                    <a:pt x="481"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4" name="Google Shape;704;p32">
              <a:extLst>
                <a:ext uri="{FF2B5EF4-FFF2-40B4-BE49-F238E27FC236}">
                  <a16:creationId xmlns:a16="http://schemas.microsoft.com/office/drawing/2014/main" id="{E5E57787-9AD1-6061-CFA8-8DC0F233E38D}"/>
                </a:ext>
              </a:extLst>
            </p:cNvPr>
            <p:cNvSpPr/>
            <p:nvPr/>
          </p:nvSpPr>
          <p:spPr>
            <a:xfrm>
              <a:off x="5452145" y="608703"/>
              <a:ext cx="73150" cy="135984"/>
            </a:xfrm>
            <a:custGeom>
              <a:avLst/>
              <a:gdLst/>
              <a:ahLst/>
              <a:cxnLst/>
              <a:rect l="l" t="t" r="r" b="b"/>
              <a:pathLst>
                <a:path w="624" h="1160" extrusionOk="0">
                  <a:moveTo>
                    <a:pt x="311" y="214"/>
                  </a:moveTo>
                  <a:cubicBezTo>
                    <a:pt x="330" y="300"/>
                    <a:pt x="348" y="399"/>
                    <a:pt x="367" y="480"/>
                  </a:cubicBezTo>
                  <a:lnTo>
                    <a:pt x="384" y="555"/>
                  </a:lnTo>
                  <a:lnTo>
                    <a:pt x="235" y="641"/>
                  </a:lnTo>
                  <a:lnTo>
                    <a:pt x="252" y="546"/>
                  </a:lnTo>
                  <a:cubicBezTo>
                    <a:pt x="271" y="443"/>
                    <a:pt x="291" y="323"/>
                    <a:pt x="306" y="216"/>
                  </a:cubicBezTo>
                  <a:lnTo>
                    <a:pt x="311" y="214"/>
                  </a:lnTo>
                  <a:close/>
                  <a:moveTo>
                    <a:pt x="405" y="0"/>
                  </a:moveTo>
                  <a:lnTo>
                    <a:pt x="218" y="108"/>
                  </a:lnTo>
                  <a:lnTo>
                    <a:pt x="0" y="1160"/>
                  </a:lnTo>
                  <a:lnTo>
                    <a:pt x="160" y="1068"/>
                  </a:lnTo>
                  <a:lnTo>
                    <a:pt x="203" y="823"/>
                  </a:lnTo>
                  <a:lnTo>
                    <a:pt x="416" y="700"/>
                  </a:lnTo>
                  <a:lnTo>
                    <a:pt x="458" y="895"/>
                  </a:lnTo>
                  <a:lnTo>
                    <a:pt x="624" y="800"/>
                  </a:lnTo>
                  <a:lnTo>
                    <a:pt x="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5" name="Google Shape;705;p32">
              <a:extLst>
                <a:ext uri="{FF2B5EF4-FFF2-40B4-BE49-F238E27FC236}">
                  <a16:creationId xmlns:a16="http://schemas.microsoft.com/office/drawing/2014/main" id="{DA13C646-2761-1666-8FD3-E371573F19D9}"/>
                </a:ext>
              </a:extLst>
            </p:cNvPr>
            <p:cNvSpPr/>
            <p:nvPr/>
          </p:nvSpPr>
          <p:spPr>
            <a:xfrm>
              <a:off x="5522363" y="559116"/>
              <a:ext cx="63186" cy="132115"/>
            </a:xfrm>
            <a:custGeom>
              <a:avLst/>
              <a:gdLst/>
              <a:ahLst/>
              <a:cxnLst/>
              <a:rect l="l" t="t" r="r" b="b"/>
              <a:pathLst>
                <a:path w="539" h="1127" extrusionOk="0">
                  <a:moveTo>
                    <a:pt x="538" y="1"/>
                  </a:moveTo>
                  <a:lnTo>
                    <a:pt x="0" y="312"/>
                  </a:lnTo>
                  <a:lnTo>
                    <a:pt x="0" y="487"/>
                  </a:lnTo>
                  <a:lnTo>
                    <a:pt x="191" y="377"/>
                  </a:lnTo>
                  <a:lnTo>
                    <a:pt x="191" y="1127"/>
                  </a:lnTo>
                  <a:lnTo>
                    <a:pt x="348" y="1037"/>
                  </a:lnTo>
                  <a:lnTo>
                    <a:pt x="348" y="287"/>
                  </a:lnTo>
                  <a:lnTo>
                    <a:pt x="538" y="176"/>
                  </a:lnTo>
                  <a:lnTo>
                    <a:pt x="5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6" name="Google Shape;706;p32">
              <a:extLst>
                <a:ext uri="{FF2B5EF4-FFF2-40B4-BE49-F238E27FC236}">
                  <a16:creationId xmlns:a16="http://schemas.microsoft.com/office/drawing/2014/main" id="{9A79BE76-F67A-F74C-7B08-440D3C4E429D}"/>
                </a:ext>
              </a:extLst>
            </p:cNvPr>
            <p:cNvSpPr/>
            <p:nvPr/>
          </p:nvSpPr>
          <p:spPr>
            <a:xfrm>
              <a:off x="5582618" y="533327"/>
              <a:ext cx="73267" cy="135984"/>
            </a:xfrm>
            <a:custGeom>
              <a:avLst/>
              <a:gdLst/>
              <a:ahLst/>
              <a:cxnLst/>
              <a:rect l="l" t="t" r="r" b="b"/>
              <a:pathLst>
                <a:path w="625" h="1160" extrusionOk="0">
                  <a:moveTo>
                    <a:pt x="310" y="214"/>
                  </a:moveTo>
                  <a:cubicBezTo>
                    <a:pt x="329" y="300"/>
                    <a:pt x="347" y="399"/>
                    <a:pt x="367" y="480"/>
                  </a:cubicBezTo>
                  <a:lnTo>
                    <a:pt x="385" y="555"/>
                  </a:lnTo>
                  <a:lnTo>
                    <a:pt x="235" y="641"/>
                  </a:lnTo>
                  <a:lnTo>
                    <a:pt x="252" y="546"/>
                  </a:lnTo>
                  <a:cubicBezTo>
                    <a:pt x="271" y="443"/>
                    <a:pt x="290" y="324"/>
                    <a:pt x="306" y="216"/>
                  </a:cubicBezTo>
                  <a:lnTo>
                    <a:pt x="310" y="214"/>
                  </a:lnTo>
                  <a:close/>
                  <a:moveTo>
                    <a:pt x="406" y="0"/>
                  </a:moveTo>
                  <a:lnTo>
                    <a:pt x="219" y="108"/>
                  </a:lnTo>
                  <a:lnTo>
                    <a:pt x="1" y="1160"/>
                  </a:lnTo>
                  <a:lnTo>
                    <a:pt x="161" y="1068"/>
                  </a:lnTo>
                  <a:lnTo>
                    <a:pt x="203" y="823"/>
                  </a:lnTo>
                  <a:lnTo>
                    <a:pt x="416" y="701"/>
                  </a:lnTo>
                  <a:lnTo>
                    <a:pt x="459" y="895"/>
                  </a:lnTo>
                  <a:lnTo>
                    <a:pt x="625" y="800"/>
                  </a:lnTo>
                  <a:lnTo>
                    <a:pt x="4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7" name="Google Shape;707;p32">
              <a:extLst>
                <a:ext uri="{FF2B5EF4-FFF2-40B4-BE49-F238E27FC236}">
                  <a16:creationId xmlns:a16="http://schemas.microsoft.com/office/drawing/2014/main" id="{3B925A83-FDC2-187D-6C45-721067B57D64}"/>
                </a:ext>
              </a:extLst>
            </p:cNvPr>
            <p:cNvSpPr/>
            <p:nvPr/>
          </p:nvSpPr>
          <p:spPr>
            <a:xfrm>
              <a:off x="5509937" y="611634"/>
              <a:ext cx="442534" cy="679333"/>
            </a:xfrm>
            <a:custGeom>
              <a:avLst/>
              <a:gdLst/>
              <a:ahLst/>
              <a:cxnLst/>
              <a:rect l="l" t="t" r="r" b="b"/>
              <a:pathLst>
                <a:path w="3775" h="5795" extrusionOk="0">
                  <a:moveTo>
                    <a:pt x="2961" y="1"/>
                  </a:moveTo>
                  <a:lnTo>
                    <a:pt x="1876" y="627"/>
                  </a:lnTo>
                  <a:lnTo>
                    <a:pt x="792" y="1253"/>
                  </a:lnTo>
                  <a:lnTo>
                    <a:pt x="53" y="2929"/>
                  </a:lnTo>
                  <a:cubicBezTo>
                    <a:pt x="53" y="2929"/>
                    <a:pt x="0" y="4709"/>
                    <a:pt x="1134" y="5487"/>
                  </a:cubicBezTo>
                  <a:cubicBezTo>
                    <a:pt x="1340" y="5628"/>
                    <a:pt x="1585" y="5736"/>
                    <a:pt x="1876" y="5795"/>
                  </a:cubicBezTo>
                  <a:cubicBezTo>
                    <a:pt x="3775" y="3223"/>
                    <a:pt x="3700" y="822"/>
                    <a:pt x="3700" y="822"/>
                  </a:cubicBezTo>
                  <a:lnTo>
                    <a:pt x="2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8" name="Google Shape;708;p32">
              <a:extLst>
                <a:ext uri="{FF2B5EF4-FFF2-40B4-BE49-F238E27FC236}">
                  <a16:creationId xmlns:a16="http://schemas.microsoft.com/office/drawing/2014/main" id="{FA6F3D72-5317-AC42-5E6E-998C4BCB34DE}"/>
                </a:ext>
              </a:extLst>
            </p:cNvPr>
            <p:cNvSpPr/>
            <p:nvPr/>
          </p:nvSpPr>
          <p:spPr>
            <a:xfrm>
              <a:off x="5638652" y="1224611"/>
              <a:ext cx="50291" cy="57793"/>
            </a:xfrm>
            <a:custGeom>
              <a:avLst/>
              <a:gdLst/>
              <a:ahLst/>
              <a:cxnLst/>
              <a:rect l="l" t="t" r="r" b="b"/>
              <a:pathLst>
                <a:path w="429" h="493" extrusionOk="0">
                  <a:moveTo>
                    <a:pt x="428" y="0"/>
                  </a:moveTo>
                  <a:lnTo>
                    <a:pt x="0" y="232"/>
                  </a:lnTo>
                  <a:lnTo>
                    <a:pt x="404" y="492"/>
                  </a:lnTo>
                  <a:lnTo>
                    <a:pt x="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9" name="Google Shape;709;p32">
              <a:extLst>
                <a:ext uri="{FF2B5EF4-FFF2-40B4-BE49-F238E27FC236}">
                  <a16:creationId xmlns:a16="http://schemas.microsoft.com/office/drawing/2014/main" id="{12A21D2D-FFF0-7D95-0981-B89A46201919}"/>
                </a:ext>
              </a:extLst>
            </p:cNvPr>
            <p:cNvSpPr/>
            <p:nvPr/>
          </p:nvSpPr>
          <p:spPr>
            <a:xfrm>
              <a:off x="5539713" y="632148"/>
              <a:ext cx="445113" cy="679451"/>
            </a:xfrm>
            <a:custGeom>
              <a:avLst/>
              <a:gdLst/>
              <a:ahLst/>
              <a:cxnLst/>
              <a:rect l="l" t="t" r="r" b="b"/>
              <a:pathLst>
                <a:path w="3797" h="5796" extrusionOk="0">
                  <a:moveTo>
                    <a:pt x="2984" y="1"/>
                  </a:moveTo>
                  <a:lnTo>
                    <a:pt x="1899" y="627"/>
                  </a:lnTo>
                  <a:lnTo>
                    <a:pt x="815" y="1253"/>
                  </a:lnTo>
                  <a:lnTo>
                    <a:pt x="75" y="2928"/>
                  </a:lnTo>
                  <a:cubicBezTo>
                    <a:pt x="75" y="2928"/>
                    <a:pt x="1" y="5413"/>
                    <a:pt x="1899" y="5795"/>
                  </a:cubicBezTo>
                  <a:cubicBezTo>
                    <a:pt x="3797" y="3223"/>
                    <a:pt x="3722" y="823"/>
                    <a:pt x="3722" y="823"/>
                  </a:cubicBezTo>
                  <a:lnTo>
                    <a:pt x="2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0" name="Google Shape;710;p32">
              <a:extLst>
                <a:ext uri="{FF2B5EF4-FFF2-40B4-BE49-F238E27FC236}">
                  <a16:creationId xmlns:a16="http://schemas.microsoft.com/office/drawing/2014/main" id="{D6C00BA9-7DA2-443B-8B1C-0805BCF45AB4}"/>
                </a:ext>
              </a:extLst>
            </p:cNvPr>
            <p:cNvSpPr/>
            <p:nvPr/>
          </p:nvSpPr>
          <p:spPr>
            <a:xfrm>
              <a:off x="5642052" y="787708"/>
              <a:ext cx="13129" cy="19108"/>
            </a:xfrm>
            <a:custGeom>
              <a:avLst/>
              <a:gdLst/>
              <a:ahLst/>
              <a:cxnLst/>
              <a:rect l="l" t="t" r="r" b="b"/>
              <a:pathLst>
                <a:path w="112" h="163" extrusionOk="0">
                  <a:moveTo>
                    <a:pt x="78" y="0"/>
                  </a:moveTo>
                  <a:cubicBezTo>
                    <a:pt x="72" y="0"/>
                    <a:pt x="64" y="3"/>
                    <a:pt x="57" y="7"/>
                  </a:cubicBezTo>
                  <a:cubicBezTo>
                    <a:pt x="25" y="25"/>
                    <a:pt x="0" y="72"/>
                    <a:pt x="0" y="114"/>
                  </a:cubicBezTo>
                  <a:cubicBezTo>
                    <a:pt x="0" y="144"/>
                    <a:pt x="14" y="162"/>
                    <a:pt x="34" y="162"/>
                  </a:cubicBezTo>
                  <a:cubicBezTo>
                    <a:pt x="41" y="162"/>
                    <a:pt x="49" y="160"/>
                    <a:pt x="57" y="155"/>
                  </a:cubicBezTo>
                  <a:cubicBezTo>
                    <a:pt x="87" y="137"/>
                    <a:pt x="112" y="90"/>
                    <a:pt x="112" y="50"/>
                  </a:cubicBezTo>
                  <a:cubicBezTo>
                    <a:pt x="112" y="18"/>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1" name="Google Shape;711;p32">
              <a:extLst>
                <a:ext uri="{FF2B5EF4-FFF2-40B4-BE49-F238E27FC236}">
                  <a16:creationId xmlns:a16="http://schemas.microsoft.com/office/drawing/2014/main" id="{648AAB64-9C20-5B8B-9259-22CC1477DF6F}"/>
                </a:ext>
              </a:extLst>
            </p:cNvPr>
            <p:cNvSpPr/>
            <p:nvPr/>
          </p:nvSpPr>
          <p:spPr>
            <a:xfrm>
              <a:off x="5571012" y="1059322"/>
              <a:ext cx="13247" cy="19108"/>
            </a:xfrm>
            <a:custGeom>
              <a:avLst/>
              <a:gdLst/>
              <a:ahLst/>
              <a:cxnLst/>
              <a:rect l="l" t="t" r="r" b="b"/>
              <a:pathLst>
                <a:path w="113" h="163" extrusionOk="0">
                  <a:moveTo>
                    <a:pt x="79" y="0"/>
                  </a:moveTo>
                  <a:cubicBezTo>
                    <a:pt x="72" y="0"/>
                    <a:pt x="65" y="3"/>
                    <a:pt x="57" y="7"/>
                  </a:cubicBezTo>
                  <a:cubicBezTo>
                    <a:pt x="25" y="25"/>
                    <a:pt x="1" y="73"/>
                    <a:pt x="1" y="113"/>
                  </a:cubicBezTo>
                  <a:cubicBezTo>
                    <a:pt x="1" y="144"/>
                    <a:pt x="14" y="162"/>
                    <a:pt x="35" y="162"/>
                  </a:cubicBezTo>
                  <a:cubicBezTo>
                    <a:pt x="41" y="162"/>
                    <a:pt x="49" y="160"/>
                    <a:pt x="57" y="156"/>
                  </a:cubicBezTo>
                  <a:cubicBezTo>
                    <a:pt x="87" y="138"/>
                    <a:pt x="112" y="91"/>
                    <a:pt x="112" y="49"/>
                  </a:cubicBezTo>
                  <a:cubicBezTo>
                    <a:pt x="112" y="19"/>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2" name="Google Shape;712;p32">
              <a:extLst>
                <a:ext uri="{FF2B5EF4-FFF2-40B4-BE49-F238E27FC236}">
                  <a16:creationId xmlns:a16="http://schemas.microsoft.com/office/drawing/2014/main" id="{4A2446C5-9202-CA8A-D826-09D4BE8F57AD}"/>
                </a:ext>
              </a:extLst>
            </p:cNvPr>
            <p:cNvSpPr/>
            <p:nvPr/>
          </p:nvSpPr>
          <p:spPr>
            <a:xfrm>
              <a:off x="5919762" y="958273"/>
              <a:ext cx="13247" cy="19108"/>
            </a:xfrm>
            <a:custGeom>
              <a:avLst/>
              <a:gdLst/>
              <a:ahLst/>
              <a:cxnLst/>
              <a:rect l="l" t="t" r="r" b="b"/>
              <a:pathLst>
                <a:path w="113" h="163" extrusionOk="0">
                  <a:moveTo>
                    <a:pt x="79" y="0"/>
                  </a:moveTo>
                  <a:cubicBezTo>
                    <a:pt x="72" y="0"/>
                    <a:pt x="65" y="2"/>
                    <a:pt x="57" y="7"/>
                  </a:cubicBezTo>
                  <a:cubicBezTo>
                    <a:pt x="25" y="25"/>
                    <a:pt x="1" y="72"/>
                    <a:pt x="1" y="114"/>
                  </a:cubicBezTo>
                  <a:cubicBezTo>
                    <a:pt x="1" y="144"/>
                    <a:pt x="15" y="162"/>
                    <a:pt x="35" y="162"/>
                  </a:cubicBezTo>
                  <a:cubicBezTo>
                    <a:pt x="42" y="162"/>
                    <a:pt x="49" y="160"/>
                    <a:pt x="57" y="155"/>
                  </a:cubicBezTo>
                  <a:cubicBezTo>
                    <a:pt x="87" y="138"/>
                    <a:pt x="112" y="90"/>
                    <a:pt x="112" y="49"/>
                  </a:cubicBezTo>
                  <a:cubicBezTo>
                    <a:pt x="112" y="18"/>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3" name="Google Shape;713;p32">
              <a:extLst>
                <a:ext uri="{FF2B5EF4-FFF2-40B4-BE49-F238E27FC236}">
                  <a16:creationId xmlns:a16="http://schemas.microsoft.com/office/drawing/2014/main" id="{2AC693E0-C283-F843-CC4B-02EA0D4CEEC9}"/>
                </a:ext>
              </a:extLst>
            </p:cNvPr>
            <p:cNvSpPr/>
            <p:nvPr/>
          </p:nvSpPr>
          <p:spPr>
            <a:xfrm>
              <a:off x="5598209" y="1145366"/>
              <a:ext cx="13247" cy="19108"/>
            </a:xfrm>
            <a:custGeom>
              <a:avLst/>
              <a:gdLst/>
              <a:ahLst/>
              <a:cxnLst/>
              <a:rect l="l" t="t" r="r" b="b"/>
              <a:pathLst>
                <a:path w="113" h="163" extrusionOk="0">
                  <a:moveTo>
                    <a:pt x="78" y="1"/>
                  </a:moveTo>
                  <a:cubicBezTo>
                    <a:pt x="71" y="1"/>
                    <a:pt x="64" y="3"/>
                    <a:pt x="56" y="7"/>
                  </a:cubicBezTo>
                  <a:cubicBezTo>
                    <a:pt x="25" y="25"/>
                    <a:pt x="1" y="73"/>
                    <a:pt x="1" y="113"/>
                  </a:cubicBezTo>
                  <a:cubicBezTo>
                    <a:pt x="1" y="144"/>
                    <a:pt x="14" y="162"/>
                    <a:pt x="34" y="162"/>
                  </a:cubicBezTo>
                  <a:cubicBezTo>
                    <a:pt x="41" y="162"/>
                    <a:pt x="48" y="160"/>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4" name="Google Shape;714;p32">
              <a:extLst>
                <a:ext uri="{FF2B5EF4-FFF2-40B4-BE49-F238E27FC236}">
                  <a16:creationId xmlns:a16="http://schemas.microsoft.com/office/drawing/2014/main" id="{5A07F8C1-42F9-1DC6-D69D-4800381E88F5}"/>
                </a:ext>
              </a:extLst>
            </p:cNvPr>
            <p:cNvSpPr/>
            <p:nvPr/>
          </p:nvSpPr>
          <p:spPr>
            <a:xfrm>
              <a:off x="5652719" y="1224025"/>
              <a:ext cx="13247" cy="19108"/>
            </a:xfrm>
            <a:custGeom>
              <a:avLst/>
              <a:gdLst/>
              <a:ahLst/>
              <a:cxnLst/>
              <a:rect l="l" t="t" r="r" b="b"/>
              <a:pathLst>
                <a:path w="113" h="163" extrusionOk="0">
                  <a:moveTo>
                    <a:pt x="79" y="1"/>
                  </a:moveTo>
                  <a:cubicBezTo>
                    <a:pt x="72" y="1"/>
                    <a:pt x="65" y="3"/>
                    <a:pt x="57" y="8"/>
                  </a:cubicBezTo>
                  <a:cubicBezTo>
                    <a:pt x="25" y="24"/>
                    <a:pt x="1" y="73"/>
                    <a:pt x="1" y="113"/>
                  </a:cubicBezTo>
                  <a:cubicBezTo>
                    <a:pt x="1" y="145"/>
                    <a:pt x="14" y="162"/>
                    <a:pt x="35" y="162"/>
                  </a:cubicBezTo>
                  <a:cubicBezTo>
                    <a:pt x="41" y="162"/>
                    <a:pt x="49" y="160"/>
                    <a:pt x="57" y="156"/>
                  </a:cubicBezTo>
                  <a:cubicBezTo>
                    <a:pt x="87" y="138"/>
                    <a:pt x="112" y="90"/>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5" name="Google Shape;715;p32">
              <a:extLst>
                <a:ext uri="{FF2B5EF4-FFF2-40B4-BE49-F238E27FC236}">
                  <a16:creationId xmlns:a16="http://schemas.microsoft.com/office/drawing/2014/main" id="{E9D3FE52-FE11-1D80-2EB3-87C3EACE4D54}"/>
                </a:ext>
              </a:extLst>
            </p:cNvPr>
            <p:cNvSpPr/>
            <p:nvPr/>
          </p:nvSpPr>
          <p:spPr>
            <a:xfrm>
              <a:off x="5863493" y="1102813"/>
              <a:ext cx="13247" cy="19225"/>
            </a:xfrm>
            <a:custGeom>
              <a:avLst/>
              <a:gdLst/>
              <a:ahLst/>
              <a:cxnLst/>
              <a:rect l="l" t="t" r="r" b="b"/>
              <a:pathLst>
                <a:path w="113" h="164" extrusionOk="0">
                  <a:moveTo>
                    <a:pt x="79" y="1"/>
                  </a:moveTo>
                  <a:cubicBezTo>
                    <a:pt x="72" y="1"/>
                    <a:pt x="64" y="3"/>
                    <a:pt x="56" y="8"/>
                  </a:cubicBezTo>
                  <a:cubicBezTo>
                    <a:pt x="26" y="26"/>
                    <a:pt x="1" y="73"/>
                    <a:pt x="1" y="114"/>
                  </a:cubicBezTo>
                  <a:cubicBezTo>
                    <a:pt x="1" y="145"/>
                    <a:pt x="15" y="163"/>
                    <a:pt x="34" y="163"/>
                  </a:cubicBezTo>
                  <a:cubicBezTo>
                    <a:pt x="41" y="163"/>
                    <a:pt x="48" y="161"/>
                    <a:pt x="56" y="156"/>
                  </a:cubicBezTo>
                  <a:cubicBezTo>
                    <a:pt x="88" y="138"/>
                    <a:pt x="112" y="91"/>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6" name="Google Shape;716;p32">
              <a:extLst>
                <a:ext uri="{FF2B5EF4-FFF2-40B4-BE49-F238E27FC236}">
                  <a16:creationId xmlns:a16="http://schemas.microsoft.com/office/drawing/2014/main" id="{F13D3B67-7C66-7410-45F6-C4B6245BA5F3}"/>
                </a:ext>
              </a:extLst>
            </p:cNvPr>
            <p:cNvSpPr/>
            <p:nvPr/>
          </p:nvSpPr>
          <p:spPr>
            <a:xfrm>
              <a:off x="5757637" y="1277246"/>
              <a:ext cx="13247" cy="19108"/>
            </a:xfrm>
            <a:custGeom>
              <a:avLst/>
              <a:gdLst/>
              <a:ahLst/>
              <a:cxnLst/>
              <a:rect l="l" t="t" r="r" b="b"/>
              <a:pathLst>
                <a:path w="113" h="163" extrusionOk="0">
                  <a:moveTo>
                    <a:pt x="79" y="1"/>
                  </a:moveTo>
                  <a:cubicBezTo>
                    <a:pt x="72" y="1"/>
                    <a:pt x="65" y="3"/>
                    <a:pt x="57" y="7"/>
                  </a:cubicBezTo>
                  <a:cubicBezTo>
                    <a:pt x="26" y="24"/>
                    <a:pt x="1" y="73"/>
                    <a:pt x="1" y="113"/>
                  </a:cubicBezTo>
                  <a:cubicBezTo>
                    <a:pt x="1" y="144"/>
                    <a:pt x="15" y="162"/>
                    <a:pt x="35" y="162"/>
                  </a:cubicBezTo>
                  <a:cubicBezTo>
                    <a:pt x="42" y="162"/>
                    <a:pt x="49" y="160"/>
                    <a:pt x="57" y="156"/>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7" name="Google Shape;717;p32">
              <a:extLst>
                <a:ext uri="{FF2B5EF4-FFF2-40B4-BE49-F238E27FC236}">
                  <a16:creationId xmlns:a16="http://schemas.microsoft.com/office/drawing/2014/main" id="{1B9FA361-ABDE-D8B1-B886-5CE9A84072BE}"/>
                </a:ext>
              </a:extLst>
            </p:cNvPr>
            <p:cNvSpPr/>
            <p:nvPr/>
          </p:nvSpPr>
          <p:spPr>
            <a:xfrm>
              <a:off x="5919762" y="694044"/>
              <a:ext cx="13247" cy="19108"/>
            </a:xfrm>
            <a:custGeom>
              <a:avLst/>
              <a:gdLst/>
              <a:ahLst/>
              <a:cxnLst/>
              <a:rect l="l" t="t" r="r" b="b"/>
              <a:pathLst>
                <a:path w="113" h="163" extrusionOk="0">
                  <a:moveTo>
                    <a:pt x="79" y="1"/>
                  </a:moveTo>
                  <a:cubicBezTo>
                    <a:pt x="72" y="1"/>
                    <a:pt x="65" y="3"/>
                    <a:pt x="57" y="7"/>
                  </a:cubicBezTo>
                  <a:cubicBezTo>
                    <a:pt x="25" y="25"/>
                    <a:pt x="1" y="73"/>
                    <a:pt x="1" y="114"/>
                  </a:cubicBezTo>
                  <a:cubicBezTo>
                    <a:pt x="1" y="145"/>
                    <a:pt x="15" y="163"/>
                    <a:pt x="35" y="163"/>
                  </a:cubicBezTo>
                  <a:cubicBezTo>
                    <a:pt x="42" y="163"/>
                    <a:pt x="49" y="161"/>
                    <a:pt x="57" y="156"/>
                  </a:cubicBezTo>
                  <a:cubicBezTo>
                    <a:pt x="87" y="138"/>
                    <a:pt x="112" y="91"/>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8" name="Google Shape;718;p32">
              <a:extLst>
                <a:ext uri="{FF2B5EF4-FFF2-40B4-BE49-F238E27FC236}">
                  <a16:creationId xmlns:a16="http://schemas.microsoft.com/office/drawing/2014/main" id="{EAFD75EC-6299-E693-77AF-518A356F087B}"/>
                </a:ext>
              </a:extLst>
            </p:cNvPr>
            <p:cNvSpPr/>
            <p:nvPr/>
          </p:nvSpPr>
          <p:spPr>
            <a:xfrm>
              <a:off x="5598209" y="879379"/>
              <a:ext cx="13247" cy="18991"/>
            </a:xfrm>
            <a:custGeom>
              <a:avLst/>
              <a:gdLst/>
              <a:ahLst/>
              <a:cxnLst/>
              <a:rect l="l" t="t" r="r" b="b"/>
              <a:pathLst>
                <a:path w="113" h="162" extrusionOk="0">
                  <a:moveTo>
                    <a:pt x="79" y="0"/>
                  </a:moveTo>
                  <a:cubicBezTo>
                    <a:pt x="72" y="0"/>
                    <a:pt x="64" y="3"/>
                    <a:pt x="56" y="7"/>
                  </a:cubicBezTo>
                  <a:cubicBezTo>
                    <a:pt x="25" y="24"/>
                    <a:pt x="1" y="73"/>
                    <a:pt x="1" y="113"/>
                  </a:cubicBezTo>
                  <a:cubicBezTo>
                    <a:pt x="1" y="143"/>
                    <a:pt x="14" y="162"/>
                    <a:pt x="34" y="162"/>
                  </a:cubicBezTo>
                  <a:cubicBezTo>
                    <a:pt x="41" y="162"/>
                    <a:pt x="48" y="160"/>
                    <a:pt x="56" y="155"/>
                  </a:cubicBezTo>
                  <a:cubicBezTo>
                    <a:pt x="87" y="138"/>
                    <a:pt x="112" y="90"/>
                    <a:pt x="112" y="49"/>
                  </a:cubicBezTo>
                  <a:cubicBezTo>
                    <a:pt x="112" y="18"/>
                    <a:pt x="99"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9" name="Google Shape;719;p32">
              <a:extLst>
                <a:ext uri="{FF2B5EF4-FFF2-40B4-BE49-F238E27FC236}">
                  <a16:creationId xmlns:a16="http://schemas.microsoft.com/office/drawing/2014/main" id="{FC59A86C-8202-F568-8781-55B2BDDB26FD}"/>
                </a:ext>
              </a:extLst>
            </p:cNvPr>
            <p:cNvSpPr/>
            <p:nvPr/>
          </p:nvSpPr>
          <p:spPr>
            <a:xfrm>
              <a:off x="5560579" y="980194"/>
              <a:ext cx="13247" cy="19225"/>
            </a:xfrm>
            <a:custGeom>
              <a:avLst/>
              <a:gdLst/>
              <a:ahLst/>
              <a:cxnLst/>
              <a:rect l="l" t="t" r="r" b="b"/>
              <a:pathLst>
                <a:path w="113" h="164" extrusionOk="0">
                  <a:moveTo>
                    <a:pt x="78" y="1"/>
                  </a:moveTo>
                  <a:cubicBezTo>
                    <a:pt x="71" y="1"/>
                    <a:pt x="64" y="3"/>
                    <a:pt x="56" y="8"/>
                  </a:cubicBezTo>
                  <a:cubicBezTo>
                    <a:pt x="25" y="26"/>
                    <a:pt x="1" y="73"/>
                    <a:pt x="1" y="115"/>
                  </a:cubicBezTo>
                  <a:cubicBezTo>
                    <a:pt x="1" y="145"/>
                    <a:pt x="14" y="163"/>
                    <a:pt x="34" y="163"/>
                  </a:cubicBezTo>
                  <a:cubicBezTo>
                    <a:pt x="41" y="163"/>
                    <a:pt x="48" y="161"/>
                    <a:pt x="56" y="156"/>
                  </a:cubicBezTo>
                  <a:cubicBezTo>
                    <a:pt x="86" y="138"/>
                    <a:pt x="112" y="91"/>
                    <a:pt x="112" y="50"/>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0" name="Google Shape;720;p32">
              <a:extLst>
                <a:ext uri="{FF2B5EF4-FFF2-40B4-BE49-F238E27FC236}">
                  <a16:creationId xmlns:a16="http://schemas.microsoft.com/office/drawing/2014/main" id="{68D949EA-57E6-FB4C-0DCC-D4586D4B2217}"/>
                </a:ext>
              </a:extLst>
            </p:cNvPr>
            <p:cNvSpPr/>
            <p:nvPr/>
          </p:nvSpPr>
          <p:spPr>
            <a:xfrm>
              <a:off x="5723173" y="742459"/>
              <a:ext cx="13247" cy="18991"/>
            </a:xfrm>
            <a:custGeom>
              <a:avLst/>
              <a:gdLst/>
              <a:ahLst/>
              <a:cxnLst/>
              <a:rect l="l" t="t" r="r" b="b"/>
              <a:pathLst>
                <a:path w="113" h="162" extrusionOk="0">
                  <a:moveTo>
                    <a:pt x="79" y="1"/>
                  </a:moveTo>
                  <a:cubicBezTo>
                    <a:pt x="72" y="1"/>
                    <a:pt x="65" y="3"/>
                    <a:pt x="57" y="8"/>
                  </a:cubicBezTo>
                  <a:cubicBezTo>
                    <a:pt x="26" y="25"/>
                    <a:pt x="1" y="73"/>
                    <a:pt x="1" y="114"/>
                  </a:cubicBezTo>
                  <a:cubicBezTo>
                    <a:pt x="1" y="144"/>
                    <a:pt x="15" y="162"/>
                    <a:pt x="35" y="162"/>
                  </a:cubicBezTo>
                  <a:cubicBezTo>
                    <a:pt x="41"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1" name="Google Shape;721;p32">
              <a:extLst>
                <a:ext uri="{FF2B5EF4-FFF2-40B4-BE49-F238E27FC236}">
                  <a16:creationId xmlns:a16="http://schemas.microsoft.com/office/drawing/2014/main" id="{A2BC508D-765D-D613-1012-0F675FBB7CE8}"/>
                </a:ext>
              </a:extLst>
            </p:cNvPr>
            <p:cNvSpPr/>
            <p:nvPr/>
          </p:nvSpPr>
          <p:spPr>
            <a:xfrm>
              <a:off x="5876036" y="654422"/>
              <a:ext cx="13247" cy="18991"/>
            </a:xfrm>
            <a:custGeom>
              <a:avLst/>
              <a:gdLst/>
              <a:ahLst/>
              <a:cxnLst/>
              <a:rect l="l" t="t" r="r" b="b"/>
              <a:pathLst>
                <a:path w="113" h="162" extrusionOk="0">
                  <a:moveTo>
                    <a:pt x="79" y="1"/>
                  </a:moveTo>
                  <a:cubicBezTo>
                    <a:pt x="72" y="1"/>
                    <a:pt x="65" y="3"/>
                    <a:pt x="57" y="8"/>
                  </a:cubicBezTo>
                  <a:cubicBezTo>
                    <a:pt x="26" y="24"/>
                    <a:pt x="1" y="73"/>
                    <a:pt x="1" y="113"/>
                  </a:cubicBezTo>
                  <a:cubicBezTo>
                    <a:pt x="1" y="144"/>
                    <a:pt x="15" y="162"/>
                    <a:pt x="35" y="162"/>
                  </a:cubicBezTo>
                  <a:cubicBezTo>
                    <a:pt x="42"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2" name="Google Shape;722;p32">
              <a:extLst>
                <a:ext uri="{FF2B5EF4-FFF2-40B4-BE49-F238E27FC236}">
                  <a16:creationId xmlns:a16="http://schemas.microsoft.com/office/drawing/2014/main" id="{2E500A04-BF57-52F6-23D3-277188E5A3C1}"/>
                </a:ext>
              </a:extLst>
            </p:cNvPr>
            <p:cNvSpPr/>
            <p:nvPr/>
          </p:nvSpPr>
          <p:spPr>
            <a:xfrm>
              <a:off x="5808983" y="692286"/>
              <a:ext cx="13247" cy="19225"/>
            </a:xfrm>
            <a:custGeom>
              <a:avLst/>
              <a:gdLst/>
              <a:ahLst/>
              <a:cxnLst/>
              <a:rect l="l" t="t" r="r" b="b"/>
              <a:pathLst>
                <a:path w="113" h="164" extrusionOk="0">
                  <a:moveTo>
                    <a:pt x="79" y="1"/>
                  </a:moveTo>
                  <a:cubicBezTo>
                    <a:pt x="72" y="1"/>
                    <a:pt x="64" y="3"/>
                    <a:pt x="56" y="8"/>
                  </a:cubicBezTo>
                  <a:cubicBezTo>
                    <a:pt x="26" y="26"/>
                    <a:pt x="1" y="73"/>
                    <a:pt x="1" y="115"/>
                  </a:cubicBezTo>
                  <a:cubicBezTo>
                    <a:pt x="1" y="145"/>
                    <a:pt x="15" y="163"/>
                    <a:pt x="34" y="163"/>
                  </a:cubicBezTo>
                  <a:cubicBezTo>
                    <a:pt x="41" y="163"/>
                    <a:pt x="48" y="161"/>
                    <a:pt x="56" y="156"/>
                  </a:cubicBezTo>
                  <a:cubicBezTo>
                    <a:pt x="88" y="138"/>
                    <a:pt x="112" y="91"/>
                    <a:pt x="112" y="51"/>
                  </a:cubicBezTo>
                  <a:cubicBezTo>
                    <a:pt x="112" y="20"/>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3" name="Google Shape;723;p32">
              <a:extLst>
                <a:ext uri="{FF2B5EF4-FFF2-40B4-BE49-F238E27FC236}">
                  <a16:creationId xmlns:a16="http://schemas.microsoft.com/office/drawing/2014/main" id="{F2203D62-F40F-2234-E669-960D0C7BE36A}"/>
                </a:ext>
              </a:extLst>
            </p:cNvPr>
            <p:cNvSpPr/>
            <p:nvPr/>
          </p:nvSpPr>
          <p:spPr>
            <a:xfrm>
              <a:off x="5642052" y="749375"/>
              <a:ext cx="303854" cy="514394"/>
            </a:xfrm>
            <a:custGeom>
              <a:avLst/>
              <a:gdLst/>
              <a:ahLst/>
              <a:cxnLst/>
              <a:rect l="l" t="t" r="r" b="b"/>
              <a:pathLst>
                <a:path w="2592" h="4388" extrusionOk="0">
                  <a:moveTo>
                    <a:pt x="2515" y="0"/>
                  </a:moveTo>
                  <a:cubicBezTo>
                    <a:pt x="2518" y="69"/>
                    <a:pt x="2528" y="464"/>
                    <a:pt x="2407" y="1079"/>
                  </a:cubicBezTo>
                  <a:cubicBezTo>
                    <a:pt x="2399" y="1119"/>
                    <a:pt x="2390" y="1160"/>
                    <a:pt x="2381" y="1202"/>
                  </a:cubicBezTo>
                  <a:cubicBezTo>
                    <a:pt x="2361" y="1299"/>
                    <a:pt x="2336" y="1400"/>
                    <a:pt x="2308" y="1506"/>
                  </a:cubicBezTo>
                  <a:cubicBezTo>
                    <a:pt x="2280" y="1615"/>
                    <a:pt x="2247" y="1728"/>
                    <a:pt x="2211" y="1845"/>
                  </a:cubicBezTo>
                  <a:cubicBezTo>
                    <a:pt x="2159" y="2009"/>
                    <a:pt x="2099" y="2182"/>
                    <a:pt x="2030" y="2362"/>
                  </a:cubicBezTo>
                  <a:cubicBezTo>
                    <a:pt x="1878" y="2753"/>
                    <a:pt x="1679" y="3177"/>
                    <a:pt x="1419" y="3625"/>
                  </a:cubicBezTo>
                  <a:cubicBezTo>
                    <a:pt x="1287" y="3852"/>
                    <a:pt x="1140" y="4085"/>
                    <a:pt x="976" y="4322"/>
                  </a:cubicBezTo>
                  <a:cubicBezTo>
                    <a:pt x="876" y="4294"/>
                    <a:pt x="785" y="4259"/>
                    <a:pt x="699" y="4221"/>
                  </a:cubicBezTo>
                  <a:cubicBezTo>
                    <a:pt x="402" y="4090"/>
                    <a:pt x="175" y="3900"/>
                    <a:pt x="0" y="3684"/>
                  </a:cubicBezTo>
                  <a:lnTo>
                    <a:pt x="0" y="3684"/>
                  </a:lnTo>
                  <a:cubicBezTo>
                    <a:pt x="181" y="3927"/>
                    <a:pt x="423" y="4142"/>
                    <a:pt x="749" y="4287"/>
                  </a:cubicBezTo>
                  <a:cubicBezTo>
                    <a:pt x="836" y="4326"/>
                    <a:pt x="927" y="4361"/>
                    <a:pt x="1026" y="4388"/>
                  </a:cubicBezTo>
                  <a:cubicBezTo>
                    <a:pt x="1191" y="4151"/>
                    <a:pt x="1338" y="3918"/>
                    <a:pt x="1470" y="3691"/>
                  </a:cubicBezTo>
                  <a:cubicBezTo>
                    <a:pt x="1730" y="3243"/>
                    <a:pt x="1928" y="2819"/>
                    <a:pt x="2080" y="2428"/>
                  </a:cubicBezTo>
                  <a:cubicBezTo>
                    <a:pt x="2150" y="2248"/>
                    <a:pt x="2210" y="2076"/>
                    <a:pt x="2262" y="1911"/>
                  </a:cubicBezTo>
                  <a:cubicBezTo>
                    <a:pt x="2298" y="1794"/>
                    <a:pt x="2330" y="1681"/>
                    <a:pt x="2358" y="1572"/>
                  </a:cubicBezTo>
                  <a:cubicBezTo>
                    <a:pt x="2387" y="1467"/>
                    <a:pt x="2411" y="1365"/>
                    <a:pt x="2432" y="1268"/>
                  </a:cubicBezTo>
                  <a:cubicBezTo>
                    <a:pt x="2441" y="1227"/>
                    <a:pt x="2450" y="1185"/>
                    <a:pt x="2457" y="1145"/>
                  </a:cubicBezTo>
                  <a:cubicBezTo>
                    <a:pt x="2591" y="468"/>
                    <a:pt x="2566" y="55"/>
                    <a:pt x="2566" y="5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4" name="Google Shape;724;p32">
              <a:extLst>
                <a:ext uri="{FF2B5EF4-FFF2-40B4-BE49-F238E27FC236}">
                  <a16:creationId xmlns:a16="http://schemas.microsoft.com/office/drawing/2014/main" id="{8663BB27-A207-D745-CE5E-A3B9325EAA18}"/>
                </a:ext>
              </a:extLst>
            </p:cNvPr>
            <p:cNvSpPr/>
            <p:nvPr/>
          </p:nvSpPr>
          <p:spPr>
            <a:xfrm>
              <a:off x="5632061" y="607881"/>
              <a:ext cx="286856" cy="167401"/>
            </a:xfrm>
            <a:custGeom>
              <a:avLst/>
              <a:gdLst/>
              <a:ahLst/>
              <a:cxnLst/>
              <a:rect l="l" t="t" r="r" b="b"/>
              <a:pathLst>
                <a:path w="2447" h="1428" extrusionOk="0">
                  <a:moveTo>
                    <a:pt x="2170" y="1"/>
                  </a:moveTo>
                  <a:lnTo>
                    <a:pt x="1" y="1253"/>
                  </a:lnTo>
                  <a:lnTo>
                    <a:pt x="278" y="1428"/>
                  </a:lnTo>
                  <a:lnTo>
                    <a:pt x="2447" y="17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5" name="Google Shape;725;p32">
              <a:extLst>
                <a:ext uri="{FF2B5EF4-FFF2-40B4-BE49-F238E27FC236}">
                  <a16:creationId xmlns:a16="http://schemas.microsoft.com/office/drawing/2014/main" id="{37F51244-6796-7AA5-5040-6715572B09C7}"/>
                </a:ext>
              </a:extLst>
            </p:cNvPr>
            <p:cNvSpPr/>
            <p:nvPr/>
          </p:nvSpPr>
          <p:spPr>
            <a:xfrm>
              <a:off x="5516150" y="758519"/>
              <a:ext cx="119103" cy="216988"/>
            </a:xfrm>
            <a:custGeom>
              <a:avLst/>
              <a:gdLst/>
              <a:ahLst/>
              <a:cxnLst/>
              <a:rect l="l" t="t" r="r" b="b"/>
              <a:pathLst>
                <a:path w="1016" h="1851" extrusionOk="0">
                  <a:moveTo>
                    <a:pt x="739" y="0"/>
                  </a:moveTo>
                  <a:lnTo>
                    <a:pt x="0" y="1676"/>
                  </a:lnTo>
                  <a:lnTo>
                    <a:pt x="276" y="1850"/>
                  </a:lnTo>
                  <a:lnTo>
                    <a:pt x="1016" y="175"/>
                  </a:lnTo>
                  <a:lnTo>
                    <a:pt x="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6" name="Google Shape;726;p32">
              <a:extLst>
                <a:ext uri="{FF2B5EF4-FFF2-40B4-BE49-F238E27FC236}">
                  <a16:creationId xmlns:a16="http://schemas.microsoft.com/office/drawing/2014/main" id="{CD43AB7E-9306-CCCD-CC7F-E18E4FCB53B9}"/>
                </a:ext>
              </a:extLst>
            </p:cNvPr>
            <p:cNvSpPr/>
            <p:nvPr/>
          </p:nvSpPr>
          <p:spPr>
            <a:xfrm>
              <a:off x="5581563" y="819242"/>
              <a:ext cx="319445" cy="304205"/>
            </a:xfrm>
            <a:custGeom>
              <a:avLst/>
              <a:gdLst/>
              <a:ahLst/>
              <a:cxnLst/>
              <a:rect l="l" t="t" r="r" b="b"/>
              <a:pathLst>
                <a:path w="2725" h="2595" extrusionOk="0">
                  <a:moveTo>
                    <a:pt x="556" y="0"/>
                  </a:moveTo>
                  <a:lnTo>
                    <a:pt x="181" y="837"/>
                  </a:lnTo>
                  <a:lnTo>
                    <a:pt x="2" y="1237"/>
                  </a:lnTo>
                  <a:cubicBezTo>
                    <a:pt x="2" y="1237"/>
                    <a:pt x="1" y="1275"/>
                    <a:pt x="1" y="1341"/>
                  </a:cubicBezTo>
                  <a:lnTo>
                    <a:pt x="2171" y="2595"/>
                  </a:lnTo>
                  <a:cubicBezTo>
                    <a:pt x="2319" y="2305"/>
                    <a:pt x="2444" y="2027"/>
                    <a:pt x="2546" y="1766"/>
                  </a:cubicBezTo>
                  <a:cubicBezTo>
                    <a:pt x="2614" y="1587"/>
                    <a:pt x="2674" y="1417"/>
                    <a:pt x="2725" y="1252"/>
                  </a:cubicBezTo>
                  <a:lnTo>
                    <a:pt x="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7" name="Google Shape;727;p32">
              <a:extLst>
                <a:ext uri="{FF2B5EF4-FFF2-40B4-BE49-F238E27FC236}">
                  <a16:creationId xmlns:a16="http://schemas.microsoft.com/office/drawing/2014/main" id="{65C23084-3F7E-805F-84D6-B76E8FFB503C}"/>
                </a:ext>
              </a:extLst>
            </p:cNvPr>
            <p:cNvSpPr/>
            <p:nvPr/>
          </p:nvSpPr>
          <p:spPr>
            <a:xfrm>
              <a:off x="5581563" y="976443"/>
              <a:ext cx="254618" cy="221091"/>
            </a:xfrm>
            <a:custGeom>
              <a:avLst/>
              <a:gdLst/>
              <a:ahLst/>
              <a:cxnLst/>
              <a:rect l="l" t="t" r="r" b="b"/>
              <a:pathLst>
                <a:path w="2172" h="1886" extrusionOk="0">
                  <a:moveTo>
                    <a:pt x="1" y="0"/>
                  </a:moveTo>
                  <a:cubicBezTo>
                    <a:pt x="1" y="161"/>
                    <a:pt x="15" y="490"/>
                    <a:pt x="110" y="862"/>
                  </a:cubicBezTo>
                  <a:cubicBezTo>
                    <a:pt x="114" y="876"/>
                    <a:pt x="119" y="891"/>
                    <a:pt x="122" y="907"/>
                  </a:cubicBezTo>
                  <a:lnTo>
                    <a:pt x="1818" y="1885"/>
                  </a:lnTo>
                  <a:cubicBezTo>
                    <a:pt x="1859" y="1819"/>
                    <a:pt x="1898" y="1752"/>
                    <a:pt x="1935" y="1688"/>
                  </a:cubicBezTo>
                  <a:cubicBezTo>
                    <a:pt x="2022" y="1540"/>
                    <a:pt x="2098" y="1395"/>
                    <a:pt x="2172" y="1254"/>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8" name="Google Shape;728;p32">
              <a:extLst>
                <a:ext uri="{FF2B5EF4-FFF2-40B4-BE49-F238E27FC236}">
                  <a16:creationId xmlns:a16="http://schemas.microsoft.com/office/drawing/2014/main" id="{A57D4BCB-EE1B-694C-8062-1AA0E29A3A3A}"/>
                </a:ext>
              </a:extLst>
            </p:cNvPr>
            <p:cNvSpPr/>
            <p:nvPr/>
          </p:nvSpPr>
          <p:spPr>
            <a:xfrm>
              <a:off x="5646624" y="764849"/>
              <a:ext cx="277946" cy="201397"/>
            </a:xfrm>
            <a:custGeom>
              <a:avLst/>
              <a:gdLst/>
              <a:ahLst/>
              <a:cxnLst/>
              <a:rect l="l" t="t" r="r" b="b"/>
              <a:pathLst>
                <a:path w="2371" h="1718" extrusionOk="0">
                  <a:moveTo>
                    <a:pt x="751" y="0"/>
                  </a:moveTo>
                  <a:lnTo>
                    <a:pt x="200" y="318"/>
                  </a:lnTo>
                  <a:lnTo>
                    <a:pt x="19" y="422"/>
                  </a:lnTo>
                  <a:lnTo>
                    <a:pt x="1" y="464"/>
                  </a:lnTo>
                  <a:lnTo>
                    <a:pt x="2170" y="1717"/>
                  </a:lnTo>
                  <a:cubicBezTo>
                    <a:pt x="2171" y="1715"/>
                    <a:pt x="2171" y="1714"/>
                    <a:pt x="2172" y="1713"/>
                  </a:cubicBezTo>
                  <a:cubicBezTo>
                    <a:pt x="2208" y="1596"/>
                    <a:pt x="2241" y="1482"/>
                    <a:pt x="2269" y="1374"/>
                  </a:cubicBezTo>
                  <a:cubicBezTo>
                    <a:pt x="2297" y="1268"/>
                    <a:pt x="2322" y="1167"/>
                    <a:pt x="2342" y="1070"/>
                  </a:cubicBezTo>
                  <a:cubicBezTo>
                    <a:pt x="2351" y="1028"/>
                    <a:pt x="2360" y="987"/>
                    <a:pt x="2368" y="947"/>
                  </a:cubicBezTo>
                  <a:cubicBezTo>
                    <a:pt x="2369" y="943"/>
                    <a:pt x="2369" y="939"/>
                    <a:pt x="2370" y="936"/>
                  </a:cubicBezTo>
                  <a:lnTo>
                    <a:pt x="7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9" name="Google Shape;729;p32">
              <a:extLst>
                <a:ext uri="{FF2B5EF4-FFF2-40B4-BE49-F238E27FC236}">
                  <a16:creationId xmlns:a16="http://schemas.microsoft.com/office/drawing/2014/main" id="{52510CA4-805C-7A3C-DB64-B29C3EFA0CE6}"/>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0" name="Google Shape;730;p32">
              <a:extLst>
                <a:ext uri="{FF2B5EF4-FFF2-40B4-BE49-F238E27FC236}">
                  <a16:creationId xmlns:a16="http://schemas.microsoft.com/office/drawing/2014/main" id="{81C706E6-446D-73B7-42D5-2066A49C8F0A}"/>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1" name="Google Shape;731;p32">
              <a:extLst>
                <a:ext uri="{FF2B5EF4-FFF2-40B4-BE49-F238E27FC236}">
                  <a16:creationId xmlns:a16="http://schemas.microsoft.com/office/drawing/2014/main" id="{0B0EC628-8E94-85C0-E80F-B68038473544}"/>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2" name="Google Shape;732;p32">
              <a:extLst>
                <a:ext uri="{FF2B5EF4-FFF2-40B4-BE49-F238E27FC236}">
                  <a16:creationId xmlns:a16="http://schemas.microsoft.com/office/drawing/2014/main" id="{511EA330-5B18-C94F-2FE1-32525274AAD5}"/>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25" name="Group 24">
            <a:extLst>
              <a:ext uri="{FF2B5EF4-FFF2-40B4-BE49-F238E27FC236}">
                <a16:creationId xmlns:a16="http://schemas.microsoft.com/office/drawing/2014/main" id="{26F8A62B-6F5F-D6AC-40B3-57308B062D32}"/>
              </a:ext>
            </a:extLst>
          </p:cNvPr>
          <p:cNvGrpSpPr/>
          <p:nvPr/>
        </p:nvGrpSpPr>
        <p:grpSpPr>
          <a:xfrm>
            <a:off x="245866" y="5143500"/>
            <a:ext cx="8479048" cy="2424827"/>
            <a:chOff x="758309" y="1563053"/>
            <a:chExt cx="13113782" cy="2500669"/>
          </a:xfrm>
        </p:grpSpPr>
        <p:sp>
          <p:nvSpPr>
            <p:cNvPr id="26" name="Text 2">
              <a:extLst>
                <a:ext uri="{FF2B5EF4-FFF2-40B4-BE49-F238E27FC236}">
                  <a16:creationId xmlns:a16="http://schemas.microsoft.com/office/drawing/2014/main" id="{31B2EF10-CF26-DF4F-6631-A4B7486E0D64}"/>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500" dirty="0"/>
            </a:p>
          </p:txBody>
        </p:sp>
        <p:sp>
          <p:nvSpPr>
            <p:cNvPr id="27" name="Shape 3">
              <a:extLst>
                <a:ext uri="{FF2B5EF4-FFF2-40B4-BE49-F238E27FC236}">
                  <a16:creationId xmlns:a16="http://schemas.microsoft.com/office/drawing/2014/main" id="{5499FDCD-AF97-63E5-D60E-39348C196640}"/>
                </a:ext>
              </a:extLst>
            </p:cNvPr>
            <p:cNvSpPr/>
            <p:nvPr/>
          </p:nvSpPr>
          <p:spPr>
            <a:xfrm>
              <a:off x="758309" y="2995017"/>
              <a:ext cx="13113782" cy="15240"/>
            </a:xfrm>
            <a:prstGeom prst="roundRect">
              <a:avLst>
                <a:gd name="adj" fmla="val 339601"/>
              </a:avLst>
            </a:prstGeom>
            <a:solidFill>
              <a:srgbClr val="BBC2DC"/>
            </a:solidFill>
            <a:ln/>
          </p:spPr>
        </p:sp>
        <p:sp>
          <p:nvSpPr>
            <p:cNvPr id="28" name="Shape 4">
              <a:extLst>
                <a:ext uri="{FF2B5EF4-FFF2-40B4-BE49-F238E27FC236}">
                  <a16:creationId xmlns:a16="http://schemas.microsoft.com/office/drawing/2014/main" id="{B21C862C-DE42-D9CA-6660-57509765A7C0}"/>
                </a:ext>
              </a:extLst>
            </p:cNvPr>
            <p:cNvSpPr/>
            <p:nvPr/>
          </p:nvSpPr>
          <p:spPr>
            <a:xfrm>
              <a:off x="3343394" y="2625447"/>
              <a:ext cx="15240" cy="369570"/>
            </a:xfrm>
            <a:prstGeom prst="roundRect">
              <a:avLst>
                <a:gd name="adj" fmla="val 339601"/>
              </a:avLst>
            </a:prstGeom>
            <a:solidFill>
              <a:srgbClr val="BBC2DC"/>
            </a:solidFill>
            <a:ln/>
          </p:spPr>
        </p:sp>
        <p:sp>
          <p:nvSpPr>
            <p:cNvPr id="29" name="Shape 5">
              <a:extLst>
                <a:ext uri="{FF2B5EF4-FFF2-40B4-BE49-F238E27FC236}">
                  <a16:creationId xmlns:a16="http://schemas.microsoft.com/office/drawing/2014/main" id="{99983086-E452-7175-0EB0-F7758304D603}"/>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30" name="Text 6">
              <a:extLst>
                <a:ext uri="{FF2B5EF4-FFF2-40B4-BE49-F238E27FC236}">
                  <a16:creationId xmlns:a16="http://schemas.microsoft.com/office/drawing/2014/main" id="{3708F427-4216-3166-94EB-324507D2F1F3}"/>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1</a:t>
              </a:r>
              <a:endParaRPr lang="en-US" sz="1500" dirty="0"/>
            </a:p>
          </p:txBody>
        </p:sp>
        <p:sp>
          <p:nvSpPr>
            <p:cNvPr id="31" name="Text 7">
              <a:extLst>
                <a:ext uri="{FF2B5EF4-FFF2-40B4-BE49-F238E27FC236}">
                  <a16:creationId xmlns:a16="http://schemas.microsoft.com/office/drawing/2014/main" id="{FFA31419-54D8-6373-9939-A9060A7EA5DE}"/>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1: Signature-based</a:t>
              </a:r>
              <a:endParaRPr lang="en-US" sz="1250" dirty="0"/>
            </a:p>
          </p:txBody>
        </p:sp>
        <p:sp>
          <p:nvSpPr>
            <p:cNvPr id="32" name="Text 8">
              <a:extLst>
                <a:ext uri="{FF2B5EF4-FFF2-40B4-BE49-F238E27FC236}">
                  <a16:creationId xmlns:a16="http://schemas.microsoft.com/office/drawing/2014/main" id="{47532190-6C48-E6DE-4500-AC566BEB956E}"/>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950" dirty="0"/>
            </a:p>
          </p:txBody>
        </p:sp>
        <p:sp>
          <p:nvSpPr>
            <p:cNvPr id="33" name="Shape 9">
              <a:extLst>
                <a:ext uri="{FF2B5EF4-FFF2-40B4-BE49-F238E27FC236}">
                  <a16:creationId xmlns:a16="http://schemas.microsoft.com/office/drawing/2014/main" id="{0F790C03-DD29-B844-BE58-EEFC39F4C912}"/>
                </a:ext>
              </a:extLst>
            </p:cNvPr>
            <p:cNvSpPr/>
            <p:nvPr/>
          </p:nvSpPr>
          <p:spPr>
            <a:xfrm>
              <a:off x="5986105" y="2995017"/>
              <a:ext cx="15240" cy="369570"/>
            </a:xfrm>
            <a:prstGeom prst="roundRect">
              <a:avLst>
                <a:gd name="adj" fmla="val 339601"/>
              </a:avLst>
            </a:prstGeom>
            <a:solidFill>
              <a:srgbClr val="BBC2DC"/>
            </a:solidFill>
            <a:ln/>
          </p:spPr>
        </p:sp>
        <p:sp>
          <p:nvSpPr>
            <p:cNvPr id="34" name="Shape 10">
              <a:extLst>
                <a:ext uri="{FF2B5EF4-FFF2-40B4-BE49-F238E27FC236}">
                  <a16:creationId xmlns:a16="http://schemas.microsoft.com/office/drawing/2014/main" id="{6E8F703F-06E4-8FBC-67F7-1434BBCA9111}"/>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35" name="Text 11">
              <a:extLst>
                <a:ext uri="{FF2B5EF4-FFF2-40B4-BE49-F238E27FC236}">
                  <a16:creationId xmlns:a16="http://schemas.microsoft.com/office/drawing/2014/main" id="{69E17FD6-5D26-ACD6-5206-267E38D5F45A}"/>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2</a:t>
              </a:r>
              <a:endParaRPr lang="en-US" sz="1500" dirty="0"/>
            </a:p>
          </p:txBody>
        </p:sp>
        <p:sp>
          <p:nvSpPr>
            <p:cNvPr id="36" name="Text 12">
              <a:extLst>
                <a:ext uri="{FF2B5EF4-FFF2-40B4-BE49-F238E27FC236}">
                  <a16:creationId xmlns:a16="http://schemas.microsoft.com/office/drawing/2014/main" id="{BB40A158-9EA4-3AE0-480D-8D7E55F1DFA1}"/>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2: Heuristic-based</a:t>
              </a:r>
              <a:endParaRPr lang="en-US" sz="1250" dirty="0"/>
            </a:p>
          </p:txBody>
        </p:sp>
        <p:sp>
          <p:nvSpPr>
            <p:cNvPr id="37" name="Text 13">
              <a:extLst>
                <a:ext uri="{FF2B5EF4-FFF2-40B4-BE49-F238E27FC236}">
                  <a16:creationId xmlns:a16="http://schemas.microsoft.com/office/drawing/2014/main" id="{5393322F-BA21-1A58-15A9-D5B09132B58D}"/>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950" dirty="0"/>
            </a:p>
          </p:txBody>
        </p:sp>
        <p:sp>
          <p:nvSpPr>
            <p:cNvPr id="38" name="Shape 14">
              <a:extLst>
                <a:ext uri="{FF2B5EF4-FFF2-40B4-BE49-F238E27FC236}">
                  <a16:creationId xmlns:a16="http://schemas.microsoft.com/office/drawing/2014/main" id="{6BFF4061-D579-2B53-103B-0EA3414FEE77}"/>
                </a:ext>
              </a:extLst>
            </p:cNvPr>
            <p:cNvSpPr/>
            <p:nvPr/>
          </p:nvSpPr>
          <p:spPr>
            <a:xfrm>
              <a:off x="8628817" y="2625447"/>
              <a:ext cx="15240" cy="369570"/>
            </a:xfrm>
            <a:prstGeom prst="roundRect">
              <a:avLst>
                <a:gd name="adj" fmla="val 339601"/>
              </a:avLst>
            </a:prstGeom>
            <a:solidFill>
              <a:srgbClr val="BBC2DC"/>
            </a:solidFill>
            <a:ln/>
          </p:spPr>
        </p:sp>
        <p:sp>
          <p:nvSpPr>
            <p:cNvPr id="39" name="Shape 15">
              <a:extLst>
                <a:ext uri="{FF2B5EF4-FFF2-40B4-BE49-F238E27FC236}">
                  <a16:creationId xmlns:a16="http://schemas.microsoft.com/office/drawing/2014/main" id="{15EEA2E7-8AEA-CE95-E730-7C225B9145DB}"/>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40" name="Text 16">
              <a:extLst>
                <a:ext uri="{FF2B5EF4-FFF2-40B4-BE49-F238E27FC236}">
                  <a16:creationId xmlns:a16="http://schemas.microsoft.com/office/drawing/2014/main" id="{3ABD8F58-1E92-596E-AD04-0C4587067905}"/>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3</a:t>
              </a:r>
              <a:endParaRPr lang="en-US" sz="1500" dirty="0"/>
            </a:p>
          </p:txBody>
        </p:sp>
        <p:sp>
          <p:nvSpPr>
            <p:cNvPr id="41" name="Text 17">
              <a:extLst>
                <a:ext uri="{FF2B5EF4-FFF2-40B4-BE49-F238E27FC236}">
                  <a16:creationId xmlns:a16="http://schemas.microsoft.com/office/drawing/2014/main" id="{8971B221-DF28-D85B-1B95-B62994B5AEC3}"/>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3: ML-based</a:t>
              </a:r>
              <a:endParaRPr lang="en-US" sz="1250" dirty="0"/>
            </a:p>
          </p:txBody>
        </p:sp>
        <p:sp>
          <p:nvSpPr>
            <p:cNvPr id="42" name="Text 18">
              <a:extLst>
                <a:ext uri="{FF2B5EF4-FFF2-40B4-BE49-F238E27FC236}">
                  <a16:creationId xmlns:a16="http://schemas.microsoft.com/office/drawing/2014/main" id="{6BA58CF6-D231-895C-6DE4-7B36BB056704}"/>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950" dirty="0"/>
            </a:p>
          </p:txBody>
        </p:sp>
        <p:sp>
          <p:nvSpPr>
            <p:cNvPr id="43" name="Shape 19">
              <a:extLst>
                <a:ext uri="{FF2B5EF4-FFF2-40B4-BE49-F238E27FC236}">
                  <a16:creationId xmlns:a16="http://schemas.microsoft.com/office/drawing/2014/main" id="{3214E690-1C5E-05D7-0C90-796176E9B015}"/>
                </a:ext>
              </a:extLst>
            </p:cNvPr>
            <p:cNvSpPr/>
            <p:nvPr/>
          </p:nvSpPr>
          <p:spPr>
            <a:xfrm>
              <a:off x="11271647" y="2995017"/>
              <a:ext cx="15240" cy="369570"/>
            </a:xfrm>
            <a:prstGeom prst="roundRect">
              <a:avLst>
                <a:gd name="adj" fmla="val 339601"/>
              </a:avLst>
            </a:prstGeom>
            <a:solidFill>
              <a:srgbClr val="BBC2DC"/>
            </a:solidFill>
            <a:ln/>
          </p:spPr>
        </p:sp>
        <p:sp>
          <p:nvSpPr>
            <p:cNvPr id="44" name="Shape 20">
              <a:extLst>
                <a:ext uri="{FF2B5EF4-FFF2-40B4-BE49-F238E27FC236}">
                  <a16:creationId xmlns:a16="http://schemas.microsoft.com/office/drawing/2014/main" id="{7F4AB9A8-CD23-7377-6D2E-FAEFD132309C}"/>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45" name="Text 21">
              <a:extLst>
                <a:ext uri="{FF2B5EF4-FFF2-40B4-BE49-F238E27FC236}">
                  <a16:creationId xmlns:a16="http://schemas.microsoft.com/office/drawing/2014/main" id="{531DA7E9-440E-E408-6A6B-BEF95BE0CCD0}"/>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4</a:t>
              </a:r>
              <a:endParaRPr lang="en-US" sz="1500" dirty="0"/>
            </a:p>
          </p:txBody>
        </p:sp>
        <p:sp>
          <p:nvSpPr>
            <p:cNvPr id="46" name="Text 22">
              <a:extLst>
                <a:ext uri="{FF2B5EF4-FFF2-40B4-BE49-F238E27FC236}">
                  <a16:creationId xmlns:a16="http://schemas.microsoft.com/office/drawing/2014/main" id="{B6CD4B7D-86E7-4C35-D7A3-9033B6B4D847}"/>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4: AI-based</a:t>
              </a:r>
              <a:endParaRPr lang="en-US" sz="1250" dirty="0"/>
            </a:p>
          </p:txBody>
        </p:sp>
        <p:sp>
          <p:nvSpPr>
            <p:cNvPr id="47" name="Text 23">
              <a:extLst>
                <a:ext uri="{FF2B5EF4-FFF2-40B4-BE49-F238E27FC236}">
                  <a16:creationId xmlns:a16="http://schemas.microsoft.com/office/drawing/2014/main" id="{183D08EC-F911-5191-67C6-BED86E588FF0}"/>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950" dirty="0"/>
            </a:p>
          </p:txBody>
        </p:sp>
      </p:grpSp>
      <p:cxnSp>
        <p:nvCxnSpPr>
          <p:cNvPr id="3" name="Straight Arrow Connector 2">
            <a:extLst>
              <a:ext uri="{FF2B5EF4-FFF2-40B4-BE49-F238E27FC236}">
                <a16:creationId xmlns:a16="http://schemas.microsoft.com/office/drawing/2014/main" id="{4FFCE5E0-8BB6-0AD0-05B2-AE8418029747}"/>
              </a:ext>
            </a:extLst>
          </p:cNvPr>
          <p:cNvCxnSpPr>
            <a:cxnSpLocks/>
            <a:endCxn id="12" idx="1"/>
          </p:cNvCxnSpPr>
          <p:nvPr/>
        </p:nvCxnSpPr>
        <p:spPr>
          <a:xfrm>
            <a:off x="3778786" y="2376501"/>
            <a:ext cx="16765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Google Shape;673;p32">
            <a:extLst>
              <a:ext uri="{FF2B5EF4-FFF2-40B4-BE49-F238E27FC236}">
                <a16:creationId xmlns:a16="http://schemas.microsoft.com/office/drawing/2014/main" id="{89A7839E-DB6A-DE3E-44C2-8273D806CEFA}"/>
              </a:ext>
            </a:extLst>
          </p:cNvPr>
          <p:cNvSpPr txBox="1">
            <a:spLocks/>
          </p:cNvSpPr>
          <p:nvPr/>
        </p:nvSpPr>
        <p:spPr>
          <a:xfrm>
            <a:off x="5455320" y="1955601"/>
            <a:ext cx="3589528"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vi-VN" sz="1200" dirty="0">
                <a:solidFill>
                  <a:schemeClr val="accent1"/>
                </a:solidFill>
                <a:latin typeface="Bahnschrift" panose="020B0502040204020203" pitchFamily="34" charset="0"/>
              </a:rPr>
              <a:t>Học có giám sát (Supervised Learning): Máy học từ dữ liệu đã được dán nhãn (có đáp án sẵn).</a:t>
            </a:r>
          </a:p>
          <a:p>
            <a:r>
              <a:rPr lang="vi-VN" sz="1200" i="1" dirty="0">
                <a:solidFill>
                  <a:schemeClr val="accent1"/>
                </a:solidFill>
                <a:latin typeface="Bahnschrift" panose="020B0502040204020203" pitchFamily="34" charset="0"/>
              </a:rPr>
              <a:t>Ví dụ:</a:t>
            </a:r>
            <a:r>
              <a:rPr lang="vi-VN" sz="1200" dirty="0">
                <a:solidFill>
                  <a:schemeClr val="accent1"/>
                </a:solidFill>
                <a:latin typeface="Bahnschrift" panose="020B0502040204020203" pitchFamily="34" charset="0"/>
              </a:rPr>
              <a:t> Đưa ảnh chụp X-quang và chỉ cho máy biết cái nào là "Ung thư", cái nào "Bình thường". Sau này máy tự chẩn đoán ảnh mới.</a:t>
            </a:r>
          </a:p>
          <a:p>
            <a:endParaRPr lang="en-US" sz="1200" dirty="0">
              <a:solidFill>
                <a:schemeClr val="accent1"/>
              </a:solidFill>
              <a:latin typeface="Bahnschrift" panose="020B0502040204020203" pitchFamily="34" charset="0"/>
            </a:endParaRPr>
          </a:p>
        </p:txBody>
      </p:sp>
    </p:spTree>
    <p:extLst>
      <p:ext uri="{BB962C8B-B14F-4D97-AF65-F5344CB8AC3E}">
        <p14:creationId xmlns:p14="http://schemas.microsoft.com/office/powerpoint/2010/main" val="413934675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pic>
        <p:nvPicPr>
          <p:cNvPr id="672" name="Google Shape;672;p32"/>
          <p:cNvPicPr preferRelativeResize="0"/>
          <p:nvPr/>
        </p:nvPicPr>
        <p:blipFill rotWithShape="1">
          <a:blip r:embed="rId3">
            <a:alphaModFix/>
          </a:blip>
          <a:srcRect l="48461" t="-1107" r="2177" b="1107"/>
          <a:stretch>
            <a:fillRect/>
          </a:stretch>
        </p:blipFill>
        <p:spPr>
          <a:xfrm>
            <a:off x="10166235" y="733775"/>
            <a:ext cx="3225800" cy="3675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73" name="Google Shape;673;p32"/>
          <p:cNvSpPr txBox="1">
            <a:spLocks noGrp="1"/>
          </p:cNvSpPr>
          <p:nvPr>
            <p:ph type="title"/>
          </p:nvPr>
        </p:nvSpPr>
        <p:spPr>
          <a:xfrm>
            <a:off x="407369" y="5646412"/>
            <a:ext cx="586591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rPr>
              <a:t>MACHINE LEARNING</a:t>
            </a:r>
            <a:endParaRPr dirty="0">
              <a:solidFill>
                <a:schemeClr val="lt2"/>
              </a:solidFill>
            </a:endParaRPr>
          </a:p>
        </p:txBody>
      </p:sp>
      <p:sp>
        <p:nvSpPr>
          <p:cNvPr id="674" name="Google Shape;674;p32"/>
          <p:cNvSpPr txBox="1">
            <a:spLocks noGrp="1"/>
          </p:cNvSpPr>
          <p:nvPr>
            <p:ph type="subTitle" idx="1"/>
          </p:nvPr>
        </p:nvSpPr>
        <p:spPr>
          <a:xfrm>
            <a:off x="526578" y="6488212"/>
            <a:ext cx="4150700" cy="1974900"/>
          </a:xfrm>
          <a:prstGeom prst="rect">
            <a:avLst/>
          </a:prstGeom>
        </p:spPr>
        <p:txBody>
          <a:bodyPr spcFirstLastPara="1" wrap="square" lIns="91425" tIns="91425" rIns="91425" bIns="91425" anchor="t" anchorCtr="0">
            <a:noAutofit/>
          </a:bodyPr>
          <a:lstStyle/>
          <a:p>
            <a:pPr marL="0" lvl="0" indent="0"/>
            <a:r>
              <a:rPr lang="vi-VN" dirty="0"/>
              <a:t>Việc ứng dụng Học máy (Machine Learning) vào Hệ thống phát hiện xâm nhập (Intrusion Detection System - IDS) đánh dấu bước chuyển mình quan trọng trong lĩnh vực an ninh mạng. Thay vì dựa hoàn toàn vào các tập luật cố định do con người định nghĩa, ML cho phép hệ thống tự động học hỏi và nhận diện các mẫu hành vi bất thường từ lượng lớn dữ liệu lịch sử.</a:t>
            </a:r>
            <a:endParaRPr dirty="0"/>
          </a:p>
        </p:txBody>
      </p:sp>
      <p:sp>
        <p:nvSpPr>
          <p:cNvPr id="675" name="Google Shape;675;p32"/>
          <p:cNvSpPr/>
          <p:nvPr/>
        </p:nvSpPr>
        <p:spPr>
          <a:xfrm>
            <a:off x="-381387" y="1477207"/>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p:cNvSpPr/>
          <p:nvPr/>
        </p:nvSpPr>
        <p:spPr>
          <a:xfrm>
            <a:off x="-372712" y="1384598"/>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32"/>
          <p:cNvGrpSpPr/>
          <p:nvPr/>
        </p:nvGrpSpPr>
        <p:grpSpPr>
          <a:xfrm>
            <a:off x="10166235" y="-94202"/>
            <a:ext cx="1114126" cy="970524"/>
            <a:chOff x="4870700" y="341075"/>
            <a:chExt cx="1114126" cy="970524"/>
          </a:xfrm>
        </p:grpSpPr>
        <p:sp>
          <p:nvSpPr>
            <p:cNvPr id="678" name="Google Shape;678;p32"/>
            <p:cNvSpPr/>
            <p:nvPr/>
          </p:nvSpPr>
          <p:spPr>
            <a:xfrm>
              <a:off x="4870700" y="341075"/>
              <a:ext cx="964196" cy="903003"/>
            </a:xfrm>
            <a:custGeom>
              <a:avLst/>
              <a:gdLst/>
              <a:ahLst/>
              <a:cxnLst/>
              <a:rect l="l" t="t" r="r" b="b"/>
              <a:pathLst>
                <a:path w="8225" h="7703" extrusionOk="0">
                  <a:moveTo>
                    <a:pt x="5985" y="1"/>
                  </a:moveTo>
                  <a:cubicBezTo>
                    <a:pt x="5869" y="1"/>
                    <a:pt x="5741" y="38"/>
                    <a:pt x="5606" y="115"/>
                  </a:cubicBezTo>
                  <a:cubicBezTo>
                    <a:pt x="5263" y="314"/>
                    <a:pt x="4962" y="730"/>
                    <a:pt x="4796" y="1191"/>
                  </a:cubicBezTo>
                  <a:cubicBezTo>
                    <a:pt x="4621" y="793"/>
                    <a:pt x="4314" y="570"/>
                    <a:pt x="3935" y="570"/>
                  </a:cubicBezTo>
                  <a:cubicBezTo>
                    <a:pt x="3730" y="570"/>
                    <a:pt x="3505" y="635"/>
                    <a:pt x="3268" y="772"/>
                  </a:cubicBezTo>
                  <a:cubicBezTo>
                    <a:pt x="2373" y="1288"/>
                    <a:pt x="1644" y="2638"/>
                    <a:pt x="1586" y="3844"/>
                  </a:cubicBezTo>
                  <a:cubicBezTo>
                    <a:pt x="1497" y="3870"/>
                    <a:pt x="1405" y="3909"/>
                    <a:pt x="1310" y="3963"/>
                  </a:cubicBezTo>
                  <a:cubicBezTo>
                    <a:pt x="588" y="4381"/>
                    <a:pt x="1" y="5502"/>
                    <a:pt x="1" y="6468"/>
                  </a:cubicBezTo>
                  <a:cubicBezTo>
                    <a:pt x="1" y="6989"/>
                    <a:pt x="172" y="7358"/>
                    <a:pt x="445" y="7521"/>
                  </a:cubicBezTo>
                  <a:cubicBezTo>
                    <a:pt x="547" y="7583"/>
                    <a:pt x="664" y="7615"/>
                    <a:pt x="791" y="7615"/>
                  </a:cubicBezTo>
                  <a:cubicBezTo>
                    <a:pt x="950" y="7615"/>
                    <a:pt x="1126" y="7565"/>
                    <a:pt x="1310" y="7458"/>
                  </a:cubicBezTo>
                  <a:cubicBezTo>
                    <a:pt x="1566" y="7311"/>
                    <a:pt x="1803" y="7076"/>
                    <a:pt x="2004" y="6792"/>
                  </a:cubicBezTo>
                  <a:cubicBezTo>
                    <a:pt x="2048" y="7365"/>
                    <a:pt x="2337" y="7702"/>
                    <a:pt x="2735" y="7702"/>
                  </a:cubicBezTo>
                  <a:cubicBezTo>
                    <a:pt x="2884" y="7702"/>
                    <a:pt x="3047" y="7656"/>
                    <a:pt x="3219" y="7556"/>
                  </a:cubicBezTo>
                  <a:cubicBezTo>
                    <a:pt x="3657" y="7303"/>
                    <a:pt x="4040" y="6774"/>
                    <a:pt x="4256" y="6187"/>
                  </a:cubicBezTo>
                  <a:cubicBezTo>
                    <a:pt x="4383" y="6340"/>
                    <a:pt x="4553" y="6423"/>
                    <a:pt x="4750" y="6423"/>
                  </a:cubicBezTo>
                  <a:cubicBezTo>
                    <a:pt x="4898" y="6423"/>
                    <a:pt x="5061" y="6376"/>
                    <a:pt x="5233" y="6277"/>
                  </a:cubicBezTo>
                  <a:cubicBezTo>
                    <a:pt x="5817" y="5939"/>
                    <a:pt x="6306" y="5109"/>
                    <a:pt x="6425" y="4309"/>
                  </a:cubicBezTo>
                  <a:cubicBezTo>
                    <a:pt x="6430" y="4309"/>
                    <a:pt x="6436" y="4309"/>
                    <a:pt x="6441" y="4309"/>
                  </a:cubicBezTo>
                  <a:cubicBezTo>
                    <a:pt x="6597" y="4309"/>
                    <a:pt x="6768" y="4261"/>
                    <a:pt x="6947" y="4157"/>
                  </a:cubicBezTo>
                  <a:cubicBezTo>
                    <a:pt x="7652" y="3750"/>
                    <a:pt x="8223" y="2659"/>
                    <a:pt x="8223" y="1720"/>
                  </a:cubicBezTo>
                  <a:cubicBezTo>
                    <a:pt x="8224" y="1020"/>
                    <a:pt x="7907" y="602"/>
                    <a:pt x="7454" y="602"/>
                  </a:cubicBezTo>
                  <a:cubicBezTo>
                    <a:pt x="7299" y="602"/>
                    <a:pt x="7128" y="651"/>
                    <a:pt x="6947" y="755"/>
                  </a:cubicBezTo>
                  <a:cubicBezTo>
                    <a:pt x="6806" y="837"/>
                    <a:pt x="6669" y="949"/>
                    <a:pt x="6542" y="1079"/>
                  </a:cubicBezTo>
                  <a:cubicBezTo>
                    <a:pt x="6552" y="997"/>
                    <a:pt x="6559" y="915"/>
                    <a:pt x="6559" y="835"/>
                  </a:cubicBezTo>
                  <a:cubicBezTo>
                    <a:pt x="6559" y="313"/>
                    <a:pt x="6323" y="1"/>
                    <a:pt x="59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79" name="Google Shape;679;p32"/>
            <p:cNvSpPr/>
            <p:nvPr/>
          </p:nvSpPr>
          <p:spPr>
            <a:xfrm>
              <a:off x="4922749" y="1197415"/>
              <a:ext cx="59552" cy="59669"/>
            </a:xfrm>
            <a:custGeom>
              <a:avLst/>
              <a:gdLst/>
              <a:ahLst/>
              <a:cxnLst/>
              <a:rect l="l" t="t" r="r" b="b"/>
              <a:pathLst>
                <a:path w="508" h="509" extrusionOk="0">
                  <a:moveTo>
                    <a:pt x="460" y="0"/>
                  </a:moveTo>
                  <a:lnTo>
                    <a:pt x="1" y="216"/>
                  </a:lnTo>
                  <a:lnTo>
                    <a:pt x="507" y="508"/>
                  </a:lnTo>
                  <a:lnTo>
                    <a:pt x="4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0" name="Google Shape;680;p32"/>
            <p:cNvSpPr/>
            <p:nvPr/>
          </p:nvSpPr>
          <p:spPr>
            <a:xfrm>
              <a:off x="5153803" y="1208786"/>
              <a:ext cx="59552" cy="59552"/>
            </a:xfrm>
            <a:custGeom>
              <a:avLst/>
              <a:gdLst/>
              <a:ahLst/>
              <a:cxnLst/>
              <a:rect l="l" t="t" r="r" b="b"/>
              <a:pathLst>
                <a:path w="508" h="508" extrusionOk="0">
                  <a:moveTo>
                    <a:pt x="461" y="0"/>
                  </a:moveTo>
                  <a:lnTo>
                    <a:pt x="0"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1" name="Google Shape;681;p32"/>
            <p:cNvSpPr/>
            <p:nvPr/>
          </p:nvSpPr>
          <p:spPr>
            <a:xfrm>
              <a:off x="5386732" y="1056977"/>
              <a:ext cx="59669" cy="59669"/>
            </a:xfrm>
            <a:custGeom>
              <a:avLst/>
              <a:gdLst/>
              <a:ahLst/>
              <a:cxnLst/>
              <a:rect l="l" t="t" r="r" b="b"/>
              <a:pathLst>
                <a:path w="509" h="509" extrusionOk="0">
                  <a:moveTo>
                    <a:pt x="461" y="0"/>
                  </a:moveTo>
                  <a:lnTo>
                    <a:pt x="1"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2" name="Google Shape;682;p32"/>
            <p:cNvSpPr/>
            <p:nvPr/>
          </p:nvSpPr>
          <p:spPr>
            <a:xfrm>
              <a:off x="5383684" y="421727"/>
              <a:ext cx="48298" cy="46188"/>
            </a:xfrm>
            <a:custGeom>
              <a:avLst/>
              <a:gdLst/>
              <a:ahLst/>
              <a:cxnLst/>
              <a:rect l="l" t="t" r="r" b="b"/>
              <a:pathLst>
                <a:path w="412" h="394" extrusionOk="0">
                  <a:moveTo>
                    <a:pt x="1" y="1"/>
                  </a:moveTo>
                  <a:lnTo>
                    <a:pt x="104" y="394"/>
                  </a:lnTo>
                  <a:lnTo>
                    <a:pt x="412" y="240"/>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3" name="Google Shape;683;p32"/>
            <p:cNvSpPr/>
            <p:nvPr/>
          </p:nvSpPr>
          <p:spPr>
            <a:xfrm>
              <a:off x="5598092" y="347171"/>
              <a:ext cx="52166" cy="46305"/>
            </a:xfrm>
            <a:custGeom>
              <a:avLst/>
              <a:gdLst/>
              <a:ahLst/>
              <a:cxnLst/>
              <a:rect l="l" t="t" r="r" b="b"/>
              <a:pathLst>
                <a:path w="445" h="395" extrusionOk="0">
                  <a:moveTo>
                    <a:pt x="0" y="0"/>
                  </a:moveTo>
                  <a:lnTo>
                    <a:pt x="105" y="394"/>
                  </a:lnTo>
                  <a:lnTo>
                    <a:pt x="444" y="259"/>
                  </a:lnTo>
                  <a:lnTo>
                    <a:pt x="0" y="0"/>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4" name="Google Shape;684;p32"/>
            <p:cNvSpPr/>
            <p:nvPr/>
          </p:nvSpPr>
          <p:spPr>
            <a:xfrm>
              <a:off x="5782724" y="421727"/>
              <a:ext cx="52166" cy="46188"/>
            </a:xfrm>
            <a:custGeom>
              <a:avLst/>
              <a:gdLst/>
              <a:ahLst/>
              <a:cxnLst/>
              <a:rect l="l" t="t" r="r" b="b"/>
              <a:pathLst>
                <a:path w="445" h="394" extrusionOk="0">
                  <a:moveTo>
                    <a:pt x="1" y="1"/>
                  </a:moveTo>
                  <a:lnTo>
                    <a:pt x="105" y="394"/>
                  </a:lnTo>
                  <a:lnTo>
                    <a:pt x="444" y="258"/>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5" name="Google Shape;685;p32"/>
            <p:cNvSpPr/>
            <p:nvPr/>
          </p:nvSpPr>
          <p:spPr>
            <a:xfrm>
              <a:off x="4924859" y="372492"/>
              <a:ext cx="964196" cy="903003"/>
            </a:xfrm>
            <a:custGeom>
              <a:avLst/>
              <a:gdLst/>
              <a:ahLst/>
              <a:cxnLst/>
              <a:rect l="l" t="t" r="r" b="b"/>
              <a:pathLst>
                <a:path w="8225" h="7703" extrusionOk="0">
                  <a:moveTo>
                    <a:pt x="5984" y="1"/>
                  </a:moveTo>
                  <a:cubicBezTo>
                    <a:pt x="5868" y="1"/>
                    <a:pt x="5740" y="38"/>
                    <a:pt x="5606" y="115"/>
                  </a:cubicBezTo>
                  <a:cubicBezTo>
                    <a:pt x="5263" y="314"/>
                    <a:pt x="4963" y="730"/>
                    <a:pt x="4795" y="1191"/>
                  </a:cubicBezTo>
                  <a:cubicBezTo>
                    <a:pt x="4621" y="793"/>
                    <a:pt x="4314" y="570"/>
                    <a:pt x="3935" y="570"/>
                  </a:cubicBezTo>
                  <a:cubicBezTo>
                    <a:pt x="3730" y="570"/>
                    <a:pt x="3505" y="635"/>
                    <a:pt x="3267" y="772"/>
                  </a:cubicBezTo>
                  <a:cubicBezTo>
                    <a:pt x="2373" y="1288"/>
                    <a:pt x="1643" y="2638"/>
                    <a:pt x="1587" y="3844"/>
                  </a:cubicBezTo>
                  <a:cubicBezTo>
                    <a:pt x="1498" y="3870"/>
                    <a:pt x="1406" y="3909"/>
                    <a:pt x="1311" y="3963"/>
                  </a:cubicBezTo>
                  <a:cubicBezTo>
                    <a:pt x="587" y="4381"/>
                    <a:pt x="1" y="5502"/>
                    <a:pt x="1" y="6468"/>
                  </a:cubicBezTo>
                  <a:cubicBezTo>
                    <a:pt x="1" y="7186"/>
                    <a:pt x="326" y="7616"/>
                    <a:pt x="791" y="7616"/>
                  </a:cubicBezTo>
                  <a:cubicBezTo>
                    <a:pt x="950" y="7616"/>
                    <a:pt x="1126" y="7565"/>
                    <a:pt x="1311" y="7458"/>
                  </a:cubicBezTo>
                  <a:cubicBezTo>
                    <a:pt x="1566" y="7311"/>
                    <a:pt x="1802" y="7076"/>
                    <a:pt x="2004" y="6792"/>
                  </a:cubicBezTo>
                  <a:cubicBezTo>
                    <a:pt x="2048" y="7365"/>
                    <a:pt x="2337" y="7702"/>
                    <a:pt x="2735" y="7702"/>
                  </a:cubicBezTo>
                  <a:cubicBezTo>
                    <a:pt x="2883" y="7702"/>
                    <a:pt x="3047" y="7656"/>
                    <a:pt x="3219" y="7556"/>
                  </a:cubicBezTo>
                  <a:cubicBezTo>
                    <a:pt x="3657" y="7303"/>
                    <a:pt x="4040" y="6774"/>
                    <a:pt x="4256" y="6187"/>
                  </a:cubicBezTo>
                  <a:cubicBezTo>
                    <a:pt x="4383" y="6340"/>
                    <a:pt x="4553" y="6423"/>
                    <a:pt x="4750" y="6423"/>
                  </a:cubicBezTo>
                  <a:cubicBezTo>
                    <a:pt x="4898" y="6423"/>
                    <a:pt x="5061" y="6376"/>
                    <a:pt x="5232" y="6277"/>
                  </a:cubicBezTo>
                  <a:cubicBezTo>
                    <a:pt x="5817" y="5939"/>
                    <a:pt x="6305" y="5109"/>
                    <a:pt x="6425" y="4309"/>
                  </a:cubicBezTo>
                  <a:cubicBezTo>
                    <a:pt x="6430" y="4309"/>
                    <a:pt x="6435" y="4309"/>
                    <a:pt x="6441" y="4309"/>
                  </a:cubicBezTo>
                  <a:cubicBezTo>
                    <a:pt x="6596" y="4309"/>
                    <a:pt x="6768" y="4261"/>
                    <a:pt x="6948" y="4157"/>
                  </a:cubicBezTo>
                  <a:cubicBezTo>
                    <a:pt x="7652" y="3750"/>
                    <a:pt x="8224" y="2659"/>
                    <a:pt x="8224" y="1720"/>
                  </a:cubicBezTo>
                  <a:cubicBezTo>
                    <a:pt x="8224" y="1020"/>
                    <a:pt x="7908" y="602"/>
                    <a:pt x="7455" y="602"/>
                  </a:cubicBezTo>
                  <a:cubicBezTo>
                    <a:pt x="7300" y="602"/>
                    <a:pt x="7128" y="651"/>
                    <a:pt x="6948" y="755"/>
                  </a:cubicBezTo>
                  <a:cubicBezTo>
                    <a:pt x="6806" y="837"/>
                    <a:pt x="6670" y="949"/>
                    <a:pt x="6542" y="1079"/>
                  </a:cubicBezTo>
                  <a:cubicBezTo>
                    <a:pt x="6553" y="997"/>
                    <a:pt x="6559" y="916"/>
                    <a:pt x="6559" y="835"/>
                  </a:cubicBezTo>
                  <a:cubicBezTo>
                    <a:pt x="6559" y="313"/>
                    <a:pt x="6322" y="1"/>
                    <a:pt x="59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6" name="Google Shape;686;p32"/>
            <p:cNvSpPr/>
            <p:nvPr/>
          </p:nvSpPr>
          <p:spPr>
            <a:xfrm>
              <a:off x="5333042" y="630742"/>
              <a:ext cx="420026" cy="304440"/>
            </a:xfrm>
            <a:custGeom>
              <a:avLst/>
              <a:gdLst/>
              <a:ahLst/>
              <a:cxnLst/>
              <a:rect l="l" t="t" r="r" b="b"/>
              <a:pathLst>
                <a:path w="3583" h="2597" extrusionOk="0">
                  <a:moveTo>
                    <a:pt x="3582" y="0"/>
                  </a:moveTo>
                  <a:lnTo>
                    <a:pt x="0" y="2077"/>
                  </a:lnTo>
                  <a:lnTo>
                    <a:pt x="0" y="2597"/>
                  </a:lnTo>
                  <a:lnTo>
                    <a:pt x="3582" y="520"/>
                  </a:lnTo>
                  <a:lnTo>
                    <a:pt x="3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7" name="Google Shape;687;p32"/>
            <p:cNvSpPr/>
            <p:nvPr/>
          </p:nvSpPr>
          <p:spPr>
            <a:xfrm>
              <a:off x="5459061" y="730502"/>
              <a:ext cx="294944" cy="231173"/>
            </a:xfrm>
            <a:custGeom>
              <a:avLst/>
              <a:gdLst/>
              <a:ahLst/>
              <a:cxnLst/>
              <a:rect l="l" t="t" r="r" b="b"/>
              <a:pathLst>
                <a:path w="2516" h="1972" extrusionOk="0">
                  <a:moveTo>
                    <a:pt x="2515" y="0"/>
                  </a:moveTo>
                  <a:lnTo>
                    <a:pt x="1" y="1452"/>
                  </a:lnTo>
                  <a:lnTo>
                    <a:pt x="1" y="1971"/>
                  </a:lnTo>
                  <a:lnTo>
                    <a:pt x="2515" y="520"/>
                  </a:lnTo>
                  <a:lnTo>
                    <a:pt x="2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8" name="Google Shape;688;p32"/>
            <p:cNvSpPr/>
            <p:nvPr/>
          </p:nvSpPr>
          <p:spPr>
            <a:xfrm>
              <a:off x="5151458" y="984766"/>
              <a:ext cx="23328" cy="54628"/>
            </a:xfrm>
            <a:custGeom>
              <a:avLst/>
              <a:gdLst/>
              <a:ahLst/>
              <a:cxnLst/>
              <a:rect l="l" t="t" r="r" b="b"/>
              <a:pathLst>
                <a:path w="199" h="466" extrusionOk="0">
                  <a:moveTo>
                    <a:pt x="73" y="0"/>
                  </a:moveTo>
                  <a:lnTo>
                    <a:pt x="1" y="42"/>
                  </a:lnTo>
                  <a:lnTo>
                    <a:pt x="1" y="465"/>
                  </a:lnTo>
                  <a:lnTo>
                    <a:pt x="198" y="352"/>
                  </a:lnTo>
                  <a:lnTo>
                    <a:pt x="198" y="270"/>
                  </a:lnTo>
                  <a:lnTo>
                    <a:pt x="73" y="344"/>
                  </a:lnTo>
                  <a:lnTo>
                    <a:pt x="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9" name="Google Shape;689;p32"/>
            <p:cNvSpPr/>
            <p:nvPr/>
          </p:nvSpPr>
          <p:spPr>
            <a:xfrm>
              <a:off x="5177131" y="961907"/>
              <a:ext cx="33762" cy="56035"/>
            </a:xfrm>
            <a:custGeom>
              <a:avLst/>
              <a:gdLst/>
              <a:ahLst/>
              <a:cxnLst/>
              <a:rect l="l" t="t" r="r" b="b"/>
              <a:pathLst>
                <a:path w="288" h="478" extrusionOk="0">
                  <a:moveTo>
                    <a:pt x="169" y="94"/>
                  </a:moveTo>
                  <a:cubicBezTo>
                    <a:pt x="198" y="94"/>
                    <a:pt x="214" y="130"/>
                    <a:pt x="214" y="196"/>
                  </a:cubicBezTo>
                  <a:cubicBezTo>
                    <a:pt x="214" y="282"/>
                    <a:pt x="187" y="352"/>
                    <a:pt x="145" y="377"/>
                  </a:cubicBezTo>
                  <a:cubicBezTo>
                    <a:pt x="136" y="382"/>
                    <a:pt x="128" y="384"/>
                    <a:pt x="121" y="384"/>
                  </a:cubicBezTo>
                  <a:cubicBezTo>
                    <a:pt x="92" y="384"/>
                    <a:pt x="74" y="346"/>
                    <a:pt x="74" y="277"/>
                  </a:cubicBezTo>
                  <a:cubicBezTo>
                    <a:pt x="74" y="193"/>
                    <a:pt x="102" y="127"/>
                    <a:pt x="145" y="102"/>
                  </a:cubicBezTo>
                  <a:cubicBezTo>
                    <a:pt x="154" y="97"/>
                    <a:pt x="162" y="94"/>
                    <a:pt x="169" y="94"/>
                  </a:cubicBezTo>
                  <a:close/>
                  <a:moveTo>
                    <a:pt x="205" y="0"/>
                  </a:moveTo>
                  <a:cubicBezTo>
                    <a:pt x="187" y="0"/>
                    <a:pt x="167" y="7"/>
                    <a:pt x="145" y="20"/>
                  </a:cubicBezTo>
                  <a:cubicBezTo>
                    <a:pt x="59" y="69"/>
                    <a:pt x="0" y="182"/>
                    <a:pt x="0" y="320"/>
                  </a:cubicBezTo>
                  <a:cubicBezTo>
                    <a:pt x="0" y="424"/>
                    <a:pt x="33" y="477"/>
                    <a:pt x="85" y="477"/>
                  </a:cubicBezTo>
                  <a:cubicBezTo>
                    <a:pt x="103" y="477"/>
                    <a:pt x="123" y="471"/>
                    <a:pt x="145" y="459"/>
                  </a:cubicBezTo>
                  <a:cubicBezTo>
                    <a:pt x="230" y="409"/>
                    <a:pt x="288" y="292"/>
                    <a:pt x="288" y="155"/>
                  </a:cubicBezTo>
                  <a:cubicBezTo>
                    <a:pt x="288" y="52"/>
                    <a:pt x="256"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0" name="Google Shape;690;p32"/>
            <p:cNvSpPr/>
            <p:nvPr/>
          </p:nvSpPr>
          <p:spPr>
            <a:xfrm>
              <a:off x="5216050" y="938930"/>
              <a:ext cx="30596" cy="56152"/>
            </a:xfrm>
            <a:custGeom>
              <a:avLst/>
              <a:gdLst/>
              <a:ahLst/>
              <a:cxnLst/>
              <a:rect l="l" t="t" r="r" b="b"/>
              <a:pathLst>
                <a:path w="261" h="479" extrusionOk="0">
                  <a:moveTo>
                    <a:pt x="211" y="1"/>
                  </a:moveTo>
                  <a:cubicBezTo>
                    <a:pt x="195" y="1"/>
                    <a:pt x="177" y="5"/>
                    <a:pt x="156" y="17"/>
                  </a:cubicBezTo>
                  <a:cubicBezTo>
                    <a:pt x="70" y="67"/>
                    <a:pt x="1" y="189"/>
                    <a:pt x="1" y="329"/>
                  </a:cubicBezTo>
                  <a:cubicBezTo>
                    <a:pt x="1" y="431"/>
                    <a:pt x="36" y="479"/>
                    <a:pt x="87" y="479"/>
                  </a:cubicBezTo>
                  <a:cubicBezTo>
                    <a:pt x="107" y="479"/>
                    <a:pt x="130" y="472"/>
                    <a:pt x="154" y="458"/>
                  </a:cubicBezTo>
                  <a:cubicBezTo>
                    <a:pt x="199" y="432"/>
                    <a:pt x="238" y="384"/>
                    <a:pt x="261" y="345"/>
                  </a:cubicBezTo>
                  <a:lnTo>
                    <a:pt x="261" y="149"/>
                  </a:lnTo>
                  <a:lnTo>
                    <a:pt x="145" y="217"/>
                  </a:lnTo>
                  <a:lnTo>
                    <a:pt x="145" y="294"/>
                  </a:lnTo>
                  <a:lnTo>
                    <a:pt x="197" y="264"/>
                  </a:lnTo>
                  <a:lnTo>
                    <a:pt x="197" y="337"/>
                  </a:lnTo>
                  <a:cubicBezTo>
                    <a:pt x="189" y="350"/>
                    <a:pt x="176" y="362"/>
                    <a:pt x="164" y="370"/>
                  </a:cubicBezTo>
                  <a:cubicBezTo>
                    <a:pt x="148" y="379"/>
                    <a:pt x="134" y="383"/>
                    <a:pt x="123" y="383"/>
                  </a:cubicBezTo>
                  <a:cubicBezTo>
                    <a:pt x="90" y="383"/>
                    <a:pt x="74" y="348"/>
                    <a:pt x="74" y="283"/>
                  </a:cubicBezTo>
                  <a:cubicBezTo>
                    <a:pt x="74" y="199"/>
                    <a:pt x="109" y="127"/>
                    <a:pt x="157" y="98"/>
                  </a:cubicBezTo>
                  <a:cubicBezTo>
                    <a:pt x="170" y="91"/>
                    <a:pt x="181" y="88"/>
                    <a:pt x="189" y="88"/>
                  </a:cubicBezTo>
                  <a:cubicBezTo>
                    <a:pt x="199" y="88"/>
                    <a:pt x="207" y="92"/>
                    <a:pt x="216" y="97"/>
                  </a:cubicBezTo>
                  <a:lnTo>
                    <a:pt x="255" y="15"/>
                  </a:lnTo>
                  <a:cubicBezTo>
                    <a:pt x="244" y="7"/>
                    <a:pt x="229"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1" name="Google Shape;691;p32"/>
            <p:cNvSpPr/>
            <p:nvPr/>
          </p:nvSpPr>
          <p:spPr>
            <a:xfrm>
              <a:off x="5254031" y="925449"/>
              <a:ext cx="8558" cy="54628"/>
            </a:xfrm>
            <a:custGeom>
              <a:avLst/>
              <a:gdLst/>
              <a:ahLst/>
              <a:cxnLst/>
              <a:rect l="l" t="t" r="r" b="b"/>
              <a:pathLst>
                <a:path w="73" h="466" extrusionOk="0">
                  <a:moveTo>
                    <a:pt x="73" y="1"/>
                  </a:moveTo>
                  <a:lnTo>
                    <a:pt x="1" y="42"/>
                  </a:lnTo>
                  <a:lnTo>
                    <a:pt x="1" y="466"/>
                  </a:lnTo>
                  <a:lnTo>
                    <a:pt x="73" y="424"/>
                  </a:lnTo>
                  <a:lnTo>
                    <a:pt x="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2" name="Google Shape;692;p32"/>
            <p:cNvSpPr/>
            <p:nvPr/>
          </p:nvSpPr>
          <p:spPr>
            <a:xfrm>
              <a:off x="5271264" y="903645"/>
              <a:ext cx="29307" cy="66585"/>
            </a:xfrm>
            <a:custGeom>
              <a:avLst/>
              <a:gdLst/>
              <a:ahLst/>
              <a:cxnLst/>
              <a:rect l="l" t="t" r="r" b="b"/>
              <a:pathLst>
                <a:path w="250" h="568" extrusionOk="0">
                  <a:moveTo>
                    <a:pt x="249" y="1"/>
                  </a:moveTo>
                  <a:lnTo>
                    <a:pt x="180" y="40"/>
                  </a:lnTo>
                  <a:lnTo>
                    <a:pt x="180" y="189"/>
                  </a:lnTo>
                  <a:cubicBezTo>
                    <a:pt x="180" y="240"/>
                    <a:pt x="186" y="296"/>
                    <a:pt x="189" y="339"/>
                  </a:cubicBezTo>
                  <a:lnTo>
                    <a:pt x="187" y="340"/>
                  </a:lnTo>
                  <a:lnTo>
                    <a:pt x="156" y="264"/>
                  </a:lnTo>
                  <a:lnTo>
                    <a:pt x="74" y="102"/>
                  </a:lnTo>
                  <a:lnTo>
                    <a:pt x="0" y="144"/>
                  </a:lnTo>
                  <a:lnTo>
                    <a:pt x="0" y="567"/>
                  </a:lnTo>
                  <a:lnTo>
                    <a:pt x="69" y="528"/>
                  </a:lnTo>
                  <a:lnTo>
                    <a:pt x="69" y="378"/>
                  </a:lnTo>
                  <a:cubicBezTo>
                    <a:pt x="69" y="327"/>
                    <a:pt x="63" y="274"/>
                    <a:pt x="60" y="231"/>
                  </a:cubicBezTo>
                  <a:lnTo>
                    <a:pt x="61" y="229"/>
                  </a:lnTo>
                  <a:lnTo>
                    <a:pt x="93" y="304"/>
                  </a:lnTo>
                  <a:lnTo>
                    <a:pt x="175" y="467"/>
                  </a:lnTo>
                  <a:lnTo>
                    <a:pt x="249" y="424"/>
                  </a:lnTo>
                  <a:lnTo>
                    <a:pt x="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3" name="Google Shape;693;p32"/>
            <p:cNvSpPr/>
            <p:nvPr/>
          </p:nvSpPr>
          <p:spPr>
            <a:xfrm>
              <a:off x="5151458" y="1077258"/>
              <a:ext cx="28252" cy="60489"/>
            </a:xfrm>
            <a:custGeom>
              <a:avLst/>
              <a:gdLst/>
              <a:ahLst/>
              <a:cxnLst/>
              <a:rect l="l" t="t" r="r" b="b"/>
              <a:pathLst>
                <a:path w="241" h="516" extrusionOk="0">
                  <a:moveTo>
                    <a:pt x="147" y="91"/>
                  </a:moveTo>
                  <a:cubicBezTo>
                    <a:pt x="163" y="91"/>
                    <a:pt x="171" y="103"/>
                    <a:pt x="171" y="130"/>
                  </a:cubicBezTo>
                  <a:cubicBezTo>
                    <a:pt x="171" y="174"/>
                    <a:pt x="152" y="209"/>
                    <a:pt x="112" y="231"/>
                  </a:cubicBezTo>
                  <a:lnTo>
                    <a:pt x="73" y="254"/>
                  </a:lnTo>
                  <a:lnTo>
                    <a:pt x="73" y="126"/>
                  </a:lnTo>
                  <a:lnTo>
                    <a:pt x="112" y="103"/>
                  </a:lnTo>
                  <a:cubicBezTo>
                    <a:pt x="126" y="95"/>
                    <a:pt x="138" y="91"/>
                    <a:pt x="147" y="91"/>
                  </a:cubicBezTo>
                  <a:close/>
                  <a:moveTo>
                    <a:pt x="187" y="1"/>
                  </a:moveTo>
                  <a:cubicBezTo>
                    <a:pt x="167" y="1"/>
                    <a:pt x="142" y="10"/>
                    <a:pt x="116" y="25"/>
                  </a:cubicBezTo>
                  <a:lnTo>
                    <a:pt x="1" y="92"/>
                  </a:lnTo>
                  <a:lnTo>
                    <a:pt x="1" y="515"/>
                  </a:lnTo>
                  <a:lnTo>
                    <a:pt x="73" y="474"/>
                  </a:lnTo>
                  <a:lnTo>
                    <a:pt x="73" y="329"/>
                  </a:lnTo>
                  <a:lnTo>
                    <a:pt x="116" y="305"/>
                  </a:lnTo>
                  <a:cubicBezTo>
                    <a:pt x="183" y="266"/>
                    <a:pt x="241" y="189"/>
                    <a:pt x="241" y="90"/>
                  </a:cubicBezTo>
                  <a:cubicBezTo>
                    <a:pt x="241" y="26"/>
                    <a:pt x="219" y="1"/>
                    <a:pt x="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4" name="Google Shape;694;p32"/>
            <p:cNvSpPr/>
            <p:nvPr/>
          </p:nvSpPr>
          <p:spPr>
            <a:xfrm>
              <a:off x="5178420" y="1059791"/>
              <a:ext cx="33527" cy="62365"/>
            </a:xfrm>
            <a:custGeom>
              <a:avLst/>
              <a:gdLst/>
              <a:ahLst/>
              <a:cxnLst/>
              <a:rect l="l" t="t" r="r" b="b"/>
              <a:pathLst>
                <a:path w="286" h="532" extrusionOk="0">
                  <a:moveTo>
                    <a:pt x="141" y="99"/>
                  </a:moveTo>
                  <a:cubicBezTo>
                    <a:pt x="150" y="138"/>
                    <a:pt x="159" y="183"/>
                    <a:pt x="167" y="221"/>
                  </a:cubicBezTo>
                  <a:lnTo>
                    <a:pt x="175" y="255"/>
                  </a:lnTo>
                  <a:lnTo>
                    <a:pt x="108" y="295"/>
                  </a:lnTo>
                  <a:lnTo>
                    <a:pt x="116" y="251"/>
                  </a:lnTo>
                  <a:cubicBezTo>
                    <a:pt x="123" y="204"/>
                    <a:pt x="132" y="150"/>
                    <a:pt x="140" y="100"/>
                  </a:cubicBezTo>
                  <a:lnTo>
                    <a:pt x="141" y="99"/>
                  </a:lnTo>
                  <a:close/>
                  <a:moveTo>
                    <a:pt x="185" y="1"/>
                  </a:moveTo>
                  <a:lnTo>
                    <a:pt x="100" y="50"/>
                  </a:lnTo>
                  <a:lnTo>
                    <a:pt x="1" y="531"/>
                  </a:lnTo>
                  <a:lnTo>
                    <a:pt x="73" y="490"/>
                  </a:lnTo>
                  <a:lnTo>
                    <a:pt x="93" y="377"/>
                  </a:lnTo>
                  <a:lnTo>
                    <a:pt x="190" y="322"/>
                  </a:lnTo>
                  <a:lnTo>
                    <a:pt x="209" y="411"/>
                  </a:lnTo>
                  <a:lnTo>
                    <a:pt x="286" y="367"/>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5" name="Google Shape;695;p32"/>
            <p:cNvSpPr/>
            <p:nvPr/>
          </p:nvSpPr>
          <p:spPr>
            <a:xfrm>
              <a:off x="5213236" y="1040800"/>
              <a:ext cx="27900" cy="56621"/>
            </a:xfrm>
            <a:custGeom>
              <a:avLst/>
              <a:gdLst/>
              <a:ahLst/>
              <a:cxnLst/>
              <a:rect l="l" t="t" r="r" b="b"/>
              <a:pathLst>
                <a:path w="238" h="483" extrusionOk="0">
                  <a:moveTo>
                    <a:pt x="185" y="1"/>
                  </a:moveTo>
                  <a:cubicBezTo>
                    <a:pt x="166" y="1"/>
                    <a:pt x="146" y="7"/>
                    <a:pt x="126" y="18"/>
                  </a:cubicBezTo>
                  <a:cubicBezTo>
                    <a:pt x="61" y="56"/>
                    <a:pt x="13" y="139"/>
                    <a:pt x="13" y="209"/>
                  </a:cubicBezTo>
                  <a:cubicBezTo>
                    <a:pt x="13" y="269"/>
                    <a:pt x="43" y="288"/>
                    <a:pt x="75" y="288"/>
                  </a:cubicBezTo>
                  <a:cubicBezTo>
                    <a:pt x="76" y="288"/>
                    <a:pt x="77" y="288"/>
                    <a:pt x="78" y="288"/>
                  </a:cubicBezTo>
                  <a:lnTo>
                    <a:pt x="119" y="288"/>
                  </a:lnTo>
                  <a:cubicBezTo>
                    <a:pt x="126" y="288"/>
                    <a:pt x="131" y="287"/>
                    <a:pt x="137" y="287"/>
                  </a:cubicBezTo>
                  <a:cubicBezTo>
                    <a:pt x="154" y="287"/>
                    <a:pt x="164" y="291"/>
                    <a:pt x="164" y="312"/>
                  </a:cubicBezTo>
                  <a:cubicBezTo>
                    <a:pt x="164" y="336"/>
                    <a:pt x="150" y="361"/>
                    <a:pt x="120" y="378"/>
                  </a:cubicBezTo>
                  <a:cubicBezTo>
                    <a:pt x="108" y="386"/>
                    <a:pt x="94" y="389"/>
                    <a:pt x="81" y="389"/>
                  </a:cubicBezTo>
                  <a:cubicBezTo>
                    <a:pt x="67" y="389"/>
                    <a:pt x="54" y="385"/>
                    <a:pt x="43" y="379"/>
                  </a:cubicBezTo>
                  <a:lnTo>
                    <a:pt x="1" y="469"/>
                  </a:lnTo>
                  <a:cubicBezTo>
                    <a:pt x="15" y="479"/>
                    <a:pt x="31" y="483"/>
                    <a:pt x="49" y="483"/>
                  </a:cubicBezTo>
                  <a:cubicBezTo>
                    <a:pt x="71" y="483"/>
                    <a:pt x="96" y="475"/>
                    <a:pt x="119" y="461"/>
                  </a:cubicBezTo>
                  <a:cubicBezTo>
                    <a:pt x="195" y="419"/>
                    <a:pt x="237" y="332"/>
                    <a:pt x="237" y="262"/>
                  </a:cubicBezTo>
                  <a:cubicBezTo>
                    <a:pt x="237" y="204"/>
                    <a:pt x="215" y="183"/>
                    <a:pt x="178" y="183"/>
                  </a:cubicBezTo>
                  <a:cubicBezTo>
                    <a:pt x="177" y="183"/>
                    <a:pt x="177" y="183"/>
                    <a:pt x="176" y="183"/>
                  </a:cubicBezTo>
                  <a:lnTo>
                    <a:pt x="135" y="184"/>
                  </a:lnTo>
                  <a:cubicBezTo>
                    <a:pt x="128" y="185"/>
                    <a:pt x="122" y="185"/>
                    <a:pt x="116" y="185"/>
                  </a:cubicBezTo>
                  <a:cubicBezTo>
                    <a:pt x="98" y="185"/>
                    <a:pt x="87" y="182"/>
                    <a:pt x="87" y="162"/>
                  </a:cubicBezTo>
                  <a:cubicBezTo>
                    <a:pt x="87" y="138"/>
                    <a:pt x="102" y="115"/>
                    <a:pt x="126" y="101"/>
                  </a:cubicBezTo>
                  <a:cubicBezTo>
                    <a:pt x="140" y="93"/>
                    <a:pt x="153" y="89"/>
                    <a:pt x="164" y="89"/>
                  </a:cubicBezTo>
                  <a:cubicBezTo>
                    <a:pt x="174" y="89"/>
                    <a:pt x="183" y="92"/>
                    <a:pt x="192" y="97"/>
                  </a:cubicBezTo>
                  <a:lnTo>
                    <a:pt x="228" y="15"/>
                  </a:lnTo>
                  <a:cubicBezTo>
                    <a:pt x="216" y="5"/>
                    <a:pt x="201"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6" name="Google Shape;696;p32"/>
            <p:cNvSpPr/>
            <p:nvPr/>
          </p:nvSpPr>
          <p:spPr>
            <a:xfrm>
              <a:off x="5243950" y="1023216"/>
              <a:ext cx="27783" cy="56621"/>
            </a:xfrm>
            <a:custGeom>
              <a:avLst/>
              <a:gdLst/>
              <a:ahLst/>
              <a:cxnLst/>
              <a:rect l="l" t="t" r="r" b="b"/>
              <a:pathLst>
                <a:path w="237" h="483" extrusionOk="0">
                  <a:moveTo>
                    <a:pt x="184" y="1"/>
                  </a:moveTo>
                  <a:cubicBezTo>
                    <a:pt x="165" y="1"/>
                    <a:pt x="145" y="6"/>
                    <a:pt x="125" y="18"/>
                  </a:cubicBezTo>
                  <a:cubicBezTo>
                    <a:pt x="60" y="55"/>
                    <a:pt x="13" y="138"/>
                    <a:pt x="13" y="208"/>
                  </a:cubicBezTo>
                  <a:cubicBezTo>
                    <a:pt x="13" y="268"/>
                    <a:pt x="42" y="287"/>
                    <a:pt x="74" y="287"/>
                  </a:cubicBezTo>
                  <a:cubicBezTo>
                    <a:pt x="75" y="287"/>
                    <a:pt x="76" y="287"/>
                    <a:pt x="77" y="287"/>
                  </a:cubicBezTo>
                  <a:lnTo>
                    <a:pt x="117" y="287"/>
                  </a:lnTo>
                  <a:cubicBezTo>
                    <a:pt x="123" y="287"/>
                    <a:pt x="128" y="287"/>
                    <a:pt x="133" y="287"/>
                  </a:cubicBezTo>
                  <a:cubicBezTo>
                    <a:pt x="152" y="287"/>
                    <a:pt x="163" y="290"/>
                    <a:pt x="163" y="311"/>
                  </a:cubicBezTo>
                  <a:cubicBezTo>
                    <a:pt x="163" y="337"/>
                    <a:pt x="149" y="360"/>
                    <a:pt x="120" y="377"/>
                  </a:cubicBezTo>
                  <a:cubicBezTo>
                    <a:pt x="106" y="385"/>
                    <a:pt x="92" y="389"/>
                    <a:pt x="78" y="389"/>
                  </a:cubicBezTo>
                  <a:cubicBezTo>
                    <a:pt x="65" y="389"/>
                    <a:pt x="52" y="385"/>
                    <a:pt x="41" y="378"/>
                  </a:cubicBezTo>
                  <a:lnTo>
                    <a:pt x="0" y="468"/>
                  </a:lnTo>
                  <a:cubicBezTo>
                    <a:pt x="15" y="478"/>
                    <a:pt x="31" y="482"/>
                    <a:pt x="48" y="482"/>
                  </a:cubicBezTo>
                  <a:cubicBezTo>
                    <a:pt x="71" y="482"/>
                    <a:pt x="95" y="475"/>
                    <a:pt x="117" y="462"/>
                  </a:cubicBezTo>
                  <a:cubicBezTo>
                    <a:pt x="193" y="418"/>
                    <a:pt x="237" y="331"/>
                    <a:pt x="237" y="261"/>
                  </a:cubicBezTo>
                  <a:cubicBezTo>
                    <a:pt x="237" y="203"/>
                    <a:pt x="214" y="182"/>
                    <a:pt x="177" y="182"/>
                  </a:cubicBezTo>
                  <a:cubicBezTo>
                    <a:pt x="176" y="182"/>
                    <a:pt x="175" y="182"/>
                    <a:pt x="174" y="182"/>
                  </a:cubicBezTo>
                  <a:lnTo>
                    <a:pt x="134" y="183"/>
                  </a:lnTo>
                  <a:cubicBezTo>
                    <a:pt x="127" y="184"/>
                    <a:pt x="119" y="184"/>
                    <a:pt x="113" y="184"/>
                  </a:cubicBezTo>
                  <a:cubicBezTo>
                    <a:pt x="96" y="184"/>
                    <a:pt x="85" y="181"/>
                    <a:pt x="85" y="162"/>
                  </a:cubicBezTo>
                  <a:cubicBezTo>
                    <a:pt x="85" y="137"/>
                    <a:pt x="102" y="114"/>
                    <a:pt x="125" y="100"/>
                  </a:cubicBezTo>
                  <a:cubicBezTo>
                    <a:pt x="139" y="92"/>
                    <a:pt x="151" y="89"/>
                    <a:pt x="162" y="89"/>
                  </a:cubicBezTo>
                  <a:cubicBezTo>
                    <a:pt x="172" y="89"/>
                    <a:pt x="182" y="91"/>
                    <a:pt x="192" y="96"/>
                  </a:cubicBezTo>
                  <a:lnTo>
                    <a:pt x="228" y="15"/>
                  </a:lnTo>
                  <a:cubicBezTo>
                    <a:pt x="215" y="5"/>
                    <a:pt x="200"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7" name="Google Shape;697;p32"/>
            <p:cNvSpPr/>
            <p:nvPr/>
          </p:nvSpPr>
          <p:spPr>
            <a:xfrm>
              <a:off x="5274312" y="991213"/>
              <a:ext cx="44781" cy="71626"/>
            </a:xfrm>
            <a:custGeom>
              <a:avLst/>
              <a:gdLst/>
              <a:ahLst/>
              <a:cxnLst/>
              <a:rect l="l" t="t" r="r" b="b"/>
              <a:pathLst>
                <a:path w="382" h="611" extrusionOk="0">
                  <a:moveTo>
                    <a:pt x="382" y="0"/>
                  </a:moveTo>
                  <a:lnTo>
                    <a:pt x="313" y="40"/>
                  </a:lnTo>
                  <a:lnTo>
                    <a:pt x="292" y="250"/>
                  </a:lnTo>
                  <a:cubicBezTo>
                    <a:pt x="287" y="297"/>
                    <a:pt x="283" y="344"/>
                    <a:pt x="279" y="392"/>
                  </a:cubicBezTo>
                  <a:lnTo>
                    <a:pt x="277" y="393"/>
                  </a:lnTo>
                  <a:cubicBezTo>
                    <a:pt x="270" y="351"/>
                    <a:pt x="265" y="309"/>
                    <a:pt x="258" y="270"/>
                  </a:cubicBezTo>
                  <a:lnTo>
                    <a:pt x="223" y="92"/>
                  </a:lnTo>
                  <a:lnTo>
                    <a:pt x="162" y="127"/>
                  </a:lnTo>
                  <a:lnTo>
                    <a:pt x="129" y="345"/>
                  </a:lnTo>
                  <a:cubicBezTo>
                    <a:pt x="123" y="392"/>
                    <a:pt x="116" y="441"/>
                    <a:pt x="111" y="489"/>
                  </a:cubicBezTo>
                  <a:lnTo>
                    <a:pt x="108" y="490"/>
                  </a:lnTo>
                  <a:cubicBezTo>
                    <a:pt x="104" y="447"/>
                    <a:pt x="99" y="406"/>
                    <a:pt x="96" y="364"/>
                  </a:cubicBezTo>
                  <a:lnTo>
                    <a:pt x="73" y="178"/>
                  </a:lnTo>
                  <a:lnTo>
                    <a:pt x="0" y="221"/>
                  </a:lnTo>
                  <a:lnTo>
                    <a:pt x="59" y="611"/>
                  </a:lnTo>
                  <a:lnTo>
                    <a:pt x="148" y="559"/>
                  </a:lnTo>
                  <a:lnTo>
                    <a:pt x="177" y="349"/>
                  </a:lnTo>
                  <a:cubicBezTo>
                    <a:pt x="183" y="315"/>
                    <a:pt x="186" y="277"/>
                    <a:pt x="191" y="245"/>
                  </a:cubicBezTo>
                  <a:lnTo>
                    <a:pt x="192" y="244"/>
                  </a:lnTo>
                  <a:cubicBezTo>
                    <a:pt x="196" y="273"/>
                    <a:pt x="200" y="304"/>
                    <a:pt x="205" y="334"/>
                  </a:cubicBezTo>
                  <a:lnTo>
                    <a:pt x="236" y="508"/>
                  </a:lnTo>
                  <a:lnTo>
                    <a:pt x="326" y="456"/>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8" name="Google Shape;698;p32"/>
            <p:cNvSpPr/>
            <p:nvPr/>
          </p:nvSpPr>
          <p:spPr>
            <a:xfrm>
              <a:off x="5322492" y="976443"/>
              <a:ext cx="33762" cy="55918"/>
            </a:xfrm>
            <a:custGeom>
              <a:avLst/>
              <a:gdLst/>
              <a:ahLst/>
              <a:cxnLst/>
              <a:rect l="l" t="t" r="r" b="b"/>
              <a:pathLst>
                <a:path w="288" h="477" extrusionOk="0">
                  <a:moveTo>
                    <a:pt x="169" y="94"/>
                  </a:moveTo>
                  <a:cubicBezTo>
                    <a:pt x="197" y="94"/>
                    <a:pt x="214" y="130"/>
                    <a:pt x="214" y="196"/>
                  </a:cubicBezTo>
                  <a:cubicBezTo>
                    <a:pt x="214" y="281"/>
                    <a:pt x="187" y="350"/>
                    <a:pt x="144" y="375"/>
                  </a:cubicBezTo>
                  <a:cubicBezTo>
                    <a:pt x="136" y="380"/>
                    <a:pt x="128" y="383"/>
                    <a:pt x="120" y="383"/>
                  </a:cubicBezTo>
                  <a:cubicBezTo>
                    <a:pt x="91" y="383"/>
                    <a:pt x="73" y="345"/>
                    <a:pt x="73" y="277"/>
                  </a:cubicBezTo>
                  <a:cubicBezTo>
                    <a:pt x="73" y="193"/>
                    <a:pt x="102" y="126"/>
                    <a:pt x="144" y="102"/>
                  </a:cubicBezTo>
                  <a:cubicBezTo>
                    <a:pt x="153" y="96"/>
                    <a:pt x="162" y="94"/>
                    <a:pt x="169" y="94"/>
                  </a:cubicBezTo>
                  <a:close/>
                  <a:moveTo>
                    <a:pt x="204" y="0"/>
                  </a:moveTo>
                  <a:cubicBezTo>
                    <a:pt x="186" y="0"/>
                    <a:pt x="166" y="7"/>
                    <a:pt x="143" y="19"/>
                  </a:cubicBezTo>
                  <a:cubicBezTo>
                    <a:pt x="59" y="68"/>
                    <a:pt x="0" y="182"/>
                    <a:pt x="0" y="320"/>
                  </a:cubicBezTo>
                  <a:cubicBezTo>
                    <a:pt x="0" y="423"/>
                    <a:pt x="33" y="476"/>
                    <a:pt x="84" y="476"/>
                  </a:cubicBezTo>
                  <a:cubicBezTo>
                    <a:pt x="102" y="476"/>
                    <a:pt x="122" y="470"/>
                    <a:pt x="143" y="457"/>
                  </a:cubicBezTo>
                  <a:cubicBezTo>
                    <a:pt x="229" y="408"/>
                    <a:pt x="287" y="292"/>
                    <a:pt x="287" y="153"/>
                  </a:cubicBezTo>
                  <a:cubicBezTo>
                    <a:pt x="287" y="52"/>
                    <a:pt x="255" y="0"/>
                    <a:pt x="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9" name="Google Shape;699;p32"/>
            <p:cNvSpPr/>
            <p:nvPr/>
          </p:nvSpPr>
          <p:spPr>
            <a:xfrm>
              <a:off x="5363169" y="955108"/>
              <a:ext cx="29659" cy="60372"/>
            </a:xfrm>
            <a:custGeom>
              <a:avLst/>
              <a:gdLst/>
              <a:ahLst/>
              <a:cxnLst/>
              <a:rect l="l" t="t" r="r" b="b"/>
              <a:pathLst>
                <a:path w="253" h="515" extrusionOk="0">
                  <a:moveTo>
                    <a:pt x="145" y="91"/>
                  </a:moveTo>
                  <a:cubicBezTo>
                    <a:pt x="159" y="91"/>
                    <a:pt x="167" y="102"/>
                    <a:pt x="167" y="127"/>
                  </a:cubicBezTo>
                  <a:cubicBezTo>
                    <a:pt x="167" y="169"/>
                    <a:pt x="146" y="201"/>
                    <a:pt x="108" y="224"/>
                  </a:cubicBezTo>
                  <a:lnTo>
                    <a:pt x="72" y="244"/>
                  </a:lnTo>
                  <a:lnTo>
                    <a:pt x="72" y="126"/>
                  </a:lnTo>
                  <a:lnTo>
                    <a:pt x="108" y="105"/>
                  </a:lnTo>
                  <a:cubicBezTo>
                    <a:pt x="123" y="96"/>
                    <a:pt x="136" y="91"/>
                    <a:pt x="145" y="91"/>
                  </a:cubicBezTo>
                  <a:close/>
                  <a:moveTo>
                    <a:pt x="185" y="1"/>
                  </a:moveTo>
                  <a:cubicBezTo>
                    <a:pt x="165" y="1"/>
                    <a:pt x="141" y="10"/>
                    <a:pt x="115" y="26"/>
                  </a:cubicBezTo>
                  <a:lnTo>
                    <a:pt x="0" y="91"/>
                  </a:lnTo>
                  <a:lnTo>
                    <a:pt x="0" y="514"/>
                  </a:lnTo>
                  <a:lnTo>
                    <a:pt x="72" y="473"/>
                  </a:lnTo>
                  <a:lnTo>
                    <a:pt x="72" y="321"/>
                  </a:lnTo>
                  <a:lnTo>
                    <a:pt x="112" y="298"/>
                  </a:lnTo>
                  <a:lnTo>
                    <a:pt x="172" y="415"/>
                  </a:lnTo>
                  <a:lnTo>
                    <a:pt x="252" y="369"/>
                  </a:lnTo>
                  <a:lnTo>
                    <a:pt x="180" y="241"/>
                  </a:lnTo>
                  <a:cubicBezTo>
                    <a:pt x="214" y="201"/>
                    <a:pt x="238" y="148"/>
                    <a:pt x="238" y="87"/>
                  </a:cubicBezTo>
                  <a:cubicBezTo>
                    <a:pt x="238" y="25"/>
                    <a:pt x="217"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0" name="Google Shape;700;p32"/>
            <p:cNvSpPr/>
            <p:nvPr/>
          </p:nvSpPr>
          <p:spPr>
            <a:xfrm>
              <a:off x="5398220" y="936234"/>
              <a:ext cx="29307" cy="59083"/>
            </a:xfrm>
            <a:custGeom>
              <a:avLst/>
              <a:gdLst/>
              <a:ahLst/>
              <a:cxnLst/>
              <a:rect l="l" t="t" r="r" b="b"/>
              <a:pathLst>
                <a:path w="250" h="504" extrusionOk="0">
                  <a:moveTo>
                    <a:pt x="131" y="92"/>
                  </a:moveTo>
                  <a:cubicBezTo>
                    <a:pt x="159" y="92"/>
                    <a:pt x="176" y="118"/>
                    <a:pt x="176" y="188"/>
                  </a:cubicBezTo>
                  <a:cubicBezTo>
                    <a:pt x="176" y="289"/>
                    <a:pt x="139" y="346"/>
                    <a:pt x="86" y="376"/>
                  </a:cubicBezTo>
                  <a:lnTo>
                    <a:pt x="73" y="384"/>
                  </a:lnTo>
                  <a:lnTo>
                    <a:pt x="73" y="115"/>
                  </a:lnTo>
                  <a:lnTo>
                    <a:pt x="86" y="107"/>
                  </a:lnTo>
                  <a:cubicBezTo>
                    <a:pt x="103" y="97"/>
                    <a:pt x="118" y="92"/>
                    <a:pt x="131" y="92"/>
                  </a:cubicBezTo>
                  <a:close/>
                  <a:moveTo>
                    <a:pt x="170" y="1"/>
                  </a:moveTo>
                  <a:cubicBezTo>
                    <a:pt x="148" y="1"/>
                    <a:pt x="120" y="10"/>
                    <a:pt x="90" y="28"/>
                  </a:cubicBezTo>
                  <a:lnTo>
                    <a:pt x="1" y="80"/>
                  </a:lnTo>
                  <a:lnTo>
                    <a:pt x="1" y="503"/>
                  </a:lnTo>
                  <a:lnTo>
                    <a:pt x="94" y="449"/>
                  </a:lnTo>
                  <a:cubicBezTo>
                    <a:pt x="187" y="395"/>
                    <a:pt x="249" y="290"/>
                    <a:pt x="249" y="145"/>
                  </a:cubicBezTo>
                  <a:cubicBezTo>
                    <a:pt x="249" y="45"/>
                    <a:pt x="220"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1" name="Google Shape;701;p32"/>
            <p:cNvSpPr/>
            <p:nvPr/>
          </p:nvSpPr>
          <p:spPr>
            <a:xfrm>
              <a:off x="5198349" y="738707"/>
              <a:ext cx="76081" cy="152513"/>
            </a:xfrm>
            <a:custGeom>
              <a:avLst/>
              <a:gdLst/>
              <a:ahLst/>
              <a:cxnLst/>
              <a:rect l="l" t="t" r="r" b="b"/>
              <a:pathLst>
                <a:path w="649" h="1301" extrusionOk="0">
                  <a:moveTo>
                    <a:pt x="648" y="0"/>
                  </a:moveTo>
                  <a:lnTo>
                    <a:pt x="483" y="96"/>
                  </a:lnTo>
                  <a:lnTo>
                    <a:pt x="370" y="578"/>
                  </a:lnTo>
                  <a:lnTo>
                    <a:pt x="328" y="764"/>
                  </a:lnTo>
                  <a:lnTo>
                    <a:pt x="324" y="766"/>
                  </a:lnTo>
                  <a:lnTo>
                    <a:pt x="282" y="627"/>
                  </a:lnTo>
                  <a:lnTo>
                    <a:pt x="166" y="278"/>
                  </a:lnTo>
                  <a:lnTo>
                    <a:pt x="1" y="375"/>
                  </a:lnTo>
                  <a:lnTo>
                    <a:pt x="1" y="1301"/>
                  </a:lnTo>
                  <a:lnTo>
                    <a:pt x="146" y="1218"/>
                  </a:lnTo>
                  <a:lnTo>
                    <a:pt x="146" y="877"/>
                  </a:lnTo>
                  <a:cubicBezTo>
                    <a:pt x="146" y="786"/>
                    <a:pt x="132" y="659"/>
                    <a:pt x="126" y="575"/>
                  </a:cubicBezTo>
                  <a:lnTo>
                    <a:pt x="129" y="571"/>
                  </a:lnTo>
                  <a:lnTo>
                    <a:pt x="184" y="754"/>
                  </a:lnTo>
                  <a:lnTo>
                    <a:pt x="291" y="1052"/>
                  </a:lnTo>
                  <a:lnTo>
                    <a:pt x="354" y="1016"/>
                  </a:lnTo>
                  <a:lnTo>
                    <a:pt x="461" y="594"/>
                  </a:lnTo>
                  <a:lnTo>
                    <a:pt x="518" y="347"/>
                  </a:lnTo>
                  <a:lnTo>
                    <a:pt x="522" y="345"/>
                  </a:lnTo>
                  <a:lnTo>
                    <a:pt x="522" y="345"/>
                  </a:lnTo>
                  <a:cubicBezTo>
                    <a:pt x="514" y="438"/>
                    <a:pt x="502" y="580"/>
                    <a:pt x="502" y="671"/>
                  </a:cubicBezTo>
                  <a:lnTo>
                    <a:pt x="502" y="1010"/>
                  </a:lnTo>
                  <a:lnTo>
                    <a:pt x="648" y="926"/>
                  </a:lnTo>
                  <a:lnTo>
                    <a:pt x="6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Nunito"/>
                <a:ea typeface="Nunito"/>
                <a:cs typeface="Nunito"/>
                <a:sym typeface="Nunito"/>
              </a:endParaRPr>
            </a:p>
          </p:txBody>
        </p:sp>
        <p:sp>
          <p:nvSpPr>
            <p:cNvPr id="702" name="Google Shape;702;p32"/>
            <p:cNvSpPr/>
            <p:nvPr/>
          </p:nvSpPr>
          <p:spPr>
            <a:xfrm>
              <a:off x="5282869" y="694982"/>
              <a:ext cx="67406" cy="133405"/>
            </a:xfrm>
            <a:custGeom>
              <a:avLst/>
              <a:gdLst/>
              <a:ahLst/>
              <a:cxnLst/>
              <a:rect l="l" t="t" r="r" b="b"/>
              <a:pathLst>
                <a:path w="575" h="1138" extrusionOk="0">
                  <a:moveTo>
                    <a:pt x="575" y="1"/>
                  </a:moveTo>
                  <a:lnTo>
                    <a:pt x="411" y="95"/>
                  </a:lnTo>
                  <a:lnTo>
                    <a:pt x="349" y="343"/>
                  </a:lnTo>
                  <a:cubicBezTo>
                    <a:pt x="330" y="424"/>
                    <a:pt x="310" y="499"/>
                    <a:pt x="291" y="582"/>
                  </a:cubicBezTo>
                  <a:lnTo>
                    <a:pt x="286" y="584"/>
                  </a:lnTo>
                  <a:cubicBezTo>
                    <a:pt x="266" y="525"/>
                    <a:pt x="248" y="471"/>
                    <a:pt x="230" y="412"/>
                  </a:cubicBezTo>
                  <a:lnTo>
                    <a:pt x="167" y="235"/>
                  </a:lnTo>
                  <a:lnTo>
                    <a:pt x="0" y="332"/>
                  </a:lnTo>
                  <a:lnTo>
                    <a:pt x="209" y="808"/>
                  </a:lnTo>
                  <a:lnTo>
                    <a:pt x="209" y="1138"/>
                  </a:lnTo>
                  <a:lnTo>
                    <a:pt x="365" y="1047"/>
                  </a:lnTo>
                  <a:lnTo>
                    <a:pt x="365" y="718"/>
                  </a:lnTo>
                  <a:lnTo>
                    <a:pt x="5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3" name="Google Shape;703;p32"/>
            <p:cNvSpPr/>
            <p:nvPr/>
          </p:nvSpPr>
          <p:spPr>
            <a:xfrm>
              <a:off x="5384622" y="654773"/>
              <a:ext cx="64006" cy="128950"/>
            </a:xfrm>
            <a:custGeom>
              <a:avLst/>
              <a:gdLst/>
              <a:ahLst/>
              <a:cxnLst/>
              <a:rect l="l" t="t" r="r" b="b"/>
              <a:pathLst>
                <a:path w="546" h="1100" extrusionOk="0">
                  <a:moveTo>
                    <a:pt x="286" y="200"/>
                  </a:moveTo>
                  <a:cubicBezTo>
                    <a:pt x="347" y="200"/>
                    <a:pt x="385" y="258"/>
                    <a:pt x="385" y="410"/>
                  </a:cubicBezTo>
                  <a:cubicBezTo>
                    <a:pt x="385" y="632"/>
                    <a:pt x="305" y="755"/>
                    <a:pt x="188" y="822"/>
                  </a:cubicBezTo>
                  <a:lnTo>
                    <a:pt x="158" y="839"/>
                  </a:lnTo>
                  <a:lnTo>
                    <a:pt x="158" y="251"/>
                  </a:lnTo>
                  <a:lnTo>
                    <a:pt x="188" y="234"/>
                  </a:lnTo>
                  <a:cubicBezTo>
                    <a:pt x="225" y="213"/>
                    <a:pt x="258" y="200"/>
                    <a:pt x="286" y="200"/>
                  </a:cubicBezTo>
                  <a:close/>
                  <a:moveTo>
                    <a:pt x="372" y="1"/>
                  </a:moveTo>
                  <a:cubicBezTo>
                    <a:pt x="322" y="1"/>
                    <a:pt x="263" y="21"/>
                    <a:pt x="197" y="60"/>
                  </a:cubicBezTo>
                  <a:lnTo>
                    <a:pt x="1" y="173"/>
                  </a:lnTo>
                  <a:lnTo>
                    <a:pt x="1" y="1099"/>
                  </a:lnTo>
                  <a:lnTo>
                    <a:pt x="206" y="981"/>
                  </a:lnTo>
                  <a:cubicBezTo>
                    <a:pt x="409" y="864"/>
                    <a:pt x="546" y="635"/>
                    <a:pt x="546" y="318"/>
                  </a:cubicBezTo>
                  <a:cubicBezTo>
                    <a:pt x="546" y="99"/>
                    <a:pt x="481"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4" name="Google Shape;704;p32"/>
            <p:cNvSpPr/>
            <p:nvPr/>
          </p:nvSpPr>
          <p:spPr>
            <a:xfrm>
              <a:off x="5452145" y="608703"/>
              <a:ext cx="73150" cy="135984"/>
            </a:xfrm>
            <a:custGeom>
              <a:avLst/>
              <a:gdLst/>
              <a:ahLst/>
              <a:cxnLst/>
              <a:rect l="l" t="t" r="r" b="b"/>
              <a:pathLst>
                <a:path w="624" h="1160" extrusionOk="0">
                  <a:moveTo>
                    <a:pt x="311" y="214"/>
                  </a:moveTo>
                  <a:cubicBezTo>
                    <a:pt x="330" y="300"/>
                    <a:pt x="348" y="399"/>
                    <a:pt x="367" y="480"/>
                  </a:cubicBezTo>
                  <a:lnTo>
                    <a:pt x="384" y="555"/>
                  </a:lnTo>
                  <a:lnTo>
                    <a:pt x="235" y="641"/>
                  </a:lnTo>
                  <a:lnTo>
                    <a:pt x="252" y="546"/>
                  </a:lnTo>
                  <a:cubicBezTo>
                    <a:pt x="271" y="443"/>
                    <a:pt x="291" y="323"/>
                    <a:pt x="306" y="216"/>
                  </a:cubicBezTo>
                  <a:lnTo>
                    <a:pt x="311" y="214"/>
                  </a:lnTo>
                  <a:close/>
                  <a:moveTo>
                    <a:pt x="405" y="0"/>
                  </a:moveTo>
                  <a:lnTo>
                    <a:pt x="218" y="108"/>
                  </a:lnTo>
                  <a:lnTo>
                    <a:pt x="0" y="1160"/>
                  </a:lnTo>
                  <a:lnTo>
                    <a:pt x="160" y="1068"/>
                  </a:lnTo>
                  <a:lnTo>
                    <a:pt x="203" y="823"/>
                  </a:lnTo>
                  <a:lnTo>
                    <a:pt x="416" y="700"/>
                  </a:lnTo>
                  <a:lnTo>
                    <a:pt x="458" y="895"/>
                  </a:lnTo>
                  <a:lnTo>
                    <a:pt x="624" y="800"/>
                  </a:lnTo>
                  <a:lnTo>
                    <a:pt x="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5" name="Google Shape;705;p32"/>
            <p:cNvSpPr/>
            <p:nvPr/>
          </p:nvSpPr>
          <p:spPr>
            <a:xfrm>
              <a:off x="5522363" y="559116"/>
              <a:ext cx="63186" cy="132115"/>
            </a:xfrm>
            <a:custGeom>
              <a:avLst/>
              <a:gdLst/>
              <a:ahLst/>
              <a:cxnLst/>
              <a:rect l="l" t="t" r="r" b="b"/>
              <a:pathLst>
                <a:path w="539" h="1127" extrusionOk="0">
                  <a:moveTo>
                    <a:pt x="538" y="1"/>
                  </a:moveTo>
                  <a:lnTo>
                    <a:pt x="0" y="312"/>
                  </a:lnTo>
                  <a:lnTo>
                    <a:pt x="0" y="487"/>
                  </a:lnTo>
                  <a:lnTo>
                    <a:pt x="191" y="377"/>
                  </a:lnTo>
                  <a:lnTo>
                    <a:pt x="191" y="1127"/>
                  </a:lnTo>
                  <a:lnTo>
                    <a:pt x="348" y="1037"/>
                  </a:lnTo>
                  <a:lnTo>
                    <a:pt x="348" y="287"/>
                  </a:lnTo>
                  <a:lnTo>
                    <a:pt x="538" y="176"/>
                  </a:lnTo>
                  <a:lnTo>
                    <a:pt x="5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6" name="Google Shape;706;p32"/>
            <p:cNvSpPr/>
            <p:nvPr/>
          </p:nvSpPr>
          <p:spPr>
            <a:xfrm>
              <a:off x="5582618" y="533327"/>
              <a:ext cx="73267" cy="135984"/>
            </a:xfrm>
            <a:custGeom>
              <a:avLst/>
              <a:gdLst/>
              <a:ahLst/>
              <a:cxnLst/>
              <a:rect l="l" t="t" r="r" b="b"/>
              <a:pathLst>
                <a:path w="625" h="1160" extrusionOk="0">
                  <a:moveTo>
                    <a:pt x="310" y="214"/>
                  </a:moveTo>
                  <a:cubicBezTo>
                    <a:pt x="329" y="300"/>
                    <a:pt x="347" y="399"/>
                    <a:pt x="367" y="480"/>
                  </a:cubicBezTo>
                  <a:lnTo>
                    <a:pt x="385" y="555"/>
                  </a:lnTo>
                  <a:lnTo>
                    <a:pt x="235" y="641"/>
                  </a:lnTo>
                  <a:lnTo>
                    <a:pt x="252" y="546"/>
                  </a:lnTo>
                  <a:cubicBezTo>
                    <a:pt x="271" y="443"/>
                    <a:pt x="290" y="324"/>
                    <a:pt x="306" y="216"/>
                  </a:cubicBezTo>
                  <a:lnTo>
                    <a:pt x="310" y="214"/>
                  </a:lnTo>
                  <a:close/>
                  <a:moveTo>
                    <a:pt x="406" y="0"/>
                  </a:moveTo>
                  <a:lnTo>
                    <a:pt x="219" y="108"/>
                  </a:lnTo>
                  <a:lnTo>
                    <a:pt x="1" y="1160"/>
                  </a:lnTo>
                  <a:lnTo>
                    <a:pt x="161" y="1068"/>
                  </a:lnTo>
                  <a:lnTo>
                    <a:pt x="203" y="823"/>
                  </a:lnTo>
                  <a:lnTo>
                    <a:pt x="416" y="701"/>
                  </a:lnTo>
                  <a:lnTo>
                    <a:pt x="459" y="895"/>
                  </a:lnTo>
                  <a:lnTo>
                    <a:pt x="625" y="800"/>
                  </a:lnTo>
                  <a:lnTo>
                    <a:pt x="4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7" name="Google Shape;707;p32"/>
            <p:cNvSpPr/>
            <p:nvPr/>
          </p:nvSpPr>
          <p:spPr>
            <a:xfrm>
              <a:off x="5509937" y="611634"/>
              <a:ext cx="442534" cy="679333"/>
            </a:xfrm>
            <a:custGeom>
              <a:avLst/>
              <a:gdLst/>
              <a:ahLst/>
              <a:cxnLst/>
              <a:rect l="l" t="t" r="r" b="b"/>
              <a:pathLst>
                <a:path w="3775" h="5795" extrusionOk="0">
                  <a:moveTo>
                    <a:pt x="2961" y="1"/>
                  </a:moveTo>
                  <a:lnTo>
                    <a:pt x="1876" y="627"/>
                  </a:lnTo>
                  <a:lnTo>
                    <a:pt x="792" y="1253"/>
                  </a:lnTo>
                  <a:lnTo>
                    <a:pt x="53" y="2929"/>
                  </a:lnTo>
                  <a:cubicBezTo>
                    <a:pt x="53" y="2929"/>
                    <a:pt x="0" y="4709"/>
                    <a:pt x="1134" y="5487"/>
                  </a:cubicBezTo>
                  <a:cubicBezTo>
                    <a:pt x="1340" y="5628"/>
                    <a:pt x="1585" y="5736"/>
                    <a:pt x="1876" y="5795"/>
                  </a:cubicBezTo>
                  <a:cubicBezTo>
                    <a:pt x="3775" y="3223"/>
                    <a:pt x="3700" y="822"/>
                    <a:pt x="3700" y="822"/>
                  </a:cubicBezTo>
                  <a:lnTo>
                    <a:pt x="2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8" name="Google Shape;708;p32"/>
            <p:cNvSpPr/>
            <p:nvPr/>
          </p:nvSpPr>
          <p:spPr>
            <a:xfrm>
              <a:off x="5638652" y="1224611"/>
              <a:ext cx="50291" cy="57793"/>
            </a:xfrm>
            <a:custGeom>
              <a:avLst/>
              <a:gdLst/>
              <a:ahLst/>
              <a:cxnLst/>
              <a:rect l="l" t="t" r="r" b="b"/>
              <a:pathLst>
                <a:path w="429" h="493" extrusionOk="0">
                  <a:moveTo>
                    <a:pt x="428" y="0"/>
                  </a:moveTo>
                  <a:lnTo>
                    <a:pt x="0" y="232"/>
                  </a:lnTo>
                  <a:lnTo>
                    <a:pt x="404" y="492"/>
                  </a:lnTo>
                  <a:lnTo>
                    <a:pt x="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9" name="Google Shape;709;p32"/>
            <p:cNvSpPr/>
            <p:nvPr/>
          </p:nvSpPr>
          <p:spPr>
            <a:xfrm>
              <a:off x="5539713" y="632148"/>
              <a:ext cx="445113" cy="679451"/>
            </a:xfrm>
            <a:custGeom>
              <a:avLst/>
              <a:gdLst/>
              <a:ahLst/>
              <a:cxnLst/>
              <a:rect l="l" t="t" r="r" b="b"/>
              <a:pathLst>
                <a:path w="3797" h="5796" extrusionOk="0">
                  <a:moveTo>
                    <a:pt x="2984" y="1"/>
                  </a:moveTo>
                  <a:lnTo>
                    <a:pt x="1899" y="627"/>
                  </a:lnTo>
                  <a:lnTo>
                    <a:pt x="815" y="1253"/>
                  </a:lnTo>
                  <a:lnTo>
                    <a:pt x="75" y="2928"/>
                  </a:lnTo>
                  <a:cubicBezTo>
                    <a:pt x="75" y="2928"/>
                    <a:pt x="1" y="5413"/>
                    <a:pt x="1899" y="5795"/>
                  </a:cubicBezTo>
                  <a:cubicBezTo>
                    <a:pt x="3797" y="3223"/>
                    <a:pt x="3722" y="823"/>
                    <a:pt x="3722" y="823"/>
                  </a:cubicBezTo>
                  <a:lnTo>
                    <a:pt x="2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0" name="Google Shape;710;p32"/>
            <p:cNvSpPr/>
            <p:nvPr/>
          </p:nvSpPr>
          <p:spPr>
            <a:xfrm>
              <a:off x="5642052" y="787708"/>
              <a:ext cx="13129" cy="19108"/>
            </a:xfrm>
            <a:custGeom>
              <a:avLst/>
              <a:gdLst/>
              <a:ahLst/>
              <a:cxnLst/>
              <a:rect l="l" t="t" r="r" b="b"/>
              <a:pathLst>
                <a:path w="112" h="163" extrusionOk="0">
                  <a:moveTo>
                    <a:pt x="78" y="0"/>
                  </a:moveTo>
                  <a:cubicBezTo>
                    <a:pt x="72" y="0"/>
                    <a:pt x="64" y="3"/>
                    <a:pt x="57" y="7"/>
                  </a:cubicBezTo>
                  <a:cubicBezTo>
                    <a:pt x="25" y="25"/>
                    <a:pt x="0" y="72"/>
                    <a:pt x="0" y="114"/>
                  </a:cubicBezTo>
                  <a:cubicBezTo>
                    <a:pt x="0" y="144"/>
                    <a:pt x="14" y="162"/>
                    <a:pt x="34" y="162"/>
                  </a:cubicBezTo>
                  <a:cubicBezTo>
                    <a:pt x="41" y="162"/>
                    <a:pt x="49" y="160"/>
                    <a:pt x="57" y="155"/>
                  </a:cubicBezTo>
                  <a:cubicBezTo>
                    <a:pt x="87" y="137"/>
                    <a:pt x="112" y="90"/>
                    <a:pt x="112" y="50"/>
                  </a:cubicBezTo>
                  <a:cubicBezTo>
                    <a:pt x="112" y="18"/>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1" name="Google Shape;711;p32"/>
            <p:cNvSpPr/>
            <p:nvPr/>
          </p:nvSpPr>
          <p:spPr>
            <a:xfrm>
              <a:off x="5571012" y="1059322"/>
              <a:ext cx="13247" cy="19108"/>
            </a:xfrm>
            <a:custGeom>
              <a:avLst/>
              <a:gdLst/>
              <a:ahLst/>
              <a:cxnLst/>
              <a:rect l="l" t="t" r="r" b="b"/>
              <a:pathLst>
                <a:path w="113" h="163" extrusionOk="0">
                  <a:moveTo>
                    <a:pt x="79" y="0"/>
                  </a:moveTo>
                  <a:cubicBezTo>
                    <a:pt x="72" y="0"/>
                    <a:pt x="65" y="3"/>
                    <a:pt x="57" y="7"/>
                  </a:cubicBezTo>
                  <a:cubicBezTo>
                    <a:pt x="25" y="25"/>
                    <a:pt x="1" y="73"/>
                    <a:pt x="1" y="113"/>
                  </a:cubicBezTo>
                  <a:cubicBezTo>
                    <a:pt x="1" y="144"/>
                    <a:pt x="14" y="162"/>
                    <a:pt x="35" y="162"/>
                  </a:cubicBezTo>
                  <a:cubicBezTo>
                    <a:pt x="41" y="162"/>
                    <a:pt x="49" y="160"/>
                    <a:pt x="57" y="156"/>
                  </a:cubicBezTo>
                  <a:cubicBezTo>
                    <a:pt x="87" y="138"/>
                    <a:pt x="112" y="91"/>
                    <a:pt x="112" y="49"/>
                  </a:cubicBezTo>
                  <a:cubicBezTo>
                    <a:pt x="112" y="19"/>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2" name="Google Shape;712;p32"/>
            <p:cNvSpPr/>
            <p:nvPr/>
          </p:nvSpPr>
          <p:spPr>
            <a:xfrm>
              <a:off x="5919762" y="958273"/>
              <a:ext cx="13247" cy="19108"/>
            </a:xfrm>
            <a:custGeom>
              <a:avLst/>
              <a:gdLst/>
              <a:ahLst/>
              <a:cxnLst/>
              <a:rect l="l" t="t" r="r" b="b"/>
              <a:pathLst>
                <a:path w="113" h="163" extrusionOk="0">
                  <a:moveTo>
                    <a:pt x="79" y="0"/>
                  </a:moveTo>
                  <a:cubicBezTo>
                    <a:pt x="72" y="0"/>
                    <a:pt x="65" y="2"/>
                    <a:pt x="57" y="7"/>
                  </a:cubicBezTo>
                  <a:cubicBezTo>
                    <a:pt x="25" y="25"/>
                    <a:pt x="1" y="72"/>
                    <a:pt x="1" y="114"/>
                  </a:cubicBezTo>
                  <a:cubicBezTo>
                    <a:pt x="1" y="144"/>
                    <a:pt x="15" y="162"/>
                    <a:pt x="35" y="162"/>
                  </a:cubicBezTo>
                  <a:cubicBezTo>
                    <a:pt x="42" y="162"/>
                    <a:pt x="49" y="160"/>
                    <a:pt x="57" y="155"/>
                  </a:cubicBezTo>
                  <a:cubicBezTo>
                    <a:pt x="87" y="138"/>
                    <a:pt x="112" y="90"/>
                    <a:pt x="112" y="49"/>
                  </a:cubicBezTo>
                  <a:cubicBezTo>
                    <a:pt x="112" y="18"/>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3" name="Google Shape;713;p32"/>
            <p:cNvSpPr/>
            <p:nvPr/>
          </p:nvSpPr>
          <p:spPr>
            <a:xfrm>
              <a:off x="5598209" y="1145366"/>
              <a:ext cx="13247" cy="19108"/>
            </a:xfrm>
            <a:custGeom>
              <a:avLst/>
              <a:gdLst/>
              <a:ahLst/>
              <a:cxnLst/>
              <a:rect l="l" t="t" r="r" b="b"/>
              <a:pathLst>
                <a:path w="113" h="163" extrusionOk="0">
                  <a:moveTo>
                    <a:pt x="78" y="1"/>
                  </a:moveTo>
                  <a:cubicBezTo>
                    <a:pt x="71" y="1"/>
                    <a:pt x="64" y="3"/>
                    <a:pt x="56" y="7"/>
                  </a:cubicBezTo>
                  <a:cubicBezTo>
                    <a:pt x="25" y="25"/>
                    <a:pt x="1" y="73"/>
                    <a:pt x="1" y="113"/>
                  </a:cubicBezTo>
                  <a:cubicBezTo>
                    <a:pt x="1" y="144"/>
                    <a:pt x="14" y="162"/>
                    <a:pt x="34" y="162"/>
                  </a:cubicBezTo>
                  <a:cubicBezTo>
                    <a:pt x="41" y="162"/>
                    <a:pt x="48" y="160"/>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4" name="Google Shape;714;p32"/>
            <p:cNvSpPr/>
            <p:nvPr/>
          </p:nvSpPr>
          <p:spPr>
            <a:xfrm>
              <a:off x="5652719" y="1224025"/>
              <a:ext cx="13247" cy="19108"/>
            </a:xfrm>
            <a:custGeom>
              <a:avLst/>
              <a:gdLst/>
              <a:ahLst/>
              <a:cxnLst/>
              <a:rect l="l" t="t" r="r" b="b"/>
              <a:pathLst>
                <a:path w="113" h="163" extrusionOk="0">
                  <a:moveTo>
                    <a:pt x="79" y="1"/>
                  </a:moveTo>
                  <a:cubicBezTo>
                    <a:pt x="72" y="1"/>
                    <a:pt x="65" y="3"/>
                    <a:pt x="57" y="8"/>
                  </a:cubicBezTo>
                  <a:cubicBezTo>
                    <a:pt x="25" y="24"/>
                    <a:pt x="1" y="73"/>
                    <a:pt x="1" y="113"/>
                  </a:cubicBezTo>
                  <a:cubicBezTo>
                    <a:pt x="1" y="145"/>
                    <a:pt x="14" y="162"/>
                    <a:pt x="35" y="162"/>
                  </a:cubicBezTo>
                  <a:cubicBezTo>
                    <a:pt x="41" y="162"/>
                    <a:pt x="49" y="160"/>
                    <a:pt x="57" y="156"/>
                  </a:cubicBezTo>
                  <a:cubicBezTo>
                    <a:pt x="87" y="138"/>
                    <a:pt x="112" y="90"/>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5" name="Google Shape;715;p32"/>
            <p:cNvSpPr/>
            <p:nvPr/>
          </p:nvSpPr>
          <p:spPr>
            <a:xfrm>
              <a:off x="5863493" y="1102813"/>
              <a:ext cx="13247" cy="19225"/>
            </a:xfrm>
            <a:custGeom>
              <a:avLst/>
              <a:gdLst/>
              <a:ahLst/>
              <a:cxnLst/>
              <a:rect l="l" t="t" r="r" b="b"/>
              <a:pathLst>
                <a:path w="113" h="164" extrusionOk="0">
                  <a:moveTo>
                    <a:pt x="79" y="1"/>
                  </a:moveTo>
                  <a:cubicBezTo>
                    <a:pt x="72" y="1"/>
                    <a:pt x="64" y="3"/>
                    <a:pt x="56" y="8"/>
                  </a:cubicBezTo>
                  <a:cubicBezTo>
                    <a:pt x="26" y="26"/>
                    <a:pt x="1" y="73"/>
                    <a:pt x="1" y="114"/>
                  </a:cubicBezTo>
                  <a:cubicBezTo>
                    <a:pt x="1" y="145"/>
                    <a:pt x="15" y="163"/>
                    <a:pt x="34" y="163"/>
                  </a:cubicBezTo>
                  <a:cubicBezTo>
                    <a:pt x="41" y="163"/>
                    <a:pt x="48" y="161"/>
                    <a:pt x="56" y="156"/>
                  </a:cubicBezTo>
                  <a:cubicBezTo>
                    <a:pt x="88" y="138"/>
                    <a:pt x="112" y="91"/>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6" name="Google Shape;716;p32"/>
            <p:cNvSpPr/>
            <p:nvPr/>
          </p:nvSpPr>
          <p:spPr>
            <a:xfrm>
              <a:off x="5757637" y="1277246"/>
              <a:ext cx="13247" cy="19108"/>
            </a:xfrm>
            <a:custGeom>
              <a:avLst/>
              <a:gdLst/>
              <a:ahLst/>
              <a:cxnLst/>
              <a:rect l="l" t="t" r="r" b="b"/>
              <a:pathLst>
                <a:path w="113" h="163" extrusionOk="0">
                  <a:moveTo>
                    <a:pt x="79" y="1"/>
                  </a:moveTo>
                  <a:cubicBezTo>
                    <a:pt x="72" y="1"/>
                    <a:pt x="65" y="3"/>
                    <a:pt x="57" y="7"/>
                  </a:cubicBezTo>
                  <a:cubicBezTo>
                    <a:pt x="26" y="24"/>
                    <a:pt x="1" y="73"/>
                    <a:pt x="1" y="113"/>
                  </a:cubicBezTo>
                  <a:cubicBezTo>
                    <a:pt x="1" y="144"/>
                    <a:pt x="15" y="162"/>
                    <a:pt x="35" y="162"/>
                  </a:cubicBezTo>
                  <a:cubicBezTo>
                    <a:pt x="42" y="162"/>
                    <a:pt x="49" y="160"/>
                    <a:pt x="57" y="156"/>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7" name="Google Shape;717;p32"/>
            <p:cNvSpPr/>
            <p:nvPr/>
          </p:nvSpPr>
          <p:spPr>
            <a:xfrm>
              <a:off x="5919762" y="694044"/>
              <a:ext cx="13247" cy="19108"/>
            </a:xfrm>
            <a:custGeom>
              <a:avLst/>
              <a:gdLst/>
              <a:ahLst/>
              <a:cxnLst/>
              <a:rect l="l" t="t" r="r" b="b"/>
              <a:pathLst>
                <a:path w="113" h="163" extrusionOk="0">
                  <a:moveTo>
                    <a:pt x="79" y="1"/>
                  </a:moveTo>
                  <a:cubicBezTo>
                    <a:pt x="72" y="1"/>
                    <a:pt x="65" y="3"/>
                    <a:pt x="57" y="7"/>
                  </a:cubicBezTo>
                  <a:cubicBezTo>
                    <a:pt x="25" y="25"/>
                    <a:pt x="1" y="73"/>
                    <a:pt x="1" y="114"/>
                  </a:cubicBezTo>
                  <a:cubicBezTo>
                    <a:pt x="1" y="145"/>
                    <a:pt x="15" y="163"/>
                    <a:pt x="35" y="163"/>
                  </a:cubicBezTo>
                  <a:cubicBezTo>
                    <a:pt x="42" y="163"/>
                    <a:pt x="49" y="161"/>
                    <a:pt x="57" y="156"/>
                  </a:cubicBezTo>
                  <a:cubicBezTo>
                    <a:pt x="87" y="138"/>
                    <a:pt x="112" y="91"/>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8" name="Google Shape;718;p32"/>
            <p:cNvSpPr/>
            <p:nvPr/>
          </p:nvSpPr>
          <p:spPr>
            <a:xfrm>
              <a:off x="5598209" y="879379"/>
              <a:ext cx="13247" cy="18991"/>
            </a:xfrm>
            <a:custGeom>
              <a:avLst/>
              <a:gdLst/>
              <a:ahLst/>
              <a:cxnLst/>
              <a:rect l="l" t="t" r="r" b="b"/>
              <a:pathLst>
                <a:path w="113" h="162" extrusionOk="0">
                  <a:moveTo>
                    <a:pt x="79" y="0"/>
                  </a:moveTo>
                  <a:cubicBezTo>
                    <a:pt x="72" y="0"/>
                    <a:pt x="64" y="3"/>
                    <a:pt x="56" y="7"/>
                  </a:cubicBezTo>
                  <a:cubicBezTo>
                    <a:pt x="25" y="24"/>
                    <a:pt x="1" y="73"/>
                    <a:pt x="1" y="113"/>
                  </a:cubicBezTo>
                  <a:cubicBezTo>
                    <a:pt x="1" y="143"/>
                    <a:pt x="14" y="162"/>
                    <a:pt x="34" y="162"/>
                  </a:cubicBezTo>
                  <a:cubicBezTo>
                    <a:pt x="41" y="162"/>
                    <a:pt x="48" y="160"/>
                    <a:pt x="56" y="155"/>
                  </a:cubicBezTo>
                  <a:cubicBezTo>
                    <a:pt x="87" y="138"/>
                    <a:pt x="112" y="90"/>
                    <a:pt x="112" y="49"/>
                  </a:cubicBezTo>
                  <a:cubicBezTo>
                    <a:pt x="112" y="18"/>
                    <a:pt x="99"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9" name="Google Shape;719;p32"/>
            <p:cNvSpPr/>
            <p:nvPr/>
          </p:nvSpPr>
          <p:spPr>
            <a:xfrm>
              <a:off x="5560579" y="980194"/>
              <a:ext cx="13247" cy="19225"/>
            </a:xfrm>
            <a:custGeom>
              <a:avLst/>
              <a:gdLst/>
              <a:ahLst/>
              <a:cxnLst/>
              <a:rect l="l" t="t" r="r" b="b"/>
              <a:pathLst>
                <a:path w="113" h="164" extrusionOk="0">
                  <a:moveTo>
                    <a:pt x="78" y="1"/>
                  </a:moveTo>
                  <a:cubicBezTo>
                    <a:pt x="71" y="1"/>
                    <a:pt x="64" y="3"/>
                    <a:pt x="56" y="8"/>
                  </a:cubicBezTo>
                  <a:cubicBezTo>
                    <a:pt x="25" y="26"/>
                    <a:pt x="1" y="73"/>
                    <a:pt x="1" y="115"/>
                  </a:cubicBezTo>
                  <a:cubicBezTo>
                    <a:pt x="1" y="145"/>
                    <a:pt x="14" y="163"/>
                    <a:pt x="34" y="163"/>
                  </a:cubicBezTo>
                  <a:cubicBezTo>
                    <a:pt x="41" y="163"/>
                    <a:pt x="48" y="161"/>
                    <a:pt x="56" y="156"/>
                  </a:cubicBezTo>
                  <a:cubicBezTo>
                    <a:pt x="86" y="138"/>
                    <a:pt x="112" y="91"/>
                    <a:pt x="112" y="50"/>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0" name="Google Shape;720;p32"/>
            <p:cNvSpPr/>
            <p:nvPr/>
          </p:nvSpPr>
          <p:spPr>
            <a:xfrm>
              <a:off x="5723173" y="742459"/>
              <a:ext cx="13247" cy="18991"/>
            </a:xfrm>
            <a:custGeom>
              <a:avLst/>
              <a:gdLst/>
              <a:ahLst/>
              <a:cxnLst/>
              <a:rect l="l" t="t" r="r" b="b"/>
              <a:pathLst>
                <a:path w="113" h="162" extrusionOk="0">
                  <a:moveTo>
                    <a:pt x="79" y="1"/>
                  </a:moveTo>
                  <a:cubicBezTo>
                    <a:pt x="72" y="1"/>
                    <a:pt x="65" y="3"/>
                    <a:pt x="57" y="8"/>
                  </a:cubicBezTo>
                  <a:cubicBezTo>
                    <a:pt x="26" y="25"/>
                    <a:pt x="1" y="73"/>
                    <a:pt x="1" y="114"/>
                  </a:cubicBezTo>
                  <a:cubicBezTo>
                    <a:pt x="1" y="144"/>
                    <a:pt x="15" y="162"/>
                    <a:pt x="35" y="162"/>
                  </a:cubicBezTo>
                  <a:cubicBezTo>
                    <a:pt x="41"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1" name="Google Shape;721;p32"/>
            <p:cNvSpPr/>
            <p:nvPr/>
          </p:nvSpPr>
          <p:spPr>
            <a:xfrm>
              <a:off x="5876036" y="654422"/>
              <a:ext cx="13247" cy="18991"/>
            </a:xfrm>
            <a:custGeom>
              <a:avLst/>
              <a:gdLst/>
              <a:ahLst/>
              <a:cxnLst/>
              <a:rect l="l" t="t" r="r" b="b"/>
              <a:pathLst>
                <a:path w="113" h="162" extrusionOk="0">
                  <a:moveTo>
                    <a:pt x="79" y="1"/>
                  </a:moveTo>
                  <a:cubicBezTo>
                    <a:pt x="72" y="1"/>
                    <a:pt x="65" y="3"/>
                    <a:pt x="57" y="8"/>
                  </a:cubicBezTo>
                  <a:cubicBezTo>
                    <a:pt x="26" y="24"/>
                    <a:pt x="1" y="73"/>
                    <a:pt x="1" y="113"/>
                  </a:cubicBezTo>
                  <a:cubicBezTo>
                    <a:pt x="1" y="144"/>
                    <a:pt x="15" y="162"/>
                    <a:pt x="35" y="162"/>
                  </a:cubicBezTo>
                  <a:cubicBezTo>
                    <a:pt x="42"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2" name="Google Shape;722;p32"/>
            <p:cNvSpPr/>
            <p:nvPr/>
          </p:nvSpPr>
          <p:spPr>
            <a:xfrm>
              <a:off x="5808983" y="692286"/>
              <a:ext cx="13247" cy="19225"/>
            </a:xfrm>
            <a:custGeom>
              <a:avLst/>
              <a:gdLst/>
              <a:ahLst/>
              <a:cxnLst/>
              <a:rect l="l" t="t" r="r" b="b"/>
              <a:pathLst>
                <a:path w="113" h="164" extrusionOk="0">
                  <a:moveTo>
                    <a:pt x="79" y="1"/>
                  </a:moveTo>
                  <a:cubicBezTo>
                    <a:pt x="72" y="1"/>
                    <a:pt x="64" y="3"/>
                    <a:pt x="56" y="8"/>
                  </a:cubicBezTo>
                  <a:cubicBezTo>
                    <a:pt x="26" y="26"/>
                    <a:pt x="1" y="73"/>
                    <a:pt x="1" y="115"/>
                  </a:cubicBezTo>
                  <a:cubicBezTo>
                    <a:pt x="1" y="145"/>
                    <a:pt x="15" y="163"/>
                    <a:pt x="34" y="163"/>
                  </a:cubicBezTo>
                  <a:cubicBezTo>
                    <a:pt x="41" y="163"/>
                    <a:pt x="48" y="161"/>
                    <a:pt x="56" y="156"/>
                  </a:cubicBezTo>
                  <a:cubicBezTo>
                    <a:pt x="88" y="138"/>
                    <a:pt x="112" y="91"/>
                    <a:pt x="112" y="51"/>
                  </a:cubicBezTo>
                  <a:cubicBezTo>
                    <a:pt x="112" y="20"/>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3" name="Google Shape;723;p32"/>
            <p:cNvSpPr/>
            <p:nvPr/>
          </p:nvSpPr>
          <p:spPr>
            <a:xfrm>
              <a:off x="5642052" y="749375"/>
              <a:ext cx="303854" cy="514394"/>
            </a:xfrm>
            <a:custGeom>
              <a:avLst/>
              <a:gdLst/>
              <a:ahLst/>
              <a:cxnLst/>
              <a:rect l="l" t="t" r="r" b="b"/>
              <a:pathLst>
                <a:path w="2592" h="4388" extrusionOk="0">
                  <a:moveTo>
                    <a:pt x="2515" y="0"/>
                  </a:moveTo>
                  <a:cubicBezTo>
                    <a:pt x="2518" y="69"/>
                    <a:pt x="2528" y="464"/>
                    <a:pt x="2407" y="1079"/>
                  </a:cubicBezTo>
                  <a:cubicBezTo>
                    <a:pt x="2399" y="1119"/>
                    <a:pt x="2390" y="1160"/>
                    <a:pt x="2381" y="1202"/>
                  </a:cubicBezTo>
                  <a:cubicBezTo>
                    <a:pt x="2361" y="1299"/>
                    <a:pt x="2336" y="1400"/>
                    <a:pt x="2308" y="1506"/>
                  </a:cubicBezTo>
                  <a:cubicBezTo>
                    <a:pt x="2280" y="1615"/>
                    <a:pt x="2247" y="1728"/>
                    <a:pt x="2211" y="1845"/>
                  </a:cubicBezTo>
                  <a:cubicBezTo>
                    <a:pt x="2159" y="2009"/>
                    <a:pt x="2099" y="2182"/>
                    <a:pt x="2030" y="2362"/>
                  </a:cubicBezTo>
                  <a:cubicBezTo>
                    <a:pt x="1878" y="2753"/>
                    <a:pt x="1679" y="3177"/>
                    <a:pt x="1419" y="3625"/>
                  </a:cubicBezTo>
                  <a:cubicBezTo>
                    <a:pt x="1287" y="3852"/>
                    <a:pt x="1140" y="4085"/>
                    <a:pt x="976" y="4322"/>
                  </a:cubicBezTo>
                  <a:cubicBezTo>
                    <a:pt x="876" y="4294"/>
                    <a:pt x="785" y="4259"/>
                    <a:pt x="699" y="4221"/>
                  </a:cubicBezTo>
                  <a:cubicBezTo>
                    <a:pt x="402" y="4090"/>
                    <a:pt x="175" y="3900"/>
                    <a:pt x="0" y="3684"/>
                  </a:cubicBezTo>
                  <a:lnTo>
                    <a:pt x="0" y="3684"/>
                  </a:lnTo>
                  <a:cubicBezTo>
                    <a:pt x="181" y="3927"/>
                    <a:pt x="423" y="4142"/>
                    <a:pt x="749" y="4287"/>
                  </a:cubicBezTo>
                  <a:cubicBezTo>
                    <a:pt x="836" y="4326"/>
                    <a:pt x="927" y="4361"/>
                    <a:pt x="1026" y="4388"/>
                  </a:cubicBezTo>
                  <a:cubicBezTo>
                    <a:pt x="1191" y="4151"/>
                    <a:pt x="1338" y="3918"/>
                    <a:pt x="1470" y="3691"/>
                  </a:cubicBezTo>
                  <a:cubicBezTo>
                    <a:pt x="1730" y="3243"/>
                    <a:pt x="1928" y="2819"/>
                    <a:pt x="2080" y="2428"/>
                  </a:cubicBezTo>
                  <a:cubicBezTo>
                    <a:pt x="2150" y="2248"/>
                    <a:pt x="2210" y="2076"/>
                    <a:pt x="2262" y="1911"/>
                  </a:cubicBezTo>
                  <a:cubicBezTo>
                    <a:pt x="2298" y="1794"/>
                    <a:pt x="2330" y="1681"/>
                    <a:pt x="2358" y="1572"/>
                  </a:cubicBezTo>
                  <a:cubicBezTo>
                    <a:pt x="2387" y="1467"/>
                    <a:pt x="2411" y="1365"/>
                    <a:pt x="2432" y="1268"/>
                  </a:cubicBezTo>
                  <a:cubicBezTo>
                    <a:pt x="2441" y="1227"/>
                    <a:pt x="2450" y="1185"/>
                    <a:pt x="2457" y="1145"/>
                  </a:cubicBezTo>
                  <a:cubicBezTo>
                    <a:pt x="2591" y="468"/>
                    <a:pt x="2566" y="55"/>
                    <a:pt x="2566" y="5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4" name="Google Shape;724;p32"/>
            <p:cNvSpPr/>
            <p:nvPr/>
          </p:nvSpPr>
          <p:spPr>
            <a:xfrm>
              <a:off x="5632061" y="607881"/>
              <a:ext cx="286856" cy="167401"/>
            </a:xfrm>
            <a:custGeom>
              <a:avLst/>
              <a:gdLst/>
              <a:ahLst/>
              <a:cxnLst/>
              <a:rect l="l" t="t" r="r" b="b"/>
              <a:pathLst>
                <a:path w="2447" h="1428" extrusionOk="0">
                  <a:moveTo>
                    <a:pt x="2170" y="1"/>
                  </a:moveTo>
                  <a:lnTo>
                    <a:pt x="1" y="1253"/>
                  </a:lnTo>
                  <a:lnTo>
                    <a:pt x="278" y="1428"/>
                  </a:lnTo>
                  <a:lnTo>
                    <a:pt x="2447" y="17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5" name="Google Shape;725;p32"/>
            <p:cNvSpPr/>
            <p:nvPr/>
          </p:nvSpPr>
          <p:spPr>
            <a:xfrm>
              <a:off x="5516150" y="758519"/>
              <a:ext cx="119103" cy="216988"/>
            </a:xfrm>
            <a:custGeom>
              <a:avLst/>
              <a:gdLst/>
              <a:ahLst/>
              <a:cxnLst/>
              <a:rect l="l" t="t" r="r" b="b"/>
              <a:pathLst>
                <a:path w="1016" h="1851" extrusionOk="0">
                  <a:moveTo>
                    <a:pt x="739" y="0"/>
                  </a:moveTo>
                  <a:lnTo>
                    <a:pt x="0" y="1676"/>
                  </a:lnTo>
                  <a:lnTo>
                    <a:pt x="276" y="1850"/>
                  </a:lnTo>
                  <a:lnTo>
                    <a:pt x="1016" y="175"/>
                  </a:lnTo>
                  <a:lnTo>
                    <a:pt x="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6" name="Google Shape;726;p32"/>
            <p:cNvSpPr/>
            <p:nvPr/>
          </p:nvSpPr>
          <p:spPr>
            <a:xfrm>
              <a:off x="5581563" y="819242"/>
              <a:ext cx="319445" cy="304205"/>
            </a:xfrm>
            <a:custGeom>
              <a:avLst/>
              <a:gdLst/>
              <a:ahLst/>
              <a:cxnLst/>
              <a:rect l="l" t="t" r="r" b="b"/>
              <a:pathLst>
                <a:path w="2725" h="2595" extrusionOk="0">
                  <a:moveTo>
                    <a:pt x="556" y="0"/>
                  </a:moveTo>
                  <a:lnTo>
                    <a:pt x="181" y="837"/>
                  </a:lnTo>
                  <a:lnTo>
                    <a:pt x="2" y="1237"/>
                  </a:lnTo>
                  <a:cubicBezTo>
                    <a:pt x="2" y="1237"/>
                    <a:pt x="1" y="1275"/>
                    <a:pt x="1" y="1341"/>
                  </a:cubicBezTo>
                  <a:lnTo>
                    <a:pt x="2171" y="2595"/>
                  </a:lnTo>
                  <a:cubicBezTo>
                    <a:pt x="2319" y="2305"/>
                    <a:pt x="2444" y="2027"/>
                    <a:pt x="2546" y="1766"/>
                  </a:cubicBezTo>
                  <a:cubicBezTo>
                    <a:pt x="2614" y="1587"/>
                    <a:pt x="2674" y="1417"/>
                    <a:pt x="2725" y="1252"/>
                  </a:cubicBezTo>
                  <a:lnTo>
                    <a:pt x="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7" name="Google Shape;727;p32"/>
            <p:cNvSpPr/>
            <p:nvPr/>
          </p:nvSpPr>
          <p:spPr>
            <a:xfrm>
              <a:off x="5581563" y="976443"/>
              <a:ext cx="254618" cy="221091"/>
            </a:xfrm>
            <a:custGeom>
              <a:avLst/>
              <a:gdLst/>
              <a:ahLst/>
              <a:cxnLst/>
              <a:rect l="l" t="t" r="r" b="b"/>
              <a:pathLst>
                <a:path w="2172" h="1886" extrusionOk="0">
                  <a:moveTo>
                    <a:pt x="1" y="0"/>
                  </a:moveTo>
                  <a:cubicBezTo>
                    <a:pt x="1" y="161"/>
                    <a:pt x="15" y="490"/>
                    <a:pt x="110" y="862"/>
                  </a:cubicBezTo>
                  <a:cubicBezTo>
                    <a:pt x="114" y="876"/>
                    <a:pt x="119" y="891"/>
                    <a:pt x="122" y="907"/>
                  </a:cubicBezTo>
                  <a:lnTo>
                    <a:pt x="1818" y="1885"/>
                  </a:lnTo>
                  <a:cubicBezTo>
                    <a:pt x="1859" y="1819"/>
                    <a:pt x="1898" y="1752"/>
                    <a:pt x="1935" y="1688"/>
                  </a:cubicBezTo>
                  <a:cubicBezTo>
                    <a:pt x="2022" y="1540"/>
                    <a:pt x="2098" y="1395"/>
                    <a:pt x="2172" y="1254"/>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8" name="Google Shape;728;p32"/>
            <p:cNvSpPr/>
            <p:nvPr/>
          </p:nvSpPr>
          <p:spPr>
            <a:xfrm>
              <a:off x="5646624" y="764849"/>
              <a:ext cx="277946" cy="201397"/>
            </a:xfrm>
            <a:custGeom>
              <a:avLst/>
              <a:gdLst/>
              <a:ahLst/>
              <a:cxnLst/>
              <a:rect l="l" t="t" r="r" b="b"/>
              <a:pathLst>
                <a:path w="2371" h="1718" extrusionOk="0">
                  <a:moveTo>
                    <a:pt x="751" y="0"/>
                  </a:moveTo>
                  <a:lnTo>
                    <a:pt x="200" y="318"/>
                  </a:lnTo>
                  <a:lnTo>
                    <a:pt x="19" y="422"/>
                  </a:lnTo>
                  <a:lnTo>
                    <a:pt x="1" y="464"/>
                  </a:lnTo>
                  <a:lnTo>
                    <a:pt x="2170" y="1717"/>
                  </a:lnTo>
                  <a:cubicBezTo>
                    <a:pt x="2171" y="1715"/>
                    <a:pt x="2171" y="1714"/>
                    <a:pt x="2172" y="1713"/>
                  </a:cubicBezTo>
                  <a:cubicBezTo>
                    <a:pt x="2208" y="1596"/>
                    <a:pt x="2241" y="1482"/>
                    <a:pt x="2269" y="1374"/>
                  </a:cubicBezTo>
                  <a:cubicBezTo>
                    <a:pt x="2297" y="1268"/>
                    <a:pt x="2322" y="1167"/>
                    <a:pt x="2342" y="1070"/>
                  </a:cubicBezTo>
                  <a:cubicBezTo>
                    <a:pt x="2351" y="1028"/>
                    <a:pt x="2360" y="987"/>
                    <a:pt x="2368" y="947"/>
                  </a:cubicBezTo>
                  <a:cubicBezTo>
                    <a:pt x="2369" y="943"/>
                    <a:pt x="2369" y="939"/>
                    <a:pt x="2370" y="936"/>
                  </a:cubicBezTo>
                  <a:lnTo>
                    <a:pt x="7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9" name="Google Shape;729;p32"/>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0" name="Google Shape;730;p32"/>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1" name="Google Shape;731;p32"/>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2" name="Google Shape;732;p32"/>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733" name="Google Shape;733;p32"/>
          <p:cNvGrpSpPr/>
          <p:nvPr/>
        </p:nvGrpSpPr>
        <p:grpSpPr>
          <a:xfrm>
            <a:off x="333839" y="391060"/>
            <a:ext cx="536748" cy="599601"/>
            <a:chOff x="-1981011" y="3336622"/>
            <a:chExt cx="536748" cy="599601"/>
          </a:xfrm>
        </p:grpSpPr>
        <p:sp>
          <p:nvSpPr>
            <p:cNvPr id="734" name="Google Shape;734;p32"/>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5" name="Google Shape;735;p32"/>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6" name="Google Shape;736;p32"/>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7" name="Google Shape;737;p32"/>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8" name="Google Shape;738;p32"/>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2" name="Group 1">
            <a:extLst>
              <a:ext uri="{FF2B5EF4-FFF2-40B4-BE49-F238E27FC236}">
                <a16:creationId xmlns:a16="http://schemas.microsoft.com/office/drawing/2014/main" id="{56CA9754-78CD-FBC6-6122-E275937A7114}"/>
              </a:ext>
            </a:extLst>
          </p:cNvPr>
          <p:cNvGrpSpPr/>
          <p:nvPr/>
        </p:nvGrpSpPr>
        <p:grpSpPr>
          <a:xfrm>
            <a:off x="421381" y="1236776"/>
            <a:ext cx="8479048" cy="2424827"/>
            <a:chOff x="758309" y="1563053"/>
            <a:chExt cx="13113782" cy="2500669"/>
          </a:xfrm>
        </p:grpSpPr>
        <p:sp>
          <p:nvSpPr>
            <p:cNvPr id="3" name="Text 2">
              <a:extLst>
                <a:ext uri="{FF2B5EF4-FFF2-40B4-BE49-F238E27FC236}">
                  <a16:creationId xmlns:a16="http://schemas.microsoft.com/office/drawing/2014/main" id="{94F501C7-6806-ADD7-57CF-C547CD8738E0}"/>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200" dirty="0">
                <a:latin typeface="Bahnschrift Light" panose="020B0502040204020203" pitchFamily="34" charset="0"/>
              </a:endParaRPr>
            </a:p>
          </p:txBody>
        </p:sp>
        <p:sp>
          <p:nvSpPr>
            <p:cNvPr id="4" name="Shape 3">
              <a:extLst>
                <a:ext uri="{FF2B5EF4-FFF2-40B4-BE49-F238E27FC236}">
                  <a16:creationId xmlns:a16="http://schemas.microsoft.com/office/drawing/2014/main" id="{5917BF59-D92D-7084-AC05-C8472B916FB1}"/>
                </a:ext>
              </a:extLst>
            </p:cNvPr>
            <p:cNvSpPr/>
            <p:nvPr/>
          </p:nvSpPr>
          <p:spPr>
            <a:xfrm>
              <a:off x="758309" y="2995017"/>
              <a:ext cx="13113782" cy="15240"/>
            </a:xfrm>
            <a:prstGeom prst="roundRect">
              <a:avLst>
                <a:gd name="adj" fmla="val 339601"/>
              </a:avLst>
            </a:prstGeom>
            <a:solidFill>
              <a:srgbClr val="BBC2DC"/>
            </a:solidFill>
            <a:ln/>
          </p:spPr>
        </p:sp>
        <p:sp>
          <p:nvSpPr>
            <p:cNvPr id="5" name="Shape 4">
              <a:extLst>
                <a:ext uri="{FF2B5EF4-FFF2-40B4-BE49-F238E27FC236}">
                  <a16:creationId xmlns:a16="http://schemas.microsoft.com/office/drawing/2014/main" id="{2193945D-9075-B68F-FD68-EA775F130F3A}"/>
                </a:ext>
              </a:extLst>
            </p:cNvPr>
            <p:cNvSpPr/>
            <p:nvPr/>
          </p:nvSpPr>
          <p:spPr>
            <a:xfrm>
              <a:off x="3343394" y="2625447"/>
              <a:ext cx="15240" cy="369570"/>
            </a:xfrm>
            <a:prstGeom prst="roundRect">
              <a:avLst>
                <a:gd name="adj" fmla="val 339601"/>
              </a:avLst>
            </a:prstGeom>
            <a:solidFill>
              <a:srgbClr val="BBC2DC"/>
            </a:solidFill>
            <a:ln/>
          </p:spPr>
        </p:sp>
        <p:sp>
          <p:nvSpPr>
            <p:cNvPr id="6" name="Shape 5">
              <a:extLst>
                <a:ext uri="{FF2B5EF4-FFF2-40B4-BE49-F238E27FC236}">
                  <a16:creationId xmlns:a16="http://schemas.microsoft.com/office/drawing/2014/main" id="{CFFF15F7-3868-45EE-650B-F3FAA77525CB}"/>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7" name="Text 6">
              <a:extLst>
                <a:ext uri="{FF2B5EF4-FFF2-40B4-BE49-F238E27FC236}">
                  <a16:creationId xmlns:a16="http://schemas.microsoft.com/office/drawing/2014/main" id="{112753D4-C0CC-22E6-811C-9DA0C43B8C67}"/>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1</a:t>
              </a:r>
              <a:endParaRPr lang="en-US" sz="1200" dirty="0">
                <a:latin typeface="Bahnschrift Light" panose="020B0502040204020203" pitchFamily="34" charset="0"/>
              </a:endParaRPr>
            </a:p>
          </p:txBody>
        </p:sp>
        <p:sp>
          <p:nvSpPr>
            <p:cNvPr id="8" name="Text 7">
              <a:extLst>
                <a:ext uri="{FF2B5EF4-FFF2-40B4-BE49-F238E27FC236}">
                  <a16:creationId xmlns:a16="http://schemas.microsoft.com/office/drawing/2014/main" id="{0DAD9D75-945F-7440-7A1A-A0F2C309AABD}"/>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Giai đoạn 1: Signature-based</a:t>
              </a:r>
              <a:endParaRPr lang="en-US" sz="1200" dirty="0">
                <a:latin typeface="Bahnschrift Light" panose="020B0502040204020203" pitchFamily="34" charset="0"/>
              </a:endParaRPr>
            </a:p>
          </p:txBody>
        </p:sp>
        <p:sp>
          <p:nvSpPr>
            <p:cNvPr id="9" name="Text 8">
              <a:extLst>
                <a:ext uri="{FF2B5EF4-FFF2-40B4-BE49-F238E27FC236}">
                  <a16:creationId xmlns:a16="http://schemas.microsoft.com/office/drawing/2014/main" id="{78CC828B-22E6-3615-63A5-D65272E72AD1}"/>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1200" dirty="0">
                  <a:solidFill>
                    <a:srgbClr val="3B3535"/>
                  </a:solidFill>
                  <a:latin typeface="Bahnschrift Light" panose="020B0502040204020203"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1200" dirty="0">
                <a:latin typeface="Bahnschrift Light" panose="020B0502040204020203" pitchFamily="34" charset="0"/>
              </a:endParaRPr>
            </a:p>
          </p:txBody>
        </p:sp>
        <p:sp>
          <p:nvSpPr>
            <p:cNvPr id="10" name="Shape 9">
              <a:extLst>
                <a:ext uri="{FF2B5EF4-FFF2-40B4-BE49-F238E27FC236}">
                  <a16:creationId xmlns:a16="http://schemas.microsoft.com/office/drawing/2014/main" id="{6768A82A-CFCF-72DB-9827-A235A638E76E}"/>
                </a:ext>
              </a:extLst>
            </p:cNvPr>
            <p:cNvSpPr/>
            <p:nvPr/>
          </p:nvSpPr>
          <p:spPr>
            <a:xfrm>
              <a:off x="5986105" y="2995017"/>
              <a:ext cx="15240" cy="369570"/>
            </a:xfrm>
            <a:prstGeom prst="roundRect">
              <a:avLst>
                <a:gd name="adj" fmla="val 339601"/>
              </a:avLst>
            </a:prstGeom>
            <a:solidFill>
              <a:srgbClr val="BBC2DC"/>
            </a:solidFill>
            <a:ln/>
          </p:spPr>
        </p:sp>
        <p:sp>
          <p:nvSpPr>
            <p:cNvPr id="11" name="Shape 10">
              <a:extLst>
                <a:ext uri="{FF2B5EF4-FFF2-40B4-BE49-F238E27FC236}">
                  <a16:creationId xmlns:a16="http://schemas.microsoft.com/office/drawing/2014/main" id="{92B3A148-EE83-D436-F8C8-144CBCCEC78E}"/>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12" name="Text 11">
              <a:extLst>
                <a:ext uri="{FF2B5EF4-FFF2-40B4-BE49-F238E27FC236}">
                  <a16:creationId xmlns:a16="http://schemas.microsoft.com/office/drawing/2014/main" id="{339FE62E-E8D1-DDFF-406A-890ECD6162EF}"/>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2</a:t>
              </a:r>
              <a:endParaRPr lang="en-US" sz="1200" dirty="0">
                <a:latin typeface="Bahnschrift Light" panose="020B0502040204020203" pitchFamily="34" charset="0"/>
              </a:endParaRPr>
            </a:p>
          </p:txBody>
        </p:sp>
        <p:sp>
          <p:nvSpPr>
            <p:cNvPr id="13" name="Text 12">
              <a:extLst>
                <a:ext uri="{FF2B5EF4-FFF2-40B4-BE49-F238E27FC236}">
                  <a16:creationId xmlns:a16="http://schemas.microsoft.com/office/drawing/2014/main" id="{1F669601-84C0-E3D4-F5CA-FAF47DF0E991}"/>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Giai đoạn 2: Heuristic-based</a:t>
              </a:r>
              <a:endParaRPr lang="en-US" sz="1200" dirty="0">
                <a:latin typeface="Bahnschrift Light" panose="020B0502040204020203" pitchFamily="34" charset="0"/>
              </a:endParaRPr>
            </a:p>
          </p:txBody>
        </p:sp>
        <p:sp>
          <p:nvSpPr>
            <p:cNvPr id="14" name="Text 13">
              <a:extLst>
                <a:ext uri="{FF2B5EF4-FFF2-40B4-BE49-F238E27FC236}">
                  <a16:creationId xmlns:a16="http://schemas.microsoft.com/office/drawing/2014/main" id="{E15E8555-1F2B-385A-F511-6B06A1EBF56D}"/>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1200" dirty="0">
                  <a:solidFill>
                    <a:srgbClr val="3B3535"/>
                  </a:solidFill>
                  <a:latin typeface="Bahnschrift Light" panose="020B0502040204020203"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1200" dirty="0">
                <a:latin typeface="Bahnschrift Light" panose="020B0502040204020203" pitchFamily="34" charset="0"/>
              </a:endParaRPr>
            </a:p>
          </p:txBody>
        </p:sp>
        <p:sp>
          <p:nvSpPr>
            <p:cNvPr id="15" name="Shape 14">
              <a:extLst>
                <a:ext uri="{FF2B5EF4-FFF2-40B4-BE49-F238E27FC236}">
                  <a16:creationId xmlns:a16="http://schemas.microsoft.com/office/drawing/2014/main" id="{F91FEDE9-0D56-5C1C-9561-F7F2F0003ED8}"/>
                </a:ext>
              </a:extLst>
            </p:cNvPr>
            <p:cNvSpPr/>
            <p:nvPr/>
          </p:nvSpPr>
          <p:spPr>
            <a:xfrm>
              <a:off x="8628817" y="2625447"/>
              <a:ext cx="15240" cy="369570"/>
            </a:xfrm>
            <a:prstGeom prst="roundRect">
              <a:avLst>
                <a:gd name="adj" fmla="val 339601"/>
              </a:avLst>
            </a:prstGeom>
            <a:solidFill>
              <a:srgbClr val="BBC2DC"/>
            </a:solidFill>
            <a:ln/>
          </p:spPr>
        </p:sp>
        <p:sp>
          <p:nvSpPr>
            <p:cNvPr id="16" name="Shape 15">
              <a:extLst>
                <a:ext uri="{FF2B5EF4-FFF2-40B4-BE49-F238E27FC236}">
                  <a16:creationId xmlns:a16="http://schemas.microsoft.com/office/drawing/2014/main" id="{30F73AEF-783A-465D-3D10-FAB31BA46776}"/>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17" name="Text 16">
              <a:extLst>
                <a:ext uri="{FF2B5EF4-FFF2-40B4-BE49-F238E27FC236}">
                  <a16:creationId xmlns:a16="http://schemas.microsoft.com/office/drawing/2014/main" id="{5095CCE4-EFAE-AE4D-FCE1-5E84D2B488C7}"/>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3</a:t>
              </a:r>
              <a:endParaRPr lang="en-US" sz="1200" dirty="0">
                <a:latin typeface="Bahnschrift Light" panose="020B0502040204020203" pitchFamily="34" charset="0"/>
              </a:endParaRPr>
            </a:p>
          </p:txBody>
        </p:sp>
        <p:sp>
          <p:nvSpPr>
            <p:cNvPr id="18" name="Text 17">
              <a:extLst>
                <a:ext uri="{FF2B5EF4-FFF2-40B4-BE49-F238E27FC236}">
                  <a16:creationId xmlns:a16="http://schemas.microsoft.com/office/drawing/2014/main" id="{B906D4C7-4780-42F2-6FD4-DD43674081EA}"/>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Giai đoạn 3: ML-based</a:t>
              </a:r>
              <a:endParaRPr lang="en-US" sz="1200" dirty="0">
                <a:latin typeface="Bahnschrift Light" panose="020B0502040204020203" pitchFamily="34" charset="0"/>
              </a:endParaRPr>
            </a:p>
          </p:txBody>
        </p:sp>
        <p:sp>
          <p:nvSpPr>
            <p:cNvPr id="19" name="Text 18">
              <a:extLst>
                <a:ext uri="{FF2B5EF4-FFF2-40B4-BE49-F238E27FC236}">
                  <a16:creationId xmlns:a16="http://schemas.microsoft.com/office/drawing/2014/main" id="{43E819FA-7F2E-6569-64A9-F9C4D5FEAF2A}"/>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1200" dirty="0">
                  <a:solidFill>
                    <a:srgbClr val="3B3535"/>
                  </a:solidFill>
                  <a:latin typeface="Bahnschrift Light" panose="020B0502040204020203"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1200" dirty="0">
                <a:latin typeface="Bahnschrift Light" panose="020B0502040204020203" pitchFamily="34" charset="0"/>
              </a:endParaRPr>
            </a:p>
          </p:txBody>
        </p:sp>
        <p:sp>
          <p:nvSpPr>
            <p:cNvPr id="20" name="Shape 19">
              <a:extLst>
                <a:ext uri="{FF2B5EF4-FFF2-40B4-BE49-F238E27FC236}">
                  <a16:creationId xmlns:a16="http://schemas.microsoft.com/office/drawing/2014/main" id="{74510CFA-BC55-8A38-D5E8-6B0E60830D01}"/>
                </a:ext>
              </a:extLst>
            </p:cNvPr>
            <p:cNvSpPr/>
            <p:nvPr/>
          </p:nvSpPr>
          <p:spPr>
            <a:xfrm>
              <a:off x="11271647" y="2995017"/>
              <a:ext cx="15240" cy="369570"/>
            </a:xfrm>
            <a:prstGeom prst="roundRect">
              <a:avLst>
                <a:gd name="adj" fmla="val 339601"/>
              </a:avLst>
            </a:prstGeom>
            <a:solidFill>
              <a:srgbClr val="BBC2DC"/>
            </a:solidFill>
            <a:ln/>
          </p:spPr>
        </p:sp>
        <p:sp>
          <p:nvSpPr>
            <p:cNvPr id="21" name="Shape 20">
              <a:extLst>
                <a:ext uri="{FF2B5EF4-FFF2-40B4-BE49-F238E27FC236}">
                  <a16:creationId xmlns:a16="http://schemas.microsoft.com/office/drawing/2014/main" id="{C4E0B352-6ABB-5ADE-23E3-255DD2DC6E5E}"/>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22" name="Text 21">
              <a:extLst>
                <a:ext uri="{FF2B5EF4-FFF2-40B4-BE49-F238E27FC236}">
                  <a16:creationId xmlns:a16="http://schemas.microsoft.com/office/drawing/2014/main" id="{23C34992-DAE6-E140-EEC7-FDB4A52E09F4}"/>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4</a:t>
              </a:r>
              <a:endParaRPr lang="en-US" sz="1200" dirty="0">
                <a:latin typeface="Bahnschrift Light" panose="020B0502040204020203" pitchFamily="34" charset="0"/>
              </a:endParaRPr>
            </a:p>
          </p:txBody>
        </p:sp>
        <p:sp>
          <p:nvSpPr>
            <p:cNvPr id="23" name="Text 22">
              <a:extLst>
                <a:ext uri="{FF2B5EF4-FFF2-40B4-BE49-F238E27FC236}">
                  <a16:creationId xmlns:a16="http://schemas.microsoft.com/office/drawing/2014/main" id="{91CBEDAE-BADA-0A17-A3D2-097393CC01D1}"/>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00" dirty="0">
                  <a:solidFill>
                    <a:srgbClr val="3B3535"/>
                  </a:solidFill>
                  <a:latin typeface="Bahnschrift Light" panose="020B0502040204020203" pitchFamily="34" charset="0"/>
                  <a:ea typeface="Alexandria Semi Bold" pitchFamily="34" charset="-122"/>
                  <a:cs typeface="Alexandria Semi Bold" pitchFamily="34" charset="-120"/>
                </a:rPr>
                <a:t>Giai đoạn 4: AI-based</a:t>
              </a:r>
              <a:endParaRPr lang="en-US" sz="1200" dirty="0">
                <a:latin typeface="Bahnschrift Light" panose="020B0502040204020203" pitchFamily="34" charset="0"/>
              </a:endParaRPr>
            </a:p>
          </p:txBody>
        </p:sp>
        <p:sp>
          <p:nvSpPr>
            <p:cNvPr id="24" name="Text 23">
              <a:extLst>
                <a:ext uri="{FF2B5EF4-FFF2-40B4-BE49-F238E27FC236}">
                  <a16:creationId xmlns:a16="http://schemas.microsoft.com/office/drawing/2014/main" id="{B3DF7A56-5BA9-BEE8-1460-C14DE388A606}"/>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1200" dirty="0">
                  <a:solidFill>
                    <a:srgbClr val="3B3535"/>
                  </a:solidFill>
                  <a:latin typeface="Bahnschrift Light" panose="020B0502040204020203"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1200" dirty="0">
                <a:latin typeface="Bahnschrift Light" panose="020B0502040204020203" pitchFamily="34" charset="0"/>
              </a:endParaRPr>
            </a:p>
          </p:txBody>
        </p:sp>
      </p:grpSp>
      <p:sp>
        <p:nvSpPr>
          <p:cNvPr id="25" name="Google Shape;673;p32">
            <a:extLst>
              <a:ext uri="{FF2B5EF4-FFF2-40B4-BE49-F238E27FC236}">
                <a16:creationId xmlns:a16="http://schemas.microsoft.com/office/drawing/2014/main" id="{8C63CE40-47BB-0861-3C42-C5038618E888}"/>
              </a:ext>
            </a:extLst>
          </p:cNvPr>
          <p:cNvSpPr txBox="1">
            <a:spLocks/>
          </p:cNvSpPr>
          <p:nvPr/>
        </p:nvSpPr>
        <p:spPr>
          <a:xfrm>
            <a:off x="2980707" y="-1023413"/>
            <a:ext cx="5865916"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en-US">
                <a:solidFill>
                  <a:schemeClr val="lt2"/>
                </a:solidFill>
                <a:latin typeface="Bahnschrift Condensed" panose="020B0502040204020203" pitchFamily="34" charset="0"/>
              </a:rPr>
              <a:t>MẠNH &amp; YẾU</a:t>
            </a:r>
            <a:endParaRPr lang="en-US" dirty="0">
              <a:solidFill>
                <a:schemeClr val="lt2"/>
              </a:solidFill>
              <a:latin typeface="Bahnschrift Condensed" panose="020B0502040204020203" pitchFamily="34" charset="0"/>
            </a:endParaRPr>
          </a:p>
        </p:txBody>
      </p:sp>
      <p:cxnSp>
        <p:nvCxnSpPr>
          <p:cNvPr id="26" name="Straight Connector 25">
            <a:extLst>
              <a:ext uri="{FF2B5EF4-FFF2-40B4-BE49-F238E27FC236}">
                <a16:creationId xmlns:a16="http://schemas.microsoft.com/office/drawing/2014/main" id="{2DF324E1-3A93-1DDE-AAB4-8B7206524843}"/>
              </a:ext>
            </a:extLst>
          </p:cNvPr>
          <p:cNvCxnSpPr/>
          <p:nvPr/>
        </p:nvCxnSpPr>
        <p:spPr>
          <a:xfrm>
            <a:off x="4272400" y="-4696671"/>
            <a:ext cx="0" cy="3098800"/>
          </a:xfrm>
          <a:prstGeom prst="line">
            <a:avLst/>
          </a:prstGeom>
        </p:spPr>
        <p:style>
          <a:lnRef idx="2">
            <a:schemeClr val="dk1"/>
          </a:lnRef>
          <a:fillRef idx="0">
            <a:schemeClr val="dk1"/>
          </a:fillRef>
          <a:effectRef idx="1">
            <a:schemeClr val="dk1"/>
          </a:effectRef>
          <a:fontRef idx="minor">
            <a:schemeClr val="tx1"/>
          </a:fontRef>
        </p:style>
      </p:cxnSp>
      <p:sp>
        <p:nvSpPr>
          <p:cNvPr id="27" name="Rectangle: Rounded Corners 26">
            <a:extLst>
              <a:ext uri="{FF2B5EF4-FFF2-40B4-BE49-F238E27FC236}">
                <a16:creationId xmlns:a16="http://schemas.microsoft.com/office/drawing/2014/main" id="{01754B02-DE6A-A2D5-5381-C24622CF2079}"/>
              </a:ext>
            </a:extLst>
          </p:cNvPr>
          <p:cNvSpPr/>
          <p:nvPr/>
        </p:nvSpPr>
        <p:spPr>
          <a:xfrm>
            <a:off x="-3836850" y="1634454"/>
            <a:ext cx="2971687" cy="18745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873D13ED-C234-5C19-FC52-E8919AB9B472}"/>
              </a:ext>
            </a:extLst>
          </p:cNvPr>
          <p:cNvSpPr txBox="1"/>
          <p:nvPr/>
        </p:nvSpPr>
        <p:spPr>
          <a:xfrm>
            <a:off x="-3773120" y="1856348"/>
            <a:ext cx="2895600" cy="1384995"/>
          </a:xfrm>
          <a:prstGeom prst="rect">
            <a:avLst/>
          </a:prstGeom>
          <a:noFill/>
        </p:spPr>
        <p:txBody>
          <a:bodyPr wrap="square" rtlCol="0">
            <a:spAutoFit/>
          </a:bodyPr>
          <a:lstStyle/>
          <a:p>
            <a:r>
              <a:rPr lang="vi-VN" dirty="0">
                <a:latin typeface="Bahnschrift Condensed" panose="020B0502040204020203" pitchFamily="34" charset="0"/>
              </a:rPr>
              <a:t>Phát hiện tấn công Zero-day mà chưa có signature</a:t>
            </a:r>
          </a:p>
          <a:p>
            <a:r>
              <a:rPr lang="vi-VN" dirty="0">
                <a:latin typeface="Bahnschrift Condensed" panose="020B0502040204020203" pitchFamily="34" charset="0"/>
              </a:rPr>
              <a:t>Giảm tỷ lệ dương tính giả bằng học có giám sát</a:t>
            </a:r>
          </a:p>
          <a:p>
            <a:r>
              <a:rPr lang="vi-VN" dirty="0">
                <a:latin typeface="Bahnschrift Condensed" panose="020B0502040204020203" pitchFamily="34" charset="0"/>
              </a:rPr>
              <a:t>Xử lý dữ liệu đa chiều và phức tạp</a:t>
            </a:r>
          </a:p>
          <a:p>
            <a:r>
              <a:rPr lang="vi-VN" dirty="0">
                <a:latin typeface="Bahnschrift Condensed" panose="020B0502040204020203" pitchFamily="34" charset="0"/>
              </a:rPr>
              <a:t>Tự động cập nhật mô hình với dữ liệu mới</a:t>
            </a:r>
            <a:endParaRPr lang="en-US" dirty="0">
              <a:latin typeface="Bahnschrift Condensed" panose="020B0502040204020203" pitchFamily="34" charset="0"/>
            </a:endParaRPr>
          </a:p>
        </p:txBody>
      </p:sp>
      <p:sp>
        <p:nvSpPr>
          <p:cNvPr id="29" name="Rectangle: Rounded Corners 28">
            <a:extLst>
              <a:ext uri="{FF2B5EF4-FFF2-40B4-BE49-F238E27FC236}">
                <a16:creationId xmlns:a16="http://schemas.microsoft.com/office/drawing/2014/main" id="{C504E21D-F947-F725-0FAE-6630EC26F95D}"/>
              </a:ext>
            </a:extLst>
          </p:cNvPr>
          <p:cNvSpPr/>
          <p:nvPr/>
        </p:nvSpPr>
        <p:spPr>
          <a:xfrm>
            <a:off x="10420348" y="1588572"/>
            <a:ext cx="2971687" cy="187459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0" name="TextBox 29">
            <a:extLst>
              <a:ext uri="{FF2B5EF4-FFF2-40B4-BE49-F238E27FC236}">
                <a16:creationId xmlns:a16="http://schemas.microsoft.com/office/drawing/2014/main" id="{C6FC0819-3C25-A357-1173-1550C4F66337}"/>
              </a:ext>
            </a:extLst>
          </p:cNvPr>
          <p:cNvSpPr txBox="1"/>
          <p:nvPr/>
        </p:nvSpPr>
        <p:spPr>
          <a:xfrm>
            <a:off x="10496435" y="1792701"/>
            <a:ext cx="2895600" cy="1384995"/>
          </a:xfrm>
          <a:prstGeom prst="rect">
            <a:avLst/>
          </a:prstGeom>
          <a:noFill/>
        </p:spPr>
        <p:txBody>
          <a:bodyPr wrap="square" rtlCol="0">
            <a:spAutoFit/>
          </a:bodyPr>
          <a:lstStyle/>
          <a:p>
            <a:r>
              <a:rPr lang="vi-VN" dirty="0">
                <a:latin typeface="Bahnschrift Condensed" panose="020B0502040204020203" pitchFamily="34" charset="0"/>
              </a:rPr>
              <a:t>Cần lượng dữ liệu huấn luyện lớn và chất lượng</a:t>
            </a:r>
          </a:p>
          <a:p>
            <a:r>
              <a:rPr lang="vi-VN" dirty="0">
                <a:latin typeface="Bahnschrift Condensed" panose="020B0502040204020203" pitchFamily="34" charset="0"/>
              </a:rPr>
              <a:t>Quá trình huấn luyện tốn tài nguyên tính toán</a:t>
            </a:r>
          </a:p>
          <a:p>
            <a:r>
              <a:rPr lang="vi-VN" dirty="0">
                <a:latin typeface="Bahnschrift Condensed" panose="020B0502040204020203" pitchFamily="34" charset="0"/>
              </a:rPr>
              <a:t>Khó giải thích kết quả (Black-box problem)</a:t>
            </a:r>
          </a:p>
          <a:p>
            <a:r>
              <a:rPr lang="vi-VN" dirty="0">
                <a:latin typeface="Bahnschrift Condensed" panose="020B0502040204020203" pitchFamily="34" charset="0"/>
              </a:rPr>
              <a:t>Có thể bị đánh lừa bằng adversarial attacks</a:t>
            </a:r>
          </a:p>
          <a:p>
            <a:r>
              <a:rPr lang="vi-VN" dirty="0">
                <a:latin typeface="Bahnschrift Condensed" panose="020B0502040204020203" pitchFamily="34" charset="0"/>
              </a:rPr>
              <a:t>Yêu cầu chuyên môn cao để triển khai</a:t>
            </a:r>
            <a:endParaRPr lang="en-US" dirty="0">
              <a:latin typeface="Bahnschrift Condensed" panose="020B0502040204020203" pitchFamily="34" charset="0"/>
            </a:endParaRPr>
          </a:p>
        </p:txBody>
      </p:sp>
      <p:sp>
        <p:nvSpPr>
          <p:cNvPr id="31" name="Google Shape;673;p32">
            <a:extLst>
              <a:ext uri="{FF2B5EF4-FFF2-40B4-BE49-F238E27FC236}">
                <a16:creationId xmlns:a16="http://schemas.microsoft.com/office/drawing/2014/main" id="{AD464833-894D-7486-6D11-B675139152F1}"/>
              </a:ext>
            </a:extLst>
          </p:cNvPr>
          <p:cNvSpPr txBox="1">
            <a:spLocks/>
          </p:cNvSpPr>
          <p:nvPr/>
        </p:nvSpPr>
        <p:spPr>
          <a:xfrm>
            <a:off x="9144000" y="1856348"/>
            <a:ext cx="3589528"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vi-VN" sz="1200" dirty="0">
                <a:solidFill>
                  <a:schemeClr val="accent1"/>
                </a:solidFill>
                <a:latin typeface="Bahnschrift" panose="020B0502040204020203" pitchFamily="34" charset="0"/>
              </a:rPr>
              <a:t>Học có giám sát (Supervised Learning): Máy học từ dữ liệu đã được dán nhãn (có đáp án sẵn).</a:t>
            </a:r>
          </a:p>
          <a:p>
            <a:r>
              <a:rPr lang="vi-VN" sz="1200" i="1" dirty="0">
                <a:solidFill>
                  <a:schemeClr val="accent1"/>
                </a:solidFill>
                <a:latin typeface="Bahnschrift" panose="020B0502040204020203" pitchFamily="34" charset="0"/>
              </a:rPr>
              <a:t>Ví dụ:</a:t>
            </a:r>
            <a:r>
              <a:rPr lang="vi-VN" sz="1200" dirty="0">
                <a:solidFill>
                  <a:schemeClr val="accent1"/>
                </a:solidFill>
                <a:latin typeface="Bahnschrift" panose="020B0502040204020203" pitchFamily="34" charset="0"/>
              </a:rPr>
              <a:t> Đưa ảnh chụp X-quang và chỉ cho máy biết cái nào là "Ung thư", cái nào "Bình thường". Sau này máy tự chẩn đoán ảnh mới.</a:t>
            </a:r>
          </a:p>
          <a:p>
            <a:endParaRPr lang="en-US" sz="1200" dirty="0">
              <a:solidFill>
                <a:schemeClr val="accent1"/>
              </a:solidFill>
              <a:latin typeface="Bahnschrift" panose="020B0502040204020203" pitchFamily="34" charset="0"/>
            </a:endParaRPr>
          </a:p>
        </p:txBody>
      </p:sp>
      <p:cxnSp>
        <p:nvCxnSpPr>
          <p:cNvPr id="32" name="Straight Arrow Connector 31">
            <a:extLst>
              <a:ext uri="{FF2B5EF4-FFF2-40B4-BE49-F238E27FC236}">
                <a16:creationId xmlns:a16="http://schemas.microsoft.com/office/drawing/2014/main" id="{BDEEDBA3-3979-C9DD-6802-2162109983DF}"/>
              </a:ext>
            </a:extLst>
          </p:cNvPr>
          <p:cNvCxnSpPr>
            <a:cxnSpLocks/>
          </p:cNvCxnSpPr>
          <p:nvPr/>
        </p:nvCxnSpPr>
        <p:spPr>
          <a:xfrm>
            <a:off x="9582081" y="2376501"/>
            <a:ext cx="16765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0942EC87-6952-8901-7B09-09FA131F6F9E}"/>
            </a:ext>
          </a:extLst>
        </p:cNvPr>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781D1542-7BCC-639D-3775-5BC766A31F53}"/>
              </a:ext>
            </a:extLst>
          </p:cNvPr>
          <p:cNvSpPr/>
          <p:nvPr/>
        </p:nvSpPr>
        <p:spPr>
          <a:xfrm>
            <a:off x="4853667" y="1473027"/>
            <a:ext cx="2971687" cy="187459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0" name="Rectangle: Rounded Corners 29">
            <a:extLst>
              <a:ext uri="{FF2B5EF4-FFF2-40B4-BE49-F238E27FC236}">
                <a16:creationId xmlns:a16="http://schemas.microsoft.com/office/drawing/2014/main" id="{BBAB38EE-3C3A-6E47-CCD6-9DB1E5D9DD28}"/>
              </a:ext>
            </a:extLst>
          </p:cNvPr>
          <p:cNvSpPr/>
          <p:nvPr/>
        </p:nvSpPr>
        <p:spPr>
          <a:xfrm>
            <a:off x="803389" y="1473027"/>
            <a:ext cx="2971687" cy="18745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pic>
        <p:nvPicPr>
          <p:cNvPr id="672" name="Google Shape;672;p32">
            <a:extLst>
              <a:ext uri="{FF2B5EF4-FFF2-40B4-BE49-F238E27FC236}">
                <a16:creationId xmlns:a16="http://schemas.microsoft.com/office/drawing/2014/main" id="{F9888236-8458-4E97-DB48-F1768DC03103}"/>
              </a:ext>
            </a:extLst>
          </p:cNvPr>
          <p:cNvPicPr preferRelativeResize="0"/>
          <p:nvPr/>
        </p:nvPicPr>
        <p:blipFill rotWithShape="1">
          <a:blip r:embed="rId3">
            <a:alphaModFix/>
          </a:blip>
          <a:srcRect l="48461" t="-1107" r="2177" b="1107"/>
          <a:stretch>
            <a:fillRect/>
          </a:stretch>
        </p:blipFill>
        <p:spPr>
          <a:xfrm>
            <a:off x="10166235" y="733775"/>
            <a:ext cx="3225800" cy="36759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73" name="Google Shape;673;p32">
            <a:extLst>
              <a:ext uri="{FF2B5EF4-FFF2-40B4-BE49-F238E27FC236}">
                <a16:creationId xmlns:a16="http://schemas.microsoft.com/office/drawing/2014/main" id="{E60FFE54-493E-EC23-A172-ADDE07D91083}"/>
              </a:ext>
            </a:extLst>
          </p:cNvPr>
          <p:cNvSpPr txBox="1">
            <a:spLocks noGrp="1"/>
          </p:cNvSpPr>
          <p:nvPr>
            <p:ph type="title"/>
          </p:nvPr>
        </p:nvSpPr>
        <p:spPr>
          <a:xfrm>
            <a:off x="3117185" y="218533"/>
            <a:ext cx="5865916" cy="84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latin typeface="Bahnschrift Condensed" panose="020B0502040204020203" pitchFamily="34" charset="0"/>
              </a:rPr>
              <a:t>MẠNH &amp; YẾU</a:t>
            </a:r>
            <a:endParaRPr dirty="0">
              <a:solidFill>
                <a:schemeClr val="lt2"/>
              </a:solidFill>
              <a:latin typeface="Bahnschrift Condensed" panose="020B0502040204020203" pitchFamily="34" charset="0"/>
            </a:endParaRPr>
          </a:p>
        </p:txBody>
      </p:sp>
      <p:sp>
        <p:nvSpPr>
          <p:cNvPr id="674" name="Google Shape;674;p32">
            <a:extLst>
              <a:ext uri="{FF2B5EF4-FFF2-40B4-BE49-F238E27FC236}">
                <a16:creationId xmlns:a16="http://schemas.microsoft.com/office/drawing/2014/main" id="{D11579DB-9238-B78E-76C8-CD346357D0B7}"/>
              </a:ext>
            </a:extLst>
          </p:cNvPr>
          <p:cNvSpPr txBox="1">
            <a:spLocks noGrp="1"/>
          </p:cNvSpPr>
          <p:nvPr>
            <p:ph type="subTitle" idx="1"/>
          </p:nvPr>
        </p:nvSpPr>
        <p:spPr>
          <a:xfrm>
            <a:off x="526578" y="6488212"/>
            <a:ext cx="4150700" cy="1974900"/>
          </a:xfrm>
          <a:prstGeom prst="rect">
            <a:avLst/>
          </a:prstGeom>
        </p:spPr>
        <p:txBody>
          <a:bodyPr spcFirstLastPara="1" wrap="square" lIns="91425" tIns="91425" rIns="91425" bIns="91425" anchor="t" anchorCtr="0">
            <a:noAutofit/>
          </a:bodyPr>
          <a:lstStyle/>
          <a:p>
            <a:pPr marL="0" lvl="0" indent="0"/>
            <a:r>
              <a:rPr lang="vi-VN" dirty="0"/>
              <a:t>Việc ứng dụng Học máy (Machine Learning) vào Hệ thống phát hiện xâm nhập (Intrusion Detection System - IDS) đánh dấu bước chuyển mình quan trọng trong lĩnh vực an ninh mạng. Thay vì dựa hoàn toàn vào các tập luật cố định do con người định nghĩa, ML cho phép hệ thống tự động học hỏi và nhận diện các mẫu hành vi bất thường từ lượng lớn dữ liệu lịch sử.</a:t>
            </a:r>
            <a:endParaRPr dirty="0"/>
          </a:p>
        </p:txBody>
      </p:sp>
      <p:sp>
        <p:nvSpPr>
          <p:cNvPr id="675" name="Google Shape;675;p32">
            <a:extLst>
              <a:ext uri="{FF2B5EF4-FFF2-40B4-BE49-F238E27FC236}">
                <a16:creationId xmlns:a16="http://schemas.microsoft.com/office/drawing/2014/main" id="{EE065514-A097-74F3-2B2D-4246A53DECCD}"/>
              </a:ext>
            </a:extLst>
          </p:cNvPr>
          <p:cNvSpPr/>
          <p:nvPr/>
        </p:nvSpPr>
        <p:spPr>
          <a:xfrm>
            <a:off x="-381387" y="1477207"/>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a:extLst>
              <a:ext uri="{FF2B5EF4-FFF2-40B4-BE49-F238E27FC236}">
                <a16:creationId xmlns:a16="http://schemas.microsoft.com/office/drawing/2014/main" id="{0F1180E6-B4E2-25B6-DA9A-0602DF45E6E5}"/>
              </a:ext>
            </a:extLst>
          </p:cNvPr>
          <p:cNvSpPr/>
          <p:nvPr/>
        </p:nvSpPr>
        <p:spPr>
          <a:xfrm>
            <a:off x="-372712" y="1384598"/>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32">
            <a:extLst>
              <a:ext uri="{FF2B5EF4-FFF2-40B4-BE49-F238E27FC236}">
                <a16:creationId xmlns:a16="http://schemas.microsoft.com/office/drawing/2014/main" id="{07D3E341-2C61-FACD-0BD0-E36FB6415917}"/>
              </a:ext>
            </a:extLst>
          </p:cNvPr>
          <p:cNvGrpSpPr/>
          <p:nvPr/>
        </p:nvGrpSpPr>
        <p:grpSpPr>
          <a:xfrm>
            <a:off x="-1457528" y="976532"/>
            <a:ext cx="1114126" cy="970524"/>
            <a:chOff x="4870700" y="341075"/>
            <a:chExt cx="1114126" cy="970524"/>
          </a:xfrm>
        </p:grpSpPr>
        <p:sp>
          <p:nvSpPr>
            <p:cNvPr id="678" name="Google Shape;678;p32">
              <a:extLst>
                <a:ext uri="{FF2B5EF4-FFF2-40B4-BE49-F238E27FC236}">
                  <a16:creationId xmlns:a16="http://schemas.microsoft.com/office/drawing/2014/main" id="{46049B1D-12EB-B3B4-95D3-E47D26284F21}"/>
                </a:ext>
              </a:extLst>
            </p:cNvPr>
            <p:cNvSpPr/>
            <p:nvPr/>
          </p:nvSpPr>
          <p:spPr>
            <a:xfrm>
              <a:off x="4870700" y="341075"/>
              <a:ext cx="964196" cy="903003"/>
            </a:xfrm>
            <a:custGeom>
              <a:avLst/>
              <a:gdLst/>
              <a:ahLst/>
              <a:cxnLst/>
              <a:rect l="l" t="t" r="r" b="b"/>
              <a:pathLst>
                <a:path w="8225" h="7703" extrusionOk="0">
                  <a:moveTo>
                    <a:pt x="5985" y="1"/>
                  </a:moveTo>
                  <a:cubicBezTo>
                    <a:pt x="5869" y="1"/>
                    <a:pt x="5741" y="38"/>
                    <a:pt x="5606" y="115"/>
                  </a:cubicBezTo>
                  <a:cubicBezTo>
                    <a:pt x="5263" y="314"/>
                    <a:pt x="4962" y="730"/>
                    <a:pt x="4796" y="1191"/>
                  </a:cubicBezTo>
                  <a:cubicBezTo>
                    <a:pt x="4621" y="793"/>
                    <a:pt x="4314" y="570"/>
                    <a:pt x="3935" y="570"/>
                  </a:cubicBezTo>
                  <a:cubicBezTo>
                    <a:pt x="3730" y="570"/>
                    <a:pt x="3505" y="635"/>
                    <a:pt x="3268" y="772"/>
                  </a:cubicBezTo>
                  <a:cubicBezTo>
                    <a:pt x="2373" y="1288"/>
                    <a:pt x="1644" y="2638"/>
                    <a:pt x="1586" y="3844"/>
                  </a:cubicBezTo>
                  <a:cubicBezTo>
                    <a:pt x="1497" y="3870"/>
                    <a:pt x="1405" y="3909"/>
                    <a:pt x="1310" y="3963"/>
                  </a:cubicBezTo>
                  <a:cubicBezTo>
                    <a:pt x="588" y="4381"/>
                    <a:pt x="1" y="5502"/>
                    <a:pt x="1" y="6468"/>
                  </a:cubicBezTo>
                  <a:cubicBezTo>
                    <a:pt x="1" y="6989"/>
                    <a:pt x="172" y="7358"/>
                    <a:pt x="445" y="7521"/>
                  </a:cubicBezTo>
                  <a:cubicBezTo>
                    <a:pt x="547" y="7583"/>
                    <a:pt x="664" y="7615"/>
                    <a:pt x="791" y="7615"/>
                  </a:cubicBezTo>
                  <a:cubicBezTo>
                    <a:pt x="950" y="7615"/>
                    <a:pt x="1126" y="7565"/>
                    <a:pt x="1310" y="7458"/>
                  </a:cubicBezTo>
                  <a:cubicBezTo>
                    <a:pt x="1566" y="7311"/>
                    <a:pt x="1803" y="7076"/>
                    <a:pt x="2004" y="6792"/>
                  </a:cubicBezTo>
                  <a:cubicBezTo>
                    <a:pt x="2048" y="7365"/>
                    <a:pt x="2337" y="7702"/>
                    <a:pt x="2735" y="7702"/>
                  </a:cubicBezTo>
                  <a:cubicBezTo>
                    <a:pt x="2884" y="7702"/>
                    <a:pt x="3047" y="7656"/>
                    <a:pt x="3219" y="7556"/>
                  </a:cubicBezTo>
                  <a:cubicBezTo>
                    <a:pt x="3657" y="7303"/>
                    <a:pt x="4040" y="6774"/>
                    <a:pt x="4256" y="6187"/>
                  </a:cubicBezTo>
                  <a:cubicBezTo>
                    <a:pt x="4383" y="6340"/>
                    <a:pt x="4553" y="6423"/>
                    <a:pt x="4750" y="6423"/>
                  </a:cubicBezTo>
                  <a:cubicBezTo>
                    <a:pt x="4898" y="6423"/>
                    <a:pt x="5061" y="6376"/>
                    <a:pt x="5233" y="6277"/>
                  </a:cubicBezTo>
                  <a:cubicBezTo>
                    <a:pt x="5817" y="5939"/>
                    <a:pt x="6306" y="5109"/>
                    <a:pt x="6425" y="4309"/>
                  </a:cubicBezTo>
                  <a:cubicBezTo>
                    <a:pt x="6430" y="4309"/>
                    <a:pt x="6436" y="4309"/>
                    <a:pt x="6441" y="4309"/>
                  </a:cubicBezTo>
                  <a:cubicBezTo>
                    <a:pt x="6597" y="4309"/>
                    <a:pt x="6768" y="4261"/>
                    <a:pt x="6947" y="4157"/>
                  </a:cubicBezTo>
                  <a:cubicBezTo>
                    <a:pt x="7652" y="3750"/>
                    <a:pt x="8223" y="2659"/>
                    <a:pt x="8223" y="1720"/>
                  </a:cubicBezTo>
                  <a:cubicBezTo>
                    <a:pt x="8224" y="1020"/>
                    <a:pt x="7907" y="602"/>
                    <a:pt x="7454" y="602"/>
                  </a:cubicBezTo>
                  <a:cubicBezTo>
                    <a:pt x="7299" y="602"/>
                    <a:pt x="7128" y="651"/>
                    <a:pt x="6947" y="755"/>
                  </a:cubicBezTo>
                  <a:cubicBezTo>
                    <a:pt x="6806" y="837"/>
                    <a:pt x="6669" y="949"/>
                    <a:pt x="6542" y="1079"/>
                  </a:cubicBezTo>
                  <a:cubicBezTo>
                    <a:pt x="6552" y="997"/>
                    <a:pt x="6559" y="915"/>
                    <a:pt x="6559" y="835"/>
                  </a:cubicBezTo>
                  <a:cubicBezTo>
                    <a:pt x="6559" y="313"/>
                    <a:pt x="6323" y="1"/>
                    <a:pt x="59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79" name="Google Shape;679;p32">
              <a:extLst>
                <a:ext uri="{FF2B5EF4-FFF2-40B4-BE49-F238E27FC236}">
                  <a16:creationId xmlns:a16="http://schemas.microsoft.com/office/drawing/2014/main" id="{B25EE56F-155B-8064-8762-11171C14614F}"/>
                </a:ext>
              </a:extLst>
            </p:cNvPr>
            <p:cNvSpPr/>
            <p:nvPr/>
          </p:nvSpPr>
          <p:spPr>
            <a:xfrm>
              <a:off x="4922749" y="1197415"/>
              <a:ext cx="59552" cy="59669"/>
            </a:xfrm>
            <a:custGeom>
              <a:avLst/>
              <a:gdLst/>
              <a:ahLst/>
              <a:cxnLst/>
              <a:rect l="l" t="t" r="r" b="b"/>
              <a:pathLst>
                <a:path w="508" h="509" extrusionOk="0">
                  <a:moveTo>
                    <a:pt x="460" y="0"/>
                  </a:moveTo>
                  <a:lnTo>
                    <a:pt x="1" y="216"/>
                  </a:lnTo>
                  <a:lnTo>
                    <a:pt x="507" y="508"/>
                  </a:lnTo>
                  <a:lnTo>
                    <a:pt x="46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0" name="Google Shape;680;p32">
              <a:extLst>
                <a:ext uri="{FF2B5EF4-FFF2-40B4-BE49-F238E27FC236}">
                  <a16:creationId xmlns:a16="http://schemas.microsoft.com/office/drawing/2014/main" id="{1E47473D-533D-2FE1-A8B3-51547E08B567}"/>
                </a:ext>
              </a:extLst>
            </p:cNvPr>
            <p:cNvSpPr/>
            <p:nvPr/>
          </p:nvSpPr>
          <p:spPr>
            <a:xfrm>
              <a:off x="5153803" y="1208786"/>
              <a:ext cx="59552" cy="59552"/>
            </a:xfrm>
            <a:custGeom>
              <a:avLst/>
              <a:gdLst/>
              <a:ahLst/>
              <a:cxnLst/>
              <a:rect l="l" t="t" r="r" b="b"/>
              <a:pathLst>
                <a:path w="508" h="508" extrusionOk="0">
                  <a:moveTo>
                    <a:pt x="461" y="0"/>
                  </a:moveTo>
                  <a:lnTo>
                    <a:pt x="0"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1" name="Google Shape;681;p32">
              <a:extLst>
                <a:ext uri="{FF2B5EF4-FFF2-40B4-BE49-F238E27FC236}">
                  <a16:creationId xmlns:a16="http://schemas.microsoft.com/office/drawing/2014/main" id="{BD92F448-9A23-B53A-4E87-EFA238B2D903}"/>
                </a:ext>
              </a:extLst>
            </p:cNvPr>
            <p:cNvSpPr/>
            <p:nvPr/>
          </p:nvSpPr>
          <p:spPr>
            <a:xfrm>
              <a:off x="5386732" y="1056977"/>
              <a:ext cx="59669" cy="59669"/>
            </a:xfrm>
            <a:custGeom>
              <a:avLst/>
              <a:gdLst/>
              <a:ahLst/>
              <a:cxnLst/>
              <a:rect l="l" t="t" r="r" b="b"/>
              <a:pathLst>
                <a:path w="509" h="509" extrusionOk="0">
                  <a:moveTo>
                    <a:pt x="461" y="0"/>
                  </a:moveTo>
                  <a:lnTo>
                    <a:pt x="1" y="216"/>
                  </a:lnTo>
                  <a:lnTo>
                    <a:pt x="508" y="508"/>
                  </a:lnTo>
                  <a:lnTo>
                    <a:pt x="46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2" name="Google Shape;682;p32">
              <a:extLst>
                <a:ext uri="{FF2B5EF4-FFF2-40B4-BE49-F238E27FC236}">
                  <a16:creationId xmlns:a16="http://schemas.microsoft.com/office/drawing/2014/main" id="{4E8F6196-F931-0852-6388-81BB42F14D80}"/>
                </a:ext>
              </a:extLst>
            </p:cNvPr>
            <p:cNvSpPr/>
            <p:nvPr/>
          </p:nvSpPr>
          <p:spPr>
            <a:xfrm>
              <a:off x="5383684" y="421727"/>
              <a:ext cx="48298" cy="46188"/>
            </a:xfrm>
            <a:custGeom>
              <a:avLst/>
              <a:gdLst/>
              <a:ahLst/>
              <a:cxnLst/>
              <a:rect l="l" t="t" r="r" b="b"/>
              <a:pathLst>
                <a:path w="412" h="394" extrusionOk="0">
                  <a:moveTo>
                    <a:pt x="1" y="1"/>
                  </a:moveTo>
                  <a:lnTo>
                    <a:pt x="104" y="394"/>
                  </a:lnTo>
                  <a:lnTo>
                    <a:pt x="412" y="240"/>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3" name="Google Shape;683;p32">
              <a:extLst>
                <a:ext uri="{FF2B5EF4-FFF2-40B4-BE49-F238E27FC236}">
                  <a16:creationId xmlns:a16="http://schemas.microsoft.com/office/drawing/2014/main" id="{557CB1E6-AD6D-A050-F886-E80649503939}"/>
                </a:ext>
              </a:extLst>
            </p:cNvPr>
            <p:cNvSpPr/>
            <p:nvPr/>
          </p:nvSpPr>
          <p:spPr>
            <a:xfrm>
              <a:off x="5598092" y="347171"/>
              <a:ext cx="52166" cy="46305"/>
            </a:xfrm>
            <a:custGeom>
              <a:avLst/>
              <a:gdLst/>
              <a:ahLst/>
              <a:cxnLst/>
              <a:rect l="l" t="t" r="r" b="b"/>
              <a:pathLst>
                <a:path w="445" h="395" extrusionOk="0">
                  <a:moveTo>
                    <a:pt x="0" y="0"/>
                  </a:moveTo>
                  <a:lnTo>
                    <a:pt x="105" y="394"/>
                  </a:lnTo>
                  <a:lnTo>
                    <a:pt x="444" y="259"/>
                  </a:lnTo>
                  <a:lnTo>
                    <a:pt x="0" y="0"/>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4" name="Google Shape;684;p32">
              <a:extLst>
                <a:ext uri="{FF2B5EF4-FFF2-40B4-BE49-F238E27FC236}">
                  <a16:creationId xmlns:a16="http://schemas.microsoft.com/office/drawing/2014/main" id="{51602015-8CE7-1C82-823C-74A2363115B3}"/>
                </a:ext>
              </a:extLst>
            </p:cNvPr>
            <p:cNvSpPr/>
            <p:nvPr/>
          </p:nvSpPr>
          <p:spPr>
            <a:xfrm>
              <a:off x="5782724" y="421727"/>
              <a:ext cx="52166" cy="46188"/>
            </a:xfrm>
            <a:custGeom>
              <a:avLst/>
              <a:gdLst/>
              <a:ahLst/>
              <a:cxnLst/>
              <a:rect l="l" t="t" r="r" b="b"/>
              <a:pathLst>
                <a:path w="445" h="394" extrusionOk="0">
                  <a:moveTo>
                    <a:pt x="1" y="1"/>
                  </a:moveTo>
                  <a:lnTo>
                    <a:pt x="105" y="394"/>
                  </a:lnTo>
                  <a:lnTo>
                    <a:pt x="444" y="258"/>
                  </a:lnTo>
                  <a:lnTo>
                    <a:pt x="1" y="1"/>
                  </a:lnTo>
                  <a:close/>
                </a:path>
              </a:pathLst>
            </a:custGeom>
            <a:solidFill>
              <a:srgbClr val="8C2D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5" name="Google Shape;685;p32">
              <a:extLst>
                <a:ext uri="{FF2B5EF4-FFF2-40B4-BE49-F238E27FC236}">
                  <a16:creationId xmlns:a16="http://schemas.microsoft.com/office/drawing/2014/main" id="{05A6BBAB-5C45-6624-993B-39772F94D68E}"/>
                </a:ext>
              </a:extLst>
            </p:cNvPr>
            <p:cNvSpPr/>
            <p:nvPr/>
          </p:nvSpPr>
          <p:spPr>
            <a:xfrm>
              <a:off x="4924859" y="372492"/>
              <a:ext cx="964196" cy="903003"/>
            </a:xfrm>
            <a:custGeom>
              <a:avLst/>
              <a:gdLst/>
              <a:ahLst/>
              <a:cxnLst/>
              <a:rect l="l" t="t" r="r" b="b"/>
              <a:pathLst>
                <a:path w="8225" h="7703" extrusionOk="0">
                  <a:moveTo>
                    <a:pt x="5984" y="1"/>
                  </a:moveTo>
                  <a:cubicBezTo>
                    <a:pt x="5868" y="1"/>
                    <a:pt x="5740" y="38"/>
                    <a:pt x="5606" y="115"/>
                  </a:cubicBezTo>
                  <a:cubicBezTo>
                    <a:pt x="5263" y="314"/>
                    <a:pt x="4963" y="730"/>
                    <a:pt x="4795" y="1191"/>
                  </a:cubicBezTo>
                  <a:cubicBezTo>
                    <a:pt x="4621" y="793"/>
                    <a:pt x="4314" y="570"/>
                    <a:pt x="3935" y="570"/>
                  </a:cubicBezTo>
                  <a:cubicBezTo>
                    <a:pt x="3730" y="570"/>
                    <a:pt x="3505" y="635"/>
                    <a:pt x="3267" y="772"/>
                  </a:cubicBezTo>
                  <a:cubicBezTo>
                    <a:pt x="2373" y="1288"/>
                    <a:pt x="1643" y="2638"/>
                    <a:pt x="1587" y="3844"/>
                  </a:cubicBezTo>
                  <a:cubicBezTo>
                    <a:pt x="1498" y="3870"/>
                    <a:pt x="1406" y="3909"/>
                    <a:pt x="1311" y="3963"/>
                  </a:cubicBezTo>
                  <a:cubicBezTo>
                    <a:pt x="587" y="4381"/>
                    <a:pt x="1" y="5502"/>
                    <a:pt x="1" y="6468"/>
                  </a:cubicBezTo>
                  <a:cubicBezTo>
                    <a:pt x="1" y="7186"/>
                    <a:pt x="326" y="7616"/>
                    <a:pt x="791" y="7616"/>
                  </a:cubicBezTo>
                  <a:cubicBezTo>
                    <a:pt x="950" y="7616"/>
                    <a:pt x="1126" y="7565"/>
                    <a:pt x="1311" y="7458"/>
                  </a:cubicBezTo>
                  <a:cubicBezTo>
                    <a:pt x="1566" y="7311"/>
                    <a:pt x="1802" y="7076"/>
                    <a:pt x="2004" y="6792"/>
                  </a:cubicBezTo>
                  <a:cubicBezTo>
                    <a:pt x="2048" y="7365"/>
                    <a:pt x="2337" y="7702"/>
                    <a:pt x="2735" y="7702"/>
                  </a:cubicBezTo>
                  <a:cubicBezTo>
                    <a:pt x="2883" y="7702"/>
                    <a:pt x="3047" y="7656"/>
                    <a:pt x="3219" y="7556"/>
                  </a:cubicBezTo>
                  <a:cubicBezTo>
                    <a:pt x="3657" y="7303"/>
                    <a:pt x="4040" y="6774"/>
                    <a:pt x="4256" y="6187"/>
                  </a:cubicBezTo>
                  <a:cubicBezTo>
                    <a:pt x="4383" y="6340"/>
                    <a:pt x="4553" y="6423"/>
                    <a:pt x="4750" y="6423"/>
                  </a:cubicBezTo>
                  <a:cubicBezTo>
                    <a:pt x="4898" y="6423"/>
                    <a:pt x="5061" y="6376"/>
                    <a:pt x="5232" y="6277"/>
                  </a:cubicBezTo>
                  <a:cubicBezTo>
                    <a:pt x="5817" y="5939"/>
                    <a:pt x="6305" y="5109"/>
                    <a:pt x="6425" y="4309"/>
                  </a:cubicBezTo>
                  <a:cubicBezTo>
                    <a:pt x="6430" y="4309"/>
                    <a:pt x="6435" y="4309"/>
                    <a:pt x="6441" y="4309"/>
                  </a:cubicBezTo>
                  <a:cubicBezTo>
                    <a:pt x="6596" y="4309"/>
                    <a:pt x="6768" y="4261"/>
                    <a:pt x="6948" y="4157"/>
                  </a:cubicBezTo>
                  <a:cubicBezTo>
                    <a:pt x="7652" y="3750"/>
                    <a:pt x="8224" y="2659"/>
                    <a:pt x="8224" y="1720"/>
                  </a:cubicBezTo>
                  <a:cubicBezTo>
                    <a:pt x="8224" y="1020"/>
                    <a:pt x="7908" y="602"/>
                    <a:pt x="7455" y="602"/>
                  </a:cubicBezTo>
                  <a:cubicBezTo>
                    <a:pt x="7300" y="602"/>
                    <a:pt x="7128" y="651"/>
                    <a:pt x="6948" y="755"/>
                  </a:cubicBezTo>
                  <a:cubicBezTo>
                    <a:pt x="6806" y="837"/>
                    <a:pt x="6670" y="949"/>
                    <a:pt x="6542" y="1079"/>
                  </a:cubicBezTo>
                  <a:cubicBezTo>
                    <a:pt x="6553" y="997"/>
                    <a:pt x="6559" y="916"/>
                    <a:pt x="6559" y="835"/>
                  </a:cubicBezTo>
                  <a:cubicBezTo>
                    <a:pt x="6559" y="313"/>
                    <a:pt x="6322" y="1"/>
                    <a:pt x="598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6" name="Google Shape;686;p32">
              <a:extLst>
                <a:ext uri="{FF2B5EF4-FFF2-40B4-BE49-F238E27FC236}">
                  <a16:creationId xmlns:a16="http://schemas.microsoft.com/office/drawing/2014/main" id="{E9EF46A9-956A-CF7B-F050-70EC60CEF79D}"/>
                </a:ext>
              </a:extLst>
            </p:cNvPr>
            <p:cNvSpPr/>
            <p:nvPr/>
          </p:nvSpPr>
          <p:spPr>
            <a:xfrm>
              <a:off x="5333042" y="630742"/>
              <a:ext cx="420026" cy="304440"/>
            </a:xfrm>
            <a:custGeom>
              <a:avLst/>
              <a:gdLst/>
              <a:ahLst/>
              <a:cxnLst/>
              <a:rect l="l" t="t" r="r" b="b"/>
              <a:pathLst>
                <a:path w="3583" h="2597" extrusionOk="0">
                  <a:moveTo>
                    <a:pt x="3582" y="0"/>
                  </a:moveTo>
                  <a:lnTo>
                    <a:pt x="0" y="2077"/>
                  </a:lnTo>
                  <a:lnTo>
                    <a:pt x="0" y="2597"/>
                  </a:lnTo>
                  <a:lnTo>
                    <a:pt x="3582" y="520"/>
                  </a:lnTo>
                  <a:lnTo>
                    <a:pt x="35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7" name="Google Shape;687;p32">
              <a:extLst>
                <a:ext uri="{FF2B5EF4-FFF2-40B4-BE49-F238E27FC236}">
                  <a16:creationId xmlns:a16="http://schemas.microsoft.com/office/drawing/2014/main" id="{387DD0B9-A63E-625C-784E-DAD38E588B96}"/>
                </a:ext>
              </a:extLst>
            </p:cNvPr>
            <p:cNvSpPr/>
            <p:nvPr/>
          </p:nvSpPr>
          <p:spPr>
            <a:xfrm>
              <a:off x="5459061" y="730502"/>
              <a:ext cx="294944" cy="231173"/>
            </a:xfrm>
            <a:custGeom>
              <a:avLst/>
              <a:gdLst/>
              <a:ahLst/>
              <a:cxnLst/>
              <a:rect l="l" t="t" r="r" b="b"/>
              <a:pathLst>
                <a:path w="2516" h="1972" extrusionOk="0">
                  <a:moveTo>
                    <a:pt x="2515" y="0"/>
                  </a:moveTo>
                  <a:lnTo>
                    <a:pt x="1" y="1452"/>
                  </a:lnTo>
                  <a:lnTo>
                    <a:pt x="1" y="1971"/>
                  </a:lnTo>
                  <a:lnTo>
                    <a:pt x="2515" y="520"/>
                  </a:lnTo>
                  <a:lnTo>
                    <a:pt x="251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8" name="Google Shape;688;p32">
              <a:extLst>
                <a:ext uri="{FF2B5EF4-FFF2-40B4-BE49-F238E27FC236}">
                  <a16:creationId xmlns:a16="http://schemas.microsoft.com/office/drawing/2014/main" id="{66541992-00AC-94AE-3C71-705AF4B59842}"/>
                </a:ext>
              </a:extLst>
            </p:cNvPr>
            <p:cNvSpPr/>
            <p:nvPr/>
          </p:nvSpPr>
          <p:spPr>
            <a:xfrm>
              <a:off x="5151458" y="984766"/>
              <a:ext cx="23328" cy="54628"/>
            </a:xfrm>
            <a:custGeom>
              <a:avLst/>
              <a:gdLst/>
              <a:ahLst/>
              <a:cxnLst/>
              <a:rect l="l" t="t" r="r" b="b"/>
              <a:pathLst>
                <a:path w="199" h="466" extrusionOk="0">
                  <a:moveTo>
                    <a:pt x="73" y="0"/>
                  </a:moveTo>
                  <a:lnTo>
                    <a:pt x="1" y="42"/>
                  </a:lnTo>
                  <a:lnTo>
                    <a:pt x="1" y="465"/>
                  </a:lnTo>
                  <a:lnTo>
                    <a:pt x="198" y="352"/>
                  </a:lnTo>
                  <a:lnTo>
                    <a:pt x="198" y="270"/>
                  </a:lnTo>
                  <a:lnTo>
                    <a:pt x="73" y="344"/>
                  </a:lnTo>
                  <a:lnTo>
                    <a:pt x="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89" name="Google Shape;689;p32">
              <a:extLst>
                <a:ext uri="{FF2B5EF4-FFF2-40B4-BE49-F238E27FC236}">
                  <a16:creationId xmlns:a16="http://schemas.microsoft.com/office/drawing/2014/main" id="{6B15A442-AE9A-A254-EA1B-D0AE89DD3470}"/>
                </a:ext>
              </a:extLst>
            </p:cNvPr>
            <p:cNvSpPr/>
            <p:nvPr/>
          </p:nvSpPr>
          <p:spPr>
            <a:xfrm>
              <a:off x="5177131" y="961907"/>
              <a:ext cx="33762" cy="56035"/>
            </a:xfrm>
            <a:custGeom>
              <a:avLst/>
              <a:gdLst/>
              <a:ahLst/>
              <a:cxnLst/>
              <a:rect l="l" t="t" r="r" b="b"/>
              <a:pathLst>
                <a:path w="288" h="478" extrusionOk="0">
                  <a:moveTo>
                    <a:pt x="169" y="94"/>
                  </a:moveTo>
                  <a:cubicBezTo>
                    <a:pt x="198" y="94"/>
                    <a:pt x="214" y="130"/>
                    <a:pt x="214" y="196"/>
                  </a:cubicBezTo>
                  <a:cubicBezTo>
                    <a:pt x="214" y="282"/>
                    <a:pt x="187" y="352"/>
                    <a:pt x="145" y="377"/>
                  </a:cubicBezTo>
                  <a:cubicBezTo>
                    <a:pt x="136" y="382"/>
                    <a:pt x="128" y="384"/>
                    <a:pt x="121" y="384"/>
                  </a:cubicBezTo>
                  <a:cubicBezTo>
                    <a:pt x="92" y="384"/>
                    <a:pt x="74" y="346"/>
                    <a:pt x="74" y="277"/>
                  </a:cubicBezTo>
                  <a:cubicBezTo>
                    <a:pt x="74" y="193"/>
                    <a:pt x="102" y="127"/>
                    <a:pt x="145" y="102"/>
                  </a:cubicBezTo>
                  <a:cubicBezTo>
                    <a:pt x="154" y="97"/>
                    <a:pt x="162" y="94"/>
                    <a:pt x="169" y="94"/>
                  </a:cubicBezTo>
                  <a:close/>
                  <a:moveTo>
                    <a:pt x="205" y="0"/>
                  </a:moveTo>
                  <a:cubicBezTo>
                    <a:pt x="187" y="0"/>
                    <a:pt x="167" y="7"/>
                    <a:pt x="145" y="20"/>
                  </a:cubicBezTo>
                  <a:cubicBezTo>
                    <a:pt x="59" y="69"/>
                    <a:pt x="0" y="182"/>
                    <a:pt x="0" y="320"/>
                  </a:cubicBezTo>
                  <a:cubicBezTo>
                    <a:pt x="0" y="424"/>
                    <a:pt x="33" y="477"/>
                    <a:pt x="85" y="477"/>
                  </a:cubicBezTo>
                  <a:cubicBezTo>
                    <a:pt x="103" y="477"/>
                    <a:pt x="123" y="471"/>
                    <a:pt x="145" y="459"/>
                  </a:cubicBezTo>
                  <a:cubicBezTo>
                    <a:pt x="230" y="409"/>
                    <a:pt x="288" y="292"/>
                    <a:pt x="288" y="155"/>
                  </a:cubicBezTo>
                  <a:cubicBezTo>
                    <a:pt x="288" y="52"/>
                    <a:pt x="256" y="0"/>
                    <a:pt x="2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0" name="Google Shape;690;p32">
              <a:extLst>
                <a:ext uri="{FF2B5EF4-FFF2-40B4-BE49-F238E27FC236}">
                  <a16:creationId xmlns:a16="http://schemas.microsoft.com/office/drawing/2014/main" id="{E6557108-470E-9495-D9C0-D145788682B2}"/>
                </a:ext>
              </a:extLst>
            </p:cNvPr>
            <p:cNvSpPr/>
            <p:nvPr/>
          </p:nvSpPr>
          <p:spPr>
            <a:xfrm>
              <a:off x="5216050" y="938930"/>
              <a:ext cx="30596" cy="56152"/>
            </a:xfrm>
            <a:custGeom>
              <a:avLst/>
              <a:gdLst/>
              <a:ahLst/>
              <a:cxnLst/>
              <a:rect l="l" t="t" r="r" b="b"/>
              <a:pathLst>
                <a:path w="261" h="479" extrusionOk="0">
                  <a:moveTo>
                    <a:pt x="211" y="1"/>
                  </a:moveTo>
                  <a:cubicBezTo>
                    <a:pt x="195" y="1"/>
                    <a:pt x="177" y="5"/>
                    <a:pt x="156" y="17"/>
                  </a:cubicBezTo>
                  <a:cubicBezTo>
                    <a:pt x="70" y="67"/>
                    <a:pt x="1" y="189"/>
                    <a:pt x="1" y="329"/>
                  </a:cubicBezTo>
                  <a:cubicBezTo>
                    <a:pt x="1" y="431"/>
                    <a:pt x="36" y="479"/>
                    <a:pt x="87" y="479"/>
                  </a:cubicBezTo>
                  <a:cubicBezTo>
                    <a:pt x="107" y="479"/>
                    <a:pt x="130" y="472"/>
                    <a:pt x="154" y="458"/>
                  </a:cubicBezTo>
                  <a:cubicBezTo>
                    <a:pt x="199" y="432"/>
                    <a:pt x="238" y="384"/>
                    <a:pt x="261" y="345"/>
                  </a:cubicBezTo>
                  <a:lnTo>
                    <a:pt x="261" y="149"/>
                  </a:lnTo>
                  <a:lnTo>
                    <a:pt x="145" y="217"/>
                  </a:lnTo>
                  <a:lnTo>
                    <a:pt x="145" y="294"/>
                  </a:lnTo>
                  <a:lnTo>
                    <a:pt x="197" y="264"/>
                  </a:lnTo>
                  <a:lnTo>
                    <a:pt x="197" y="337"/>
                  </a:lnTo>
                  <a:cubicBezTo>
                    <a:pt x="189" y="350"/>
                    <a:pt x="176" y="362"/>
                    <a:pt x="164" y="370"/>
                  </a:cubicBezTo>
                  <a:cubicBezTo>
                    <a:pt x="148" y="379"/>
                    <a:pt x="134" y="383"/>
                    <a:pt x="123" y="383"/>
                  </a:cubicBezTo>
                  <a:cubicBezTo>
                    <a:pt x="90" y="383"/>
                    <a:pt x="74" y="348"/>
                    <a:pt x="74" y="283"/>
                  </a:cubicBezTo>
                  <a:cubicBezTo>
                    <a:pt x="74" y="199"/>
                    <a:pt x="109" y="127"/>
                    <a:pt x="157" y="98"/>
                  </a:cubicBezTo>
                  <a:cubicBezTo>
                    <a:pt x="170" y="91"/>
                    <a:pt x="181" y="88"/>
                    <a:pt x="189" y="88"/>
                  </a:cubicBezTo>
                  <a:cubicBezTo>
                    <a:pt x="199" y="88"/>
                    <a:pt x="207" y="92"/>
                    <a:pt x="216" y="97"/>
                  </a:cubicBezTo>
                  <a:lnTo>
                    <a:pt x="255" y="15"/>
                  </a:lnTo>
                  <a:cubicBezTo>
                    <a:pt x="244" y="7"/>
                    <a:pt x="229" y="1"/>
                    <a:pt x="2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1" name="Google Shape;691;p32">
              <a:extLst>
                <a:ext uri="{FF2B5EF4-FFF2-40B4-BE49-F238E27FC236}">
                  <a16:creationId xmlns:a16="http://schemas.microsoft.com/office/drawing/2014/main" id="{416B78F1-5096-DA6E-73A8-B9157D0BBBA4}"/>
                </a:ext>
              </a:extLst>
            </p:cNvPr>
            <p:cNvSpPr/>
            <p:nvPr/>
          </p:nvSpPr>
          <p:spPr>
            <a:xfrm>
              <a:off x="5254031" y="925449"/>
              <a:ext cx="8558" cy="54628"/>
            </a:xfrm>
            <a:custGeom>
              <a:avLst/>
              <a:gdLst/>
              <a:ahLst/>
              <a:cxnLst/>
              <a:rect l="l" t="t" r="r" b="b"/>
              <a:pathLst>
                <a:path w="73" h="466" extrusionOk="0">
                  <a:moveTo>
                    <a:pt x="73" y="1"/>
                  </a:moveTo>
                  <a:lnTo>
                    <a:pt x="1" y="42"/>
                  </a:lnTo>
                  <a:lnTo>
                    <a:pt x="1" y="466"/>
                  </a:lnTo>
                  <a:lnTo>
                    <a:pt x="73" y="424"/>
                  </a:lnTo>
                  <a:lnTo>
                    <a:pt x="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2" name="Google Shape;692;p32">
              <a:extLst>
                <a:ext uri="{FF2B5EF4-FFF2-40B4-BE49-F238E27FC236}">
                  <a16:creationId xmlns:a16="http://schemas.microsoft.com/office/drawing/2014/main" id="{C8E68578-D262-4D5D-533C-60E493C7358A}"/>
                </a:ext>
              </a:extLst>
            </p:cNvPr>
            <p:cNvSpPr/>
            <p:nvPr/>
          </p:nvSpPr>
          <p:spPr>
            <a:xfrm>
              <a:off x="5271264" y="903645"/>
              <a:ext cx="29307" cy="66585"/>
            </a:xfrm>
            <a:custGeom>
              <a:avLst/>
              <a:gdLst/>
              <a:ahLst/>
              <a:cxnLst/>
              <a:rect l="l" t="t" r="r" b="b"/>
              <a:pathLst>
                <a:path w="250" h="568" extrusionOk="0">
                  <a:moveTo>
                    <a:pt x="249" y="1"/>
                  </a:moveTo>
                  <a:lnTo>
                    <a:pt x="180" y="40"/>
                  </a:lnTo>
                  <a:lnTo>
                    <a:pt x="180" y="189"/>
                  </a:lnTo>
                  <a:cubicBezTo>
                    <a:pt x="180" y="240"/>
                    <a:pt x="186" y="296"/>
                    <a:pt x="189" y="339"/>
                  </a:cubicBezTo>
                  <a:lnTo>
                    <a:pt x="187" y="340"/>
                  </a:lnTo>
                  <a:lnTo>
                    <a:pt x="156" y="264"/>
                  </a:lnTo>
                  <a:lnTo>
                    <a:pt x="74" y="102"/>
                  </a:lnTo>
                  <a:lnTo>
                    <a:pt x="0" y="144"/>
                  </a:lnTo>
                  <a:lnTo>
                    <a:pt x="0" y="567"/>
                  </a:lnTo>
                  <a:lnTo>
                    <a:pt x="69" y="528"/>
                  </a:lnTo>
                  <a:lnTo>
                    <a:pt x="69" y="378"/>
                  </a:lnTo>
                  <a:cubicBezTo>
                    <a:pt x="69" y="327"/>
                    <a:pt x="63" y="274"/>
                    <a:pt x="60" y="231"/>
                  </a:cubicBezTo>
                  <a:lnTo>
                    <a:pt x="61" y="229"/>
                  </a:lnTo>
                  <a:lnTo>
                    <a:pt x="93" y="304"/>
                  </a:lnTo>
                  <a:lnTo>
                    <a:pt x="175" y="467"/>
                  </a:lnTo>
                  <a:lnTo>
                    <a:pt x="249" y="424"/>
                  </a:lnTo>
                  <a:lnTo>
                    <a:pt x="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3" name="Google Shape;693;p32">
              <a:extLst>
                <a:ext uri="{FF2B5EF4-FFF2-40B4-BE49-F238E27FC236}">
                  <a16:creationId xmlns:a16="http://schemas.microsoft.com/office/drawing/2014/main" id="{EFB6F2FD-D902-10E6-E4AC-D3265766A2B9}"/>
                </a:ext>
              </a:extLst>
            </p:cNvPr>
            <p:cNvSpPr/>
            <p:nvPr/>
          </p:nvSpPr>
          <p:spPr>
            <a:xfrm>
              <a:off x="5151458" y="1077258"/>
              <a:ext cx="28252" cy="60489"/>
            </a:xfrm>
            <a:custGeom>
              <a:avLst/>
              <a:gdLst/>
              <a:ahLst/>
              <a:cxnLst/>
              <a:rect l="l" t="t" r="r" b="b"/>
              <a:pathLst>
                <a:path w="241" h="516" extrusionOk="0">
                  <a:moveTo>
                    <a:pt x="147" y="91"/>
                  </a:moveTo>
                  <a:cubicBezTo>
                    <a:pt x="163" y="91"/>
                    <a:pt x="171" y="103"/>
                    <a:pt x="171" y="130"/>
                  </a:cubicBezTo>
                  <a:cubicBezTo>
                    <a:pt x="171" y="174"/>
                    <a:pt x="152" y="209"/>
                    <a:pt x="112" y="231"/>
                  </a:cubicBezTo>
                  <a:lnTo>
                    <a:pt x="73" y="254"/>
                  </a:lnTo>
                  <a:lnTo>
                    <a:pt x="73" y="126"/>
                  </a:lnTo>
                  <a:lnTo>
                    <a:pt x="112" y="103"/>
                  </a:lnTo>
                  <a:cubicBezTo>
                    <a:pt x="126" y="95"/>
                    <a:pt x="138" y="91"/>
                    <a:pt x="147" y="91"/>
                  </a:cubicBezTo>
                  <a:close/>
                  <a:moveTo>
                    <a:pt x="187" y="1"/>
                  </a:moveTo>
                  <a:cubicBezTo>
                    <a:pt x="167" y="1"/>
                    <a:pt x="142" y="10"/>
                    <a:pt x="116" y="25"/>
                  </a:cubicBezTo>
                  <a:lnTo>
                    <a:pt x="1" y="92"/>
                  </a:lnTo>
                  <a:lnTo>
                    <a:pt x="1" y="515"/>
                  </a:lnTo>
                  <a:lnTo>
                    <a:pt x="73" y="474"/>
                  </a:lnTo>
                  <a:lnTo>
                    <a:pt x="73" y="329"/>
                  </a:lnTo>
                  <a:lnTo>
                    <a:pt x="116" y="305"/>
                  </a:lnTo>
                  <a:cubicBezTo>
                    <a:pt x="183" y="266"/>
                    <a:pt x="241" y="189"/>
                    <a:pt x="241" y="90"/>
                  </a:cubicBezTo>
                  <a:cubicBezTo>
                    <a:pt x="241" y="26"/>
                    <a:pt x="219" y="1"/>
                    <a:pt x="1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4" name="Google Shape;694;p32">
              <a:extLst>
                <a:ext uri="{FF2B5EF4-FFF2-40B4-BE49-F238E27FC236}">
                  <a16:creationId xmlns:a16="http://schemas.microsoft.com/office/drawing/2014/main" id="{CEED5E21-CB07-2B77-028F-87A2A6837C47}"/>
                </a:ext>
              </a:extLst>
            </p:cNvPr>
            <p:cNvSpPr/>
            <p:nvPr/>
          </p:nvSpPr>
          <p:spPr>
            <a:xfrm>
              <a:off x="5178420" y="1059791"/>
              <a:ext cx="33527" cy="62365"/>
            </a:xfrm>
            <a:custGeom>
              <a:avLst/>
              <a:gdLst/>
              <a:ahLst/>
              <a:cxnLst/>
              <a:rect l="l" t="t" r="r" b="b"/>
              <a:pathLst>
                <a:path w="286" h="532" extrusionOk="0">
                  <a:moveTo>
                    <a:pt x="141" y="99"/>
                  </a:moveTo>
                  <a:cubicBezTo>
                    <a:pt x="150" y="138"/>
                    <a:pt x="159" y="183"/>
                    <a:pt x="167" y="221"/>
                  </a:cubicBezTo>
                  <a:lnTo>
                    <a:pt x="175" y="255"/>
                  </a:lnTo>
                  <a:lnTo>
                    <a:pt x="108" y="295"/>
                  </a:lnTo>
                  <a:lnTo>
                    <a:pt x="116" y="251"/>
                  </a:lnTo>
                  <a:cubicBezTo>
                    <a:pt x="123" y="204"/>
                    <a:pt x="132" y="150"/>
                    <a:pt x="140" y="100"/>
                  </a:cubicBezTo>
                  <a:lnTo>
                    <a:pt x="141" y="99"/>
                  </a:lnTo>
                  <a:close/>
                  <a:moveTo>
                    <a:pt x="185" y="1"/>
                  </a:moveTo>
                  <a:lnTo>
                    <a:pt x="100" y="50"/>
                  </a:lnTo>
                  <a:lnTo>
                    <a:pt x="1" y="531"/>
                  </a:lnTo>
                  <a:lnTo>
                    <a:pt x="73" y="490"/>
                  </a:lnTo>
                  <a:lnTo>
                    <a:pt x="93" y="377"/>
                  </a:lnTo>
                  <a:lnTo>
                    <a:pt x="190" y="322"/>
                  </a:lnTo>
                  <a:lnTo>
                    <a:pt x="209" y="411"/>
                  </a:lnTo>
                  <a:lnTo>
                    <a:pt x="286" y="367"/>
                  </a:lnTo>
                  <a:lnTo>
                    <a:pt x="1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5" name="Google Shape;695;p32">
              <a:extLst>
                <a:ext uri="{FF2B5EF4-FFF2-40B4-BE49-F238E27FC236}">
                  <a16:creationId xmlns:a16="http://schemas.microsoft.com/office/drawing/2014/main" id="{D7615AC5-1AC2-2DC5-BD4B-D0D3A5700F6F}"/>
                </a:ext>
              </a:extLst>
            </p:cNvPr>
            <p:cNvSpPr/>
            <p:nvPr/>
          </p:nvSpPr>
          <p:spPr>
            <a:xfrm>
              <a:off x="5213236" y="1040800"/>
              <a:ext cx="27900" cy="56621"/>
            </a:xfrm>
            <a:custGeom>
              <a:avLst/>
              <a:gdLst/>
              <a:ahLst/>
              <a:cxnLst/>
              <a:rect l="l" t="t" r="r" b="b"/>
              <a:pathLst>
                <a:path w="238" h="483" extrusionOk="0">
                  <a:moveTo>
                    <a:pt x="185" y="1"/>
                  </a:moveTo>
                  <a:cubicBezTo>
                    <a:pt x="166" y="1"/>
                    <a:pt x="146" y="7"/>
                    <a:pt x="126" y="18"/>
                  </a:cubicBezTo>
                  <a:cubicBezTo>
                    <a:pt x="61" y="56"/>
                    <a:pt x="13" y="139"/>
                    <a:pt x="13" y="209"/>
                  </a:cubicBezTo>
                  <a:cubicBezTo>
                    <a:pt x="13" y="269"/>
                    <a:pt x="43" y="288"/>
                    <a:pt x="75" y="288"/>
                  </a:cubicBezTo>
                  <a:cubicBezTo>
                    <a:pt x="76" y="288"/>
                    <a:pt x="77" y="288"/>
                    <a:pt x="78" y="288"/>
                  </a:cubicBezTo>
                  <a:lnTo>
                    <a:pt x="119" y="288"/>
                  </a:lnTo>
                  <a:cubicBezTo>
                    <a:pt x="126" y="288"/>
                    <a:pt x="131" y="287"/>
                    <a:pt x="137" y="287"/>
                  </a:cubicBezTo>
                  <a:cubicBezTo>
                    <a:pt x="154" y="287"/>
                    <a:pt x="164" y="291"/>
                    <a:pt x="164" y="312"/>
                  </a:cubicBezTo>
                  <a:cubicBezTo>
                    <a:pt x="164" y="336"/>
                    <a:pt x="150" y="361"/>
                    <a:pt x="120" y="378"/>
                  </a:cubicBezTo>
                  <a:cubicBezTo>
                    <a:pt x="108" y="386"/>
                    <a:pt x="94" y="389"/>
                    <a:pt x="81" y="389"/>
                  </a:cubicBezTo>
                  <a:cubicBezTo>
                    <a:pt x="67" y="389"/>
                    <a:pt x="54" y="385"/>
                    <a:pt x="43" y="379"/>
                  </a:cubicBezTo>
                  <a:lnTo>
                    <a:pt x="1" y="469"/>
                  </a:lnTo>
                  <a:cubicBezTo>
                    <a:pt x="15" y="479"/>
                    <a:pt x="31" y="483"/>
                    <a:pt x="49" y="483"/>
                  </a:cubicBezTo>
                  <a:cubicBezTo>
                    <a:pt x="71" y="483"/>
                    <a:pt x="96" y="475"/>
                    <a:pt x="119" y="461"/>
                  </a:cubicBezTo>
                  <a:cubicBezTo>
                    <a:pt x="195" y="419"/>
                    <a:pt x="237" y="332"/>
                    <a:pt x="237" y="262"/>
                  </a:cubicBezTo>
                  <a:cubicBezTo>
                    <a:pt x="237" y="204"/>
                    <a:pt x="215" y="183"/>
                    <a:pt x="178" y="183"/>
                  </a:cubicBezTo>
                  <a:cubicBezTo>
                    <a:pt x="177" y="183"/>
                    <a:pt x="177" y="183"/>
                    <a:pt x="176" y="183"/>
                  </a:cubicBezTo>
                  <a:lnTo>
                    <a:pt x="135" y="184"/>
                  </a:lnTo>
                  <a:cubicBezTo>
                    <a:pt x="128" y="185"/>
                    <a:pt x="122" y="185"/>
                    <a:pt x="116" y="185"/>
                  </a:cubicBezTo>
                  <a:cubicBezTo>
                    <a:pt x="98" y="185"/>
                    <a:pt x="87" y="182"/>
                    <a:pt x="87" y="162"/>
                  </a:cubicBezTo>
                  <a:cubicBezTo>
                    <a:pt x="87" y="138"/>
                    <a:pt x="102" y="115"/>
                    <a:pt x="126" y="101"/>
                  </a:cubicBezTo>
                  <a:cubicBezTo>
                    <a:pt x="140" y="93"/>
                    <a:pt x="153" y="89"/>
                    <a:pt x="164" y="89"/>
                  </a:cubicBezTo>
                  <a:cubicBezTo>
                    <a:pt x="174" y="89"/>
                    <a:pt x="183" y="92"/>
                    <a:pt x="192" y="97"/>
                  </a:cubicBezTo>
                  <a:lnTo>
                    <a:pt x="228" y="15"/>
                  </a:lnTo>
                  <a:cubicBezTo>
                    <a:pt x="216" y="5"/>
                    <a:pt x="201"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6" name="Google Shape;696;p32">
              <a:extLst>
                <a:ext uri="{FF2B5EF4-FFF2-40B4-BE49-F238E27FC236}">
                  <a16:creationId xmlns:a16="http://schemas.microsoft.com/office/drawing/2014/main" id="{34FF5855-2F84-D966-A9DF-76E6D25B4CB9}"/>
                </a:ext>
              </a:extLst>
            </p:cNvPr>
            <p:cNvSpPr/>
            <p:nvPr/>
          </p:nvSpPr>
          <p:spPr>
            <a:xfrm>
              <a:off x="5243950" y="1023216"/>
              <a:ext cx="27783" cy="56621"/>
            </a:xfrm>
            <a:custGeom>
              <a:avLst/>
              <a:gdLst/>
              <a:ahLst/>
              <a:cxnLst/>
              <a:rect l="l" t="t" r="r" b="b"/>
              <a:pathLst>
                <a:path w="237" h="483" extrusionOk="0">
                  <a:moveTo>
                    <a:pt x="184" y="1"/>
                  </a:moveTo>
                  <a:cubicBezTo>
                    <a:pt x="165" y="1"/>
                    <a:pt x="145" y="6"/>
                    <a:pt x="125" y="18"/>
                  </a:cubicBezTo>
                  <a:cubicBezTo>
                    <a:pt x="60" y="55"/>
                    <a:pt x="13" y="138"/>
                    <a:pt x="13" y="208"/>
                  </a:cubicBezTo>
                  <a:cubicBezTo>
                    <a:pt x="13" y="268"/>
                    <a:pt x="42" y="287"/>
                    <a:pt x="74" y="287"/>
                  </a:cubicBezTo>
                  <a:cubicBezTo>
                    <a:pt x="75" y="287"/>
                    <a:pt x="76" y="287"/>
                    <a:pt x="77" y="287"/>
                  </a:cubicBezTo>
                  <a:lnTo>
                    <a:pt x="117" y="287"/>
                  </a:lnTo>
                  <a:cubicBezTo>
                    <a:pt x="123" y="287"/>
                    <a:pt x="128" y="287"/>
                    <a:pt x="133" y="287"/>
                  </a:cubicBezTo>
                  <a:cubicBezTo>
                    <a:pt x="152" y="287"/>
                    <a:pt x="163" y="290"/>
                    <a:pt x="163" y="311"/>
                  </a:cubicBezTo>
                  <a:cubicBezTo>
                    <a:pt x="163" y="337"/>
                    <a:pt x="149" y="360"/>
                    <a:pt x="120" y="377"/>
                  </a:cubicBezTo>
                  <a:cubicBezTo>
                    <a:pt x="106" y="385"/>
                    <a:pt x="92" y="389"/>
                    <a:pt x="78" y="389"/>
                  </a:cubicBezTo>
                  <a:cubicBezTo>
                    <a:pt x="65" y="389"/>
                    <a:pt x="52" y="385"/>
                    <a:pt x="41" y="378"/>
                  </a:cubicBezTo>
                  <a:lnTo>
                    <a:pt x="0" y="468"/>
                  </a:lnTo>
                  <a:cubicBezTo>
                    <a:pt x="15" y="478"/>
                    <a:pt x="31" y="482"/>
                    <a:pt x="48" y="482"/>
                  </a:cubicBezTo>
                  <a:cubicBezTo>
                    <a:pt x="71" y="482"/>
                    <a:pt x="95" y="475"/>
                    <a:pt x="117" y="462"/>
                  </a:cubicBezTo>
                  <a:cubicBezTo>
                    <a:pt x="193" y="418"/>
                    <a:pt x="237" y="331"/>
                    <a:pt x="237" y="261"/>
                  </a:cubicBezTo>
                  <a:cubicBezTo>
                    <a:pt x="237" y="203"/>
                    <a:pt x="214" y="182"/>
                    <a:pt x="177" y="182"/>
                  </a:cubicBezTo>
                  <a:cubicBezTo>
                    <a:pt x="176" y="182"/>
                    <a:pt x="175" y="182"/>
                    <a:pt x="174" y="182"/>
                  </a:cubicBezTo>
                  <a:lnTo>
                    <a:pt x="134" y="183"/>
                  </a:lnTo>
                  <a:cubicBezTo>
                    <a:pt x="127" y="184"/>
                    <a:pt x="119" y="184"/>
                    <a:pt x="113" y="184"/>
                  </a:cubicBezTo>
                  <a:cubicBezTo>
                    <a:pt x="96" y="184"/>
                    <a:pt x="85" y="181"/>
                    <a:pt x="85" y="162"/>
                  </a:cubicBezTo>
                  <a:cubicBezTo>
                    <a:pt x="85" y="137"/>
                    <a:pt x="102" y="114"/>
                    <a:pt x="125" y="100"/>
                  </a:cubicBezTo>
                  <a:cubicBezTo>
                    <a:pt x="139" y="92"/>
                    <a:pt x="151" y="89"/>
                    <a:pt x="162" y="89"/>
                  </a:cubicBezTo>
                  <a:cubicBezTo>
                    <a:pt x="172" y="89"/>
                    <a:pt x="182" y="91"/>
                    <a:pt x="192" y="96"/>
                  </a:cubicBezTo>
                  <a:lnTo>
                    <a:pt x="228" y="15"/>
                  </a:lnTo>
                  <a:cubicBezTo>
                    <a:pt x="215" y="5"/>
                    <a:pt x="200"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7" name="Google Shape;697;p32">
              <a:extLst>
                <a:ext uri="{FF2B5EF4-FFF2-40B4-BE49-F238E27FC236}">
                  <a16:creationId xmlns:a16="http://schemas.microsoft.com/office/drawing/2014/main" id="{095843C8-1727-B742-538A-601D8E83EAB9}"/>
                </a:ext>
              </a:extLst>
            </p:cNvPr>
            <p:cNvSpPr/>
            <p:nvPr/>
          </p:nvSpPr>
          <p:spPr>
            <a:xfrm>
              <a:off x="5274312" y="991213"/>
              <a:ext cx="44781" cy="71626"/>
            </a:xfrm>
            <a:custGeom>
              <a:avLst/>
              <a:gdLst/>
              <a:ahLst/>
              <a:cxnLst/>
              <a:rect l="l" t="t" r="r" b="b"/>
              <a:pathLst>
                <a:path w="382" h="611" extrusionOk="0">
                  <a:moveTo>
                    <a:pt x="382" y="0"/>
                  </a:moveTo>
                  <a:lnTo>
                    <a:pt x="313" y="40"/>
                  </a:lnTo>
                  <a:lnTo>
                    <a:pt x="292" y="250"/>
                  </a:lnTo>
                  <a:cubicBezTo>
                    <a:pt x="287" y="297"/>
                    <a:pt x="283" y="344"/>
                    <a:pt x="279" y="392"/>
                  </a:cubicBezTo>
                  <a:lnTo>
                    <a:pt x="277" y="393"/>
                  </a:lnTo>
                  <a:cubicBezTo>
                    <a:pt x="270" y="351"/>
                    <a:pt x="265" y="309"/>
                    <a:pt x="258" y="270"/>
                  </a:cubicBezTo>
                  <a:lnTo>
                    <a:pt x="223" y="92"/>
                  </a:lnTo>
                  <a:lnTo>
                    <a:pt x="162" y="127"/>
                  </a:lnTo>
                  <a:lnTo>
                    <a:pt x="129" y="345"/>
                  </a:lnTo>
                  <a:cubicBezTo>
                    <a:pt x="123" y="392"/>
                    <a:pt x="116" y="441"/>
                    <a:pt x="111" y="489"/>
                  </a:cubicBezTo>
                  <a:lnTo>
                    <a:pt x="108" y="490"/>
                  </a:lnTo>
                  <a:cubicBezTo>
                    <a:pt x="104" y="447"/>
                    <a:pt x="99" y="406"/>
                    <a:pt x="96" y="364"/>
                  </a:cubicBezTo>
                  <a:lnTo>
                    <a:pt x="73" y="178"/>
                  </a:lnTo>
                  <a:lnTo>
                    <a:pt x="0" y="221"/>
                  </a:lnTo>
                  <a:lnTo>
                    <a:pt x="59" y="611"/>
                  </a:lnTo>
                  <a:lnTo>
                    <a:pt x="148" y="559"/>
                  </a:lnTo>
                  <a:lnTo>
                    <a:pt x="177" y="349"/>
                  </a:lnTo>
                  <a:cubicBezTo>
                    <a:pt x="183" y="315"/>
                    <a:pt x="186" y="277"/>
                    <a:pt x="191" y="245"/>
                  </a:cubicBezTo>
                  <a:lnTo>
                    <a:pt x="192" y="244"/>
                  </a:lnTo>
                  <a:cubicBezTo>
                    <a:pt x="196" y="273"/>
                    <a:pt x="200" y="304"/>
                    <a:pt x="205" y="334"/>
                  </a:cubicBezTo>
                  <a:lnTo>
                    <a:pt x="236" y="508"/>
                  </a:lnTo>
                  <a:lnTo>
                    <a:pt x="326" y="456"/>
                  </a:lnTo>
                  <a:lnTo>
                    <a:pt x="3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8" name="Google Shape;698;p32">
              <a:extLst>
                <a:ext uri="{FF2B5EF4-FFF2-40B4-BE49-F238E27FC236}">
                  <a16:creationId xmlns:a16="http://schemas.microsoft.com/office/drawing/2014/main" id="{D7223500-659B-5502-F36F-3F8B8D751C03}"/>
                </a:ext>
              </a:extLst>
            </p:cNvPr>
            <p:cNvSpPr/>
            <p:nvPr/>
          </p:nvSpPr>
          <p:spPr>
            <a:xfrm>
              <a:off x="5322492" y="976443"/>
              <a:ext cx="33762" cy="55918"/>
            </a:xfrm>
            <a:custGeom>
              <a:avLst/>
              <a:gdLst/>
              <a:ahLst/>
              <a:cxnLst/>
              <a:rect l="l" t="t" r="r" b="b"/>
              <a:pathLst>
                <a:path w="288" h="477" extrusionOk="0">
                  <a:moveTo>
                    <a:pt x="169" y="94"/>
                  </a:moveTo>
                  <a:cubicBezTo>
                    <a:pt x="197" y="94"/>
                    <a:pt x="214" y="130"/>
                    <a:pt x="214" y="196"/>
                  </a:cubicBezTo>
                  <a:cubicBezTo>
                    <a:pt x="214" y="281"/>
                    <a:pt x="187" y="350"/>
                    <a:pt x="144" y="375"/>
                  </a:cubicBezTo>
                  <a:cubicBezTo>
                    <a:pt x="136" y="380"/>
                    <a:pt x="128" y="383"/>
                    <a:pt x="120" y="383"/>
                  </a:cubicBezTo>
                  <a:cubicBezTo>
                    <a:pt x="91" y="383"/>
                    <a:pt x="73" y="345"/>
                    <a:pt x="73" y="277"/>
                  </a:cubicBezTo>
                  <a:cubicBezTo>
                    <a:pt x="73" y="193"/>
                    <a:pt x="102" y="126"/>
                    <a:pt x="144" y="102"/>
                  </a:cubicBezTo>
                  <a:cubicBezTo>
                    <a:pt x="153" y="96"/>
                    <a:pt x="162" y="94"/>
                    <a:pt x="169" y="94"/>
                  </a:cubicBezTo>
                  <a:close/>
                  <a:moveTo>
                    <a:pt x="204" y="0"/>
                  </a:moveTo>
                  <a:cubicBezTo>
                    <a:pt x="186" y="0"/>
                    <a:pt x="166" y="7"/>
                    <a:pt x="143" y="19"/>
                  </a:cubicBezTo>
                  <a:cubicBezTo>
                    <a:pt x="59" y="68"/>
                    <a:pt x="0" y="182"/>
                    <a:pt x="0" y="320"/>
                  </a:cubicBezTo>
                  <a:cubicBezTo>
                    <a:pt x="0" y="423"/>
                    <a:pt x="33" y="476"/>
                    <a:pt x="84" y="476"/>
                  </a:cubicBezTo>
                  <a:cubicBezTo>
                    <a:pt x="102" y="476"/>
                    <a:pt x="122" y="470"/>
                    <a:pt x="143" y="457"/>
                  </a:cubicBezTo>
                  <a:cubicBezTo>
                    <a:pt x="229" y="408"/>
                    <a:pt x="287" y="292"/>
                    <a:pt x="287" y="153"/>
                  </a:cubicBezTo>
                  <a:cubicBezTo>
                    <a:pt x="287" y="52"/>
                    <a:pt x="255" y="0"/>
                    <a:pt x="2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699" name="Google Shape;699;p32">
              <a:extLst>
                <a:ext uri="{FF2B5EF4-FFF2-40B4-BE49-F238E27FC236}">
                  <a16:creationId xmlns:a16="http://schemas.microsoft.com/office/drawing/2014/main" id="{B80E9101-74E7-F455-D457-D3D1C16E1EB5}"/>
                </a:ext>
              </a:extLst>
            </p:cNvPr>
            <p:cNvSpPr/>
            <p:nvPr/>
          </p:nvSpPr>
          <p:spPr>
            <a:xfrm>
              <a:off x="5363169" y="955108"/>
              <a:ext cx="29659" cy="60372"/>
            </a:xfrm>
            <a:custGeom>
              <a:avLst/>
              <a:gdLst/>
              <a:ahLst/>
              <a:cxnLst/>
              <a:rect l="l" t="t" r="r" b="b"/>
              <a:pathLst>
                <a:path w="253" h="515" extrusionOk="0">
                  <a:moveTo>
                    <a:pt x="145" y="91"/>
                  </a:moveTo>
                  <a:cubicBezTo>
                    <a:pt x="159" y="91"/>
                    <a:pt x="167" y="102"/>
                    <a:pt x="167" y="127"/>
                  </a:cubicBezTo>
                  <a:cubicBezTo>
                    <a:pt x="167" y="169"/>
                    <a:pt x="146" y="201"/>
                    <a:pt x="108" y="224"/>
                  </a:cubicBezTo>
                  <a:lnTo>
                    <a:pt x="72" y="244"/>
                  </a:lnTo>
                  <a:lnTo>
                    <a:pt x="72" y="126"/>
                  </a:lnTo>
                  <a:lnTo>
                    <a:pt x="108" y="105"/>
                  </a:lnTo>
                  <a:cubicBezTo>
                    <a:pt x="123" y="96"/>
                    <a:pt x="136" y="91"/>
                    <a:pt x="145" y="91"/>
                  </a:cubicBezTo>
                  <a:close/>
                  <a:moveTo>
                    <a:pt x="185" y="1"/>
                  </a:moveTo>
                  <a:cubicBezTo>
                    <a:pt x="165" y="1"/>
                    <a:pt x="141" y="10"/>
                    <a:pt x="115" y="26"/>
                  </a:cubicBezTo>
                  <a:lnTo>
                    <a:pt x="0" y="91"/>
                  </a:lnTo>
                  <a:lnTo>
                    <a:pt x="0" y="514"/>
                  </a:lnTo>
                  <a:lnTo>
                    <a:pt x="72" y="473"/>
                  </a:lnTo>
                  <a:lnTo>
                    <a:pt x="72" y="321"/>
                  </a:lnTo>
                  <a:lnTo>
                    <a:pt x="112" y="298"/>
                  </a:lnTo>
                  <a:lnTo>
                    <a:pt x="172" y="415"/>
                  </a:lnTo>
                  <a:lnTo>
                    <a:pt x="252" y="369"/>
                  </a:lnTo>
                  <a:lnTo>
                    <a:pt x="180" y="241"/>
                  </a:lnTo>
                  <a:cubicBezTo>
                    <a:pt x="214" y="201"/>
                    <a:pt x="238" y="148"/>
                    <a:pt x="238" y="87"/>
                  </a:cubicBezTo>
                  <a:cubicBezTo>
                    <a:pt x="238" y="25"/>
                    <a:pt x="217" y="1"/>
                    <a:pt x="18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0" name="Google Shape;700;p32">
              <a:extLst>
                <a:ext uri="{FF2B5EF4-FFF2-40B4-BE49-F238E27FC236}">
                  <a16:creationId xmlns:a16="http://schemas.microsoft.com/office/drawing/2014/main" id="{266A87BC-74D5-C5AC-D6DA-7DE858B6331B}"/>
                </a:ext>
              </a:extLst>
            </p:cNvPr>
            <p:cNvSpPr/>
            <p:nvPr/>
          </p:nvSpPr>
          <p:spPr>
            <a:xfrm>
              <a:off x="5398220" y="936234"/>
              <a:ext cx="29307" cy="59083"/>
            </a:xfrm>
            <a:custGeom>
              <a:avLst/>
              <a:gdLst/>
              <a:ahLst/>
              <a:cxnLst/>
              <a:rect l="l" t="t" r="r" b="b"/>
              <a:pathLst>
                <a:path w="250" h="504" extrusionOk="0">
                  <a:moveTo>
                    <a:pt x="131" y="92"/>
                  </a:moveTo>
                  <a:cubicBezTo>
                    <a:pt x="159" y="92"/>
                    <a:pt x="176" y="118"/>
                    <a:pt x="176" y="188"/>
                  </a:cubicBezTo>
                  <a:cubicBezTo>
                    <a:pt x="176" y="289"/>
                    <a:pt x="139" y="346"/>
                    <a:pt x="86" y="376"/>
                  </a:cubicBezTo>
                  <a:lnTo>
                    <a:pt x="73" y="384"/>
                  </a:lnTo>
                  <a:lnTo>
                    <a:pt x="73" y="115"/>
                  </a:lnTo>
                  <a:lnTo>
                    <a:pt x="86" y="107"/>
                  </a:lnTo>
                  <a:cubicBezTo>
                    <a:pt x="103" y="97"/>
                    <a:pt x="118" y="92"/>
                    <a:pt x="131" y="92"/>
                  </a:cubicBezTo>
                  <a:close/>
                  <a:moveTo>
                    <a:pt x="170" y="1"/>
                  </a:moveTo>
                  <a:cubicBezTo>
                    <a:pt x="148" y="1"/>
                    <a:pt x="120" y="10"/>
                    <a:pt x="90" y="28"/>
                  </a:cubicBezTo>
                  <a:lnTo>
                    <a:pt x="1" y="80"/>
                  </a:lnTo>
                  <a:lnTo>
                    <a:pt x="1" y="503"/>
                  </a:lnTo>
                  <a:lnTo>
                    <a:pt x="94" y="449"/>
                  </a:lnTo>
                  <a:cubicBezTo>
                    <a:pt x="187" y="395"/>
                    <a:pt x="249" y="290"/>
                    <a:pt x="249" y="145"/>
                  </a:cubicBezTo>
                  <a:cubicBezTo>
                    <a:pt x="249" y="45"/>
                    <a:pt x="220"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1" name="Google Shape;701;p32">
              <a:extLst>
                <a:ext uri="{FF2B5EF4-FFF2-40B4-BE49-F238E27FC236}">
                  <a16:creationId xmlns:a16="http://schemas.microsoft.com/office/drawing/2014/main" id="{DFAE8A2B-4233-E907-647E-DAD8517541CE}"/>
                </a:ext>
              </a:extLst>
            </p:cNvPr>
            <p:cNvSpPr/>
            <p:nvPr/>
          </p:nvSpPr>
          <p:spPr>
            <a:xfrm>
              <a:off x="5198349" y="738707"/>
              <a:ext cx="76081" cy="152513"/>
            </a:xfrm>
            <a:custGeom>
              <a:avLst/>
              <a:gdLst/>
              <a:ahLst/>
              <a:cxnLst/>
              <a:rect l="l" t="t" r="r" b="b"/>
              <a:pathLst>
                <a:path w="649" h="1301" extrusionOk="0">
                  <a:moveTo>
                    <a:pt x="648" y="0"/>
                  </a:moveTo>
                  <a:lnTo>
                    <a:pt x="483" y="96"/>
                  </a:lnTo>
                  <a:lnTo>
                    <a:pt x="370" y="578"/>
                  </a:lnTo>
                  <a:lnTo>
                    <a:pt x="328" y="764"/>
                  </a:lnTo>
                  <a:lnTo>
                    <a:pt x="324" y="766"/>
                  </a:lnTo>
                  <a:lnTo>
                    <a:pt x="282" y="627"/>
                  </a:lnTo>
                  <a:lnTo>
                    <a:pt x="166" y="278"/>
                  </a:lnTo>
                  <a:lnTo>
                    <a:pt x="1" y="375"/>
                  </a:lnTo>
                  <a:lnTo>
                    <a:pt x="1" y="1301"/>
                  </a:lnTo>
                  <a:lnTo>
                    <a:pt x="146" y="1218"/>
                  </a:lnTo>
                  <a:lnTo>
                    <a:pt x="146" y="877"/>
                  </a:lnTo>
                  <a:cubicBezTo>
                    <a:pt x="146" y="786"/>
                    <a:pt x="132" y="659"/>
                    <a:pt x="126" y="575"/>
                  </a:cubicBezTo>
                  <a:lnTo>
                    <a:pt x="129" y="571"/>
                  </a:lnTo>
                  <a:lnTo>
                    <a:pt x="184" y="754"/>
                  </a:lnTo>
                  <a:lnTo>
                    <a:pt x="291" y="1052"/>
                  </a:lnTo>
                  <a:lnTo>
                    <a:pt x="354" y="1016"/>
                  </a:lnTo>
                  <a:lnTo>
                    <a:pt x="461" y="594"/>
                  </a:lnTo>
                  <a:lnTo>
                    <a:pt x="518" y="347"/>
                  </a:lnTo>
                  <a:lnTo>
                    <a:pt x="522" y="345"/>
                  </a:lnTo>
                  <a:lnTo>
                    <a:pt x="522" y="345"/>
                  </a:lnTo>
                  <a:cubicBezTo>
                    <a:pt x="514" y="438"/>
                    <a:pt x="502" y="580"/>
                    <a:pt x="502" y="671"/>
                  </a:cubicBezTo>
                  <a:lnTo>
                    <a:pt x="502" y="1010"/>
                  </a:lnTo>
                  <a:lnTo>
                    <a:pt x="648" y="926"/>
                  </a:lnTo>
                  <a:lnTo>
                    <a:pt x="6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Nunito"/>
                <a:ea typeface="Nunito"/>
                <a:cs typeface="Nunito"/>
                <a:sym typeface="Nunito"/>
              </a:endParaRPr>
            </a:p>
          </p:txBody>
        </p:sp>
        <p:sp>
          <p:nvSpPr>
            <p:cNvPr id="702" name="Google Shape;702;p32">
              <a:extLst>
                <a:ext uri="{FF2B5EF4-FFF2-40B4-BE49-F238E27FC236}">
                  <a16:creationId xmlns:a16="http://schemas.microsoft.com/office/drawing/2014/main" id="{AF16F1D3-6E83-B493-85AC-06577F465B8F}"/>
                </a:ext>
              </a:extLst>
            </p:cNvPr>
            <p:cNvSpPr/>
            <p:nvPr/>
          </p:nvSpPr>
          <p:spPr>
            <a:xfrm>
              <a:off x="5282869" y="694982"/>
              <a:ext cx="67406" cy="133405"/>
            </a:xfrm>
            <a:custGeom>
              <a:avLst/>
              <a:gdLst/>
              <a:ahLst/>
              <a:cxnLst/>
              <a:rect l="l" t="t" r="r" b="b"/>
              <a:pathLst>
                <a:path w="575" h="1138" extrusionOk="0">
                  <a:moveTo>
                    <a:pt x="575" y="1"/>
                  </a:moveTo>
                  <a:lnTo>
                    <a:pt x="411" y="95"/>
                  </a:lnTo>
                  <a:lnTo>
                    <a:pt x="349" y="343"/>
                  </a:lnTo>
                  <a:cubicBezTo>
                    <a:pt x="330" y="424"/>
                    <a:pt x="310" y="499"/>
                    <a:pt x="291" y="582"/>
                  </a:cubicBezTo>
                  <a:lnTo>
                    <a:pt x="286" y="584"/>
                  </a:lnTo>
                  <a:cubicBezTo>
                    <a:pt x="266" y="525"/>
                    <a:pt x="248" y="471"/>
                    <a:pt x="230" y="412"/>
                  </a:cubicBezTo>
                  <a:lnTo>
                    <a:pt x="167" y="235"/>
                  </a:lnTo>
                  <a:lnTo>
                    <a:pt x="0" y="332"/>
                  </a:lnTo>
                  <a:lnTo>
                    <a:pt x="209" y="808"/>
                  </a:lnTo>
                  <a:lnTo>
                    <a:pt x="209" y="1138"/>
                  </a:lnTo>
                  <a:lnTo>
                    <a:pt x="365" y="1047"/>
                  </a:lnTo>
                  <a:lnTo>
                    <a:pt x="365" y="718"/>
                  </a:lnTo>
                  <a:lnTo>
                    <a:pt x="5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3" name="Google Shape;703;p32">
              <a:extLst>
                <a:ext uri="{FF2B5EF4-FFF2-40B4-BE49-F238E27FC236}">
                  <a16:creationId xmlns:a16="http://schemas.microsoft.com/office/drawing/2014/main" id="{D86C89D9-F16E-B50B-7F75-2D3777C4DE88}"/>
                </a:ext>
              </a:extLst>
            </p:cNvPr>
            <p:cNvSpPr/>
            <p:nvPr/>
          </p:nvSpPr>
          <p:spPr>
            <a:xfrm>
              <a:off x="5384622" y="654773"/>
              <a:ext cx="64006" cy="128950"/>
            </a:xfrm>
            <a:custGeom>
              <a:avLst/>
              <a:gdLst/>
              <a:ahLst/>
              <a:cxnLst/>
              <a:rect l="l" t="t" r="r" b="b"/>
              <a:pathLst>
                <a:path w="546" h="1100" extrusionOk="0">
                  <a:moveTo>
                    <a:pt x="286" y="200"/>
                  </a:moveTo>
                  <a:cubicBezTo>
                    <a:pt x="347" y="200"/>
                    <a:pt x="385" y="258"/>
                    <a:pt x="385" y="410"/>
                  </a:cubicBezTo>
                  <a:cubicBezTo>
                    <a:pt x="385" y="632"/>
                    <a:pt x="305" y="755"/>
                    <a:pt x="188" y="822"/>
                  </a:cubicBezTo>
                  <a:lnTo>
                    <a:pt x="158" y="839"/>
                  </a:lnTo>
                  <a:lnTo>
                    <a:pt x="158" y="251"/>
                  </a:lnTo>
                  <a:lnTo>
                    <a:pt x="188" y="234"/>
                  </a:lnTo>
                  <a:cubicBezTo>
                    <a:pt x="225" y="213"/>
                    <a:pt x="258" y="200"/>
                    <a:pt x="286" y="200"/>
                  </a:cubicBezTo>
                  <a:close/>
                  <a:moveTo>
                    <a:pt x="372" y="1"/>
                  </a:moveTo>
                  <a:cubicBezTo>
                    <a:pt x="322" y="1"/>
                    <a:pt x="263" y="21"/>
                    <a:pt x="197" y="60"/>
                  </a:cubicBezTo>
                  <a:lnTo>
                    <a:pt x="1" y="173"/>
                  </a:lnTo>
                  <a:lnTo>
                    <a:pt x="1" y="1099"/>
                  </a:lnTo>
                  <a:lnTo>
                    <a:pt x="206" y="981"/>
                  </a:lnTo>
                  <a:cubicBezTo>
                    <a:pt x="409" y="864"/>
                    <a:pt x="546" y="635"/>
                    <a:pt x="546" y="318"/>
                  </a:cubicBezTo>
                  <a:cubicBezTo>
                    <a:pt x="546" y="99"/>
                    <a:pt x="481" y="1"/>
                    <a:pt x="3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4" name="Google Shape;704;p32">
              <a:extLst>
                <a:ext uri="{FF2B5EF4-FFF2-40B4-BE49-F238E27FC236}">
                  <a16:creationId xmlns:a16="http://schemas.microsoft.com/office/drawing/2014/main" id="{F0A12168-FAFE-A5CE-3305-12FDA4FBC377}"/>
                </a:ext>
              </a:extLst>
            </p:cNvPr>
            <p:cNvSpPr/>
            <p:nvPr/>
          </p:nvSpPr>
          <p:spPr>
            <a:xfrm>
              <a:off x="5452145" y="608703"/>
              <a:ext cx="73150" cy="135984"/>
            </a:xfrm>
            <a:custGeom>
              <a:avLst/>
              <a:gdLst/>
              <a:ahLst/>
              <a:cxnLst/>
              <a:rect l="l" t="t" r="r" b="b"/>
              <a:pathLst>
                <a:path w="624" h="1160" extrusionOk="0">
                  <a:moveTo>
                    <a:pt x="311" y="214"/>
                  </a:moveTo>
                  <a:cubicBezTo>
                    <a:pt x="330" y="300"/>
                    <a:pt x="348" y="399"/>
                    <a:pt x="367" y="480"/>
                  </a:cubicBezTo>
                  <a:lnTo>
                    <a:pt x="384" y="555"/>
                  </a:lnTo>
                  <a:lnTo>
                    <a:pt x="235" y="641"/>
                  </a:lnTo>
                  <a:lnTo>
                    <a:pt x="252" y="546"/>
                  </a:lnTo>
                  <a:cubicBezTo>
                    <a:pt x="271" y="443"/>
                    <a:pt x="291" y="323"/>
                    <a:pt x="306" y="216"/>
                  </a:cubicBezTo>
                  <a:lnTo>
                    <a:pt x="311" y="214"/>
                  </a:lnTo>
                  <a:close/>
                  <a:moveTo>
                    <a:pt x="405" y="0"/>
                  </a:moveTo>
                  <a:lnTo>
                    <a:pt x="218" y="108"/>
                  </a:lnTo>
                  <a:lnTo>
                    <a:pt x="0" y="1160"/>
                  </a:lnTo>
                  <a:lnTo>
                    <a:pt x="160" y="1068"/>
                  </a:lnTo>
                  <a:lnTo>
                    <a:pt x="203" y="823"/>
                  </a:lnTo>
                  <a:lnTo>
                    <a:pt x="416" y="700"/>
                  </a:lnTo>
                  <a:lnTo>
                    <a:pt x="458" y="895"/>
                  </a:lnTo>
                  <a:lnTo>
                    <a:pt x="624" y="800"/>
                  </a:lnTo>
                  <a:lnTo>
                    <a:pt x="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5" name="Google Shape;705;p32">
              <a:extLst>
                <a:ext uri="{FF2B5EF4-FFF2-40B4-BE49-F238E27FC236}">
                  <a16:creationId xmlns:a16="http://schemas.microsoft.com/office/drawing/2014/main" id="{9AA96115-30BB-2320-E010-04609A6ABCE8}"/>
                </a:ext>
              </a:extLst>
            </p:cNvPr>
            <p:cNvSpPr/>
            <p:nvPr/>
          </p:nvSpPr>
          <p:spPr>
            <a:xfrm>
              <a:off x="5522363" y="559116"/>
              <a:ext cx="63186" cy="132115"/>
            </a:xfrm>
            <a:custGeom>
              <a:avLst/>
              <a:gdLst/>
              <a:ahLst/>
              <a:cxnLst/>
              <a:rect l="l" t="t" r="r" b="b"/>
              <a:pathLst>
                <a:path w="539" h="1127" extrusionOk="0">
                  <a:moveTo>
                    <a:pt x="538" y="1"/>
                  </a:moveTo>
                  <a:lnTo>
                    <a:pt x="0" y="312"/>
                  </a:lnTo>
                  <a:lnTo>
                    <a:pt x="0" y="487"/>
                  </a:lnTo>
                  <a:lnTo>
                    <a:pt x="191" y="377"/>
                  </a:lnTo>
                  <a:lnTo>
                    <a:pt x="191" y="1127"/>
                  </a:lnTo>
                  <a:lnTo>
                    <a:pt x="348" y="1037"/>
                  </a:lnTo>
                  <a:lnTo>
                    <a:pt x="348" y="287"/>
                  </a:lnTo>
                  <a:lnTo>
                    <a:pt x="538" y="176"/>
                  </a:lnTo>
                  <a:lnTo>
                    <a:pt x="5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6" name="Google Shape;706;p32">
              <a:extLst>
                <a:ext uri="{FF2B5EF4-FFF2-40B4-BE49-F238E27FC236}">
                  <a16:creationId xmlns:a16="http://schemas.microsoft.com/office/drawing/2014/main" id="{4DF39961-92A9-1BB4-4625-941D10E119CD}"/>
                </a:ext>
              </a:extLst>
            </p:cNvPr>
            <p:cNvSpPr/>
            <p:nvPr/>
          </p:nvSpPr>
          <p:spPr>
            <a:xfrm>
              <a:off x="5582618" y="533327"/>
              <a:ext cx="73267" cy="135984"/>
            </a:xfrm>
            <a:custGeom>
              <a:avLst/>
              <a:gdLst/>
              <a:ahLst/>
              <a:cxnLst/>
              <a:rect l="l" t="t" r="r" b="b"/>
              <a:pathLst>
                <a:path w="625" h="1160" extrusionOk="0">
                  <a:moveTo>
                    <a:pt x="310" y="214"/>
                  </a:moveTo>
                  <a:cubicBezTo>
                    <a:pt x="329" y="300"/>
                    <a:pt x="347" y="399"/>
                    <a:pt x="367" y="480"/>
                  </a:cubicBezTo>
                  <a:lnTo>
                    <a:pt x="385" y="555"/>
                  </a:lnTo>
                  <a:lnTo>
                    <a:pt x="235" y="641"/>
                  </a:lnTo>
                  <a:lnTo>
                    <a:pt x="252" y="546"/>
                  </a:lnTo>
                  <a:cubicBezTo>
                    <a:pt x="271" y="443"/>
                    <a:pt x="290" y="324"/>
                    <a:pt x="306" y="216"/>
                  </a:cubicBezTo>
                  <a:lnTo>
                    <a:pt x="310" y="214"/>
                  </a:lnTo>
                  <a:close/>
                  <a:moveTo>
                    <a:pt x="406" y="0"/>
                  </a:moveTo>
                  <a:lnTo>
                    <a:pt x="219" y="108"/>
                  </a:lnTo>
                  <a:lnTo>
                    <a:pt x="1" y="1160"/>
                  </a:lnTo>
                  <a:lnTo>
                    <a:pt x="161" y="1068"/>
                  </a:lnTo>
                  <a:lnTo>
                    <a:pt x="203" y="823"/>
                  </a:lnTo>
                  <a:lnTo>
                    <a:pt x="416" y="701"/>
                  </a:lnTo>
                  <a:lnTo>
                    <a:pt x="459" y="895"/>
                  </a:lnTo>
                  <a:lnTo>
                    <a:pt x="625" y="800"/>
                  </a:lnTo>
                  <a:lnTo>
                    <a:pt x="4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7" name="Google Shape;707;p32">
              <a:extLst>
                <a:ext uri="{FF2B5EF4-FFF2-40B4-BE49-F238E27FC236}">
                  <a16:creationId xmlns:a16="http://schemas.microsoft.com/office/drawing/2014/main" id="{055566F7-5AC9-41CA-E357-211D455C947B}"/>
                </a:ext>
              </a:extLst>
            </p:cNvPr>
            <p:cNvSpPr/>
            <p:nvPr/>
          </p:nvSpPr>
          <p:spPr>
            <a:xfrm>
              <a:off x="5509937" y="611634"/>
              <a:ext cx="442534" cy="679333"/>
            </a:xfrm>
            <a:custGeom>
              <a:avLst/>
              <a:gdLst/>
              <a:ahLst/>
              <a:cxnLst/>
              <a:rect l="l" t="t" r="r" b="b"/>
              <a:pathLst>
                <a:path w="3775" h="5795" extrusionOk="0">
                  <a:moveTo>
                    <a:pt x="2961" y="1"/>
                  </a:moveTo>
                  <a:lnTo>
                    <a:pt x="1876" y="627"/>
                  </a:lnTo>
                  <a:lnTo>
                    <a:pt x="792" y="1253"/>
                  </a:lnTo>
                  <a:lnTo>
                    <a:pt x="53" y="2929"/>
                  </a:lnTo>
                  <a:cubicBezTo>
                    <a:pt x="53" y="2929"/>
                    <a:pt x="0" y="4709"/>
                    <a:pt x="1134" y="5487"/>
                  </a:cubicBezTo>
                  <a:cubicBezTo>
                    <a:pt x="1340" y="5628"/>
                    <a:pt x="1585" y="5736"/>
                    <a:pt x="1876" y="5795"/>
                  </a:cubicBezTo>
                  <a:cubicBezTo>
                    <a:pt x="3775" y="3223"/>
                    <a:pt x="3700" y="822"/>
                    <a:pt x="3700" y="822"/>
                  </a:cubicBezTo>
                  <a:lnTo>
                    <a:pt x="2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8" name="Google Shape;708;p32">
              <a:extLst>
                <a:ext uri="{FF2B5EF4-FFF2-40B4-BE49-F238E27FC236}">
                  <a16:creationId xmlns:a16="http://schemas.microsoft.com/office/drawing/2014/main" id="{36713E0B-F621-74B1-59AF-6A1F47BD50CB}"/>
                </a:ext>
              </a:extLst>
            </p:cNvPr>
            <p:cNvSpPr/>
            <p:nvPr/>
          </p:nvSpPr>
          <p:spPr>
            <a:xfrm>
              <a:off x="5638652" y="1224611"/>
              <a:ext cx="50291" cy="57793"/>
            </a:xfrm>
            <a:custGeom>
              <a:avLst/>
              <a:gdLst/>
              <a:ahLst/>
              <a:cxnLst/>
              <a:rect l="l" t="t" r="r" b="b"/>
              <a:pathLst>
                <a:path w="429" h="493" extrusionOk="0">
                  <a:moveTo>
                    <a:pt x="428" y="0"/>
                  </a:moveTo>
                  <a:lnTo>
                    <a:pt x="0" y="232"/>
                  </a:lnTo>
                  <a:lnTo>
                    <a:pt x="404" y="492"/>
                  </a:lnTo>
                  <a:lnTo>
                    <a:pt x="42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09" name="Google Shape;709;p32">
              <a:extLst>
                <a:ext uri="{FF2B5EF4-FFF2-40B4-BE49-F238E27FC236}">
                  <a16:creationId xmlns:a16="http://schemas.microsoft.com/office/drawing/2014/main" id="{A351D5C6-EAF9-616B-06C9-55AE1AE48FEB}"/>
                </a:ext>
              </a:extLst>
            </p:cNvPr>
            <p:cNvSpPr/>
            <p:nvPr/>
          </p:nvSpPr>
          <p:spPr>
            <a:xfrm>
              <a:off x="5539713" y="632148"/>
              <a:ext cx="445113" cy="679451"/>
            </a:xfrm>
            <a:custGeom>
              <a:avLst/>
              <a:gdLst/>
              <a:ahLst/>
              <a:cxnLst/>
              <a:rect l="l" t="t" r="r" b="b"/>
              <a:pathLst>
                <a:path w="3797" h="5796" extrusionOk="0">
                  <a:moveTo>
                    <a:pt x="2984" y="1"/>
                  </a:moveTo>
                  <a:lnTo>
                    <a:pt x="1899" y="627"/>
                  </a:lnTo>
                  <a:lnTo>
                    <a:pt x="815" y="1253"/>
                  </a:lnTo>
                  <a:lnTo>
                    <a:pt x="75" y="2928"/>
                  </a:lnTo>
                  <a:cubicBezTo>
                    <a:pt x="75" y="2928"/>
                    <a:pt x="1" y="5413"/>
                    <a:pt x="1899" y="5795"/>
                  </a:cubicBezTo>
                  <a:cubicBezTo>
                    <a:pt x="3797" y="3223"/>
                    <a:pt x="3722" y="823"/>
                    <a:pt x="3722" y="823"/>
                  </a:cubicBezTo>
                  <a:lnTo>
                    <a:pt x="2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0" name="Google Shape;710;p32">
              <a:extLst>
                <a:ext uri="{FF2B5EF4-FFF2-40B4-BE49-F238E27FC236}">
                  <a16:creationId xmlns:a16="http://schemas.microsoft.com/office/drawing/2014/main" id="{5DD4071C-8973-C708-C64E-CC2A88522B74}"/>
                </a:ext>
              </a:extLst>
            </p:cNvPr>
            <p:cNvSpPr/>
            <p:nvPr/>
          </p:nvSpPr>
          <p:spPr>
            <a:xfrm>
              <a:off x="5642052" y="787708"/>
              <a:ext cx="13129" cy="19108"/>
            </a:xfrm>
            <a:custGeom>
              <a:avLst/>
              <a:gdLst/>
              <a:ahLst/>
              <a:cxnLst/>
              <a:rect l="l" t="t" r="r" b="b"/>
              <a:pathLst>
                <a:path w="112" h="163" extrusionOk="0">
                  <a:moveTo>
                    <a:pt x="78" y="0"/>
                  </a:moveTo>
                  <a:cubicBezTo>
                    <a:pt x="72" y="0"/>
                    <a:pt x="64" y="3"/>
                    <a:pt x="57" y="7"/>
                  </a:cubicBezTo>
                  <a:cubicBezTo>
                    <a:pt x="25" y="25"/>
                    <a:pt x="0" y="72"/>
                    <a:pt x="0" y="114"/>
                  </a:cubicBezTo>
                  <a:cubicBezTo>
                    <a:pt x="0" y="144"/>
                    <a:pt x="14" y="162"/>
                    <a:pt x="34" y="162"/>
                  </a:cubicBezTo>
                  <a:cubicBezTo>
                    <a:pt x="41" y="162"/>
                    <a:pt x="49" y="160"/>
                    <a:pt x="57" y="155"/>
                  </a:cubicBezTo>
                  <a:cubicBezTo>
                    <a:pt x="87" y="137"/>
                    <a:pt x="112" y="90"/>
                    <a:pt x="112" y="50"/>
                  </a:cubicBezTo>
                  <a:cubicBezTo>
                    <a:pt x="112" y="18"/>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1" name="Google Shape;711;p32">
              <a:extLst>
                <a:ext uri="{FF2B5EF4-FFF2-40B4-BE49-F238E27FC236}">
                  <a16:creationId xmlns:a16="http://schemas.microsoft.com/office/drawing/2014/main" id="{65A978BF-F03B-A44F-A8DD-9B5FE154D8EE}"/>
                </a:ext>
              </a:extLst>
            </p:cNvPr>
            <p:cNvSpPr/>
            <p:nvPr/>
          </p:nvSpPr>
          <p:spPr>
            <a:xfrm>
              <a:off x="5571012" y="1059322"/>
              <a:ext cx="13247" cy="19108"/>
            </a:xfrm>
            <a:custGeom>
              <a:avLst/>
              <a:gdLst/>
              <a:ahLst/>
              <a:cxnLst/>
              <a:rect l="l" t="t" r="r" b="b"/>
              <a:pathLst>
                <a:path w="113" h="163" extrusionOk="0">
                  <a:moveTo>
                    <a:pt x="79" y="0"/>
                  </a:moveTo>
                  <a:cubicBezTo>
                    <a:pt x="72" y="0"/>
                    <a:pt x="65" y="3"/>
                    <a:pt x="57" y="7"/>
                  </a:cubicBezTo>
                  <a:cubicBezTo>
                    <a:pt x="25" y="25"/>
                    <a:pt x="1" y="73"/>
                    <a:pt x="1" y="113"/>
                  </a:cubicBezTo>
                  <a:cubicBezTo>
                    <a:pt x="1" y="144"/>
                    <a:pt x="14" y="162"/>
                    <a:pt x="35" y="162"/>
                  </a:cubicBezTo>
                  <a:cubicBezTo>
                    <a:pt x="41" y="162"/>
                    <a:pt x="49" y="160"/>
                    <a:pt x="57" y="156"/>
                  </a:cubicBezTo>
                  <a:cubicBezTo>
                    <a:pt x="87" y="138"/>
                    <a:pt x="112" y="91"/>
                    <a:pt x="112" y="49"/>
                  </a:cubicBezTo>
                  <a:cubicBezTo>
                    <a:pt x="112" y="19"/>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2" name="Google Shape;712;p32">
              <a:extLst>
                <a:ext uri="{FF2B5EF4-FFF2-40B4-BE49-F238E27FC236}">
                  <a16:creationId xmlns:a16="http://schemas.microsoft.com/office/drawing/2014/main" id="{E6D57EC5-2AE8-582D-FE05-5B1738796124}"/>
                </a:ext>
              </a:extLst>
            </p:cNvPr>
            <p:cNvSpPr/>
            <p:nvPr/>
          </p:nvSpPr>
          <p:spPr>
            <a:xfrm>
              <a:off x="5919762" y="958273"/>
              <a:ext cx="13247" cy="19108"/>
            </a:xfrm>
            <a:custGeom>
              <a:avLst/>
              <a:gdLst/>
              <a:ahLst/>
              <a:cxnLst/>
              <a:rect l="l" t="t" r="r" b="b"/>
              <a:pathLst>
                <a:path w="113" h="163" extrusionOk="0">
                  <a:moveTo>
                    <a:pt x="79" y="0"/>
                  </a:moveTo>
                  <a:cubicBezTo>
                    <a:pt x="72" y="0"/>
                    <a:pt x="65" y="2"/>
                    <a:pt x="57" y="7"/>
                  </a:cubicBezTo>
                  <a:cubicBezTo>
                    <a:pt x="25" y="25"/>
                    <a:pt x="1" y="72"/>
                    <a:pt x="1" y="114"/>
                  </a:cubicBezTo>
                  <a:cubicBezTo>
                    <a:pt x="1" y="144"/>
                    <a:pt x="15" y="162"/>
                    <a:pt x="35" y="162"/>
                  </a:cubicBezTo>
                  <a:cubicBezTo>
                    <a:pt x="42" y="162"/>
                    <a:pt x="49" y="160"/>
                    <a:pt x="57" y="155"/>
                  </a:cubicBezTo>
                  <a:cubicBezTo>
                    <a:pt x="87" y="138"/>
                    <a:pt x="112" y="90"/>
                    <a:pt x="112" y="49"/>
                  </a:cubicBezTo>
                  <a:cubicBezTo>
                    <a:pt x="112" y="18"/>
                    <a:pt x="98"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3" name="Google Shape;713;p32">
              <a:extLst>
                <a:ext uri="{FF2B5EF4-FFF2-40B4-BE49-F238E27FC236}">
                  <a16:creationId xmlns:a16="http://schemas.microsoft.com/office/drawing/2014/main" id="{86F54AA2-81A6-711D-3001-D251C38C4BC5}"/>
                </a:ext>
              </a:extLst>
            </p:cNvPr>
            <p:cNvSpPr/>
            <p:nvPr/>
          </p:nvSpPr>
          <p:spPr>
            <a:xfrm>
              <a:off x="5598209" y="1145366"/>
              <a:ext cx="13247" cy="19108"/>
            </a:xfrm>
            <a:custGeom>
              <a:avLst/>
              <a:gdLst/>
              <a:ahLst/>
              <a:cxnLst/>
              <a:rect l="l" t="t" r="r" b="b"/>
              <a:pathLst>
                <a:path w="113" h="163" extrusionOk="0">
                  <a:moveTo>
                    <a:pt x="78" y="1"/>
                  </a:moveTo>
                  <a:cubicBezTo>
                    <a:pt x="71" y="1"/>
                    <a:pt x="64" y="3"/>
                    <a:pt x="56" y="7"/>
                  </a:cubicBezTo>
                  <a:cubicBezTo>
                    <a:pt x="25" y="25"/>
                    <a:pt x="1" y="73"/>
                    <a:pt x="1" y="113"/>
                  </a:cubicBezTo>
                  <a:cubicBezTo>
                    <a:pt x="1" y="144"/>
                    <a:pt x="14" y="162"/>
                    <a:pt x="34" y="162"/>
                  </a:cubicBezTo>
                  <a:cubicBezTo>
                    <a:pt x="41" y="162"/>
                    <a:pt x="48" y="160"/>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4" name="Google Shape;714;p32">
              <a:extLst>
                <a:ext uri="{FF2B5EF4-FFF2-40B4-BE49-F238E27FC236}">
                  <a16:creationId xmlns:a16="http://schemas.microsoft.com/office/drawing/2014/main" id="{F09501F0-D6E2-E9C2-D7C1-5E82D02EDF1C}"/>
                </a:ext>
              </a:extLst>
            </p:cNvPr>
            <p:cNvSpPr/>
            <p:nvPr/>
          </p:nvSpPr>
          <p:spPr>
            <a:xfrm>
              <a:off x="5652719" y="1224025"/>
              <a:ext cx="13247" cy="19108"/>
            </a:xfrm>
            <a:custGeom>
              <a:avLst/>
              <a:gdLst/>
              <a:ahLst/>
              <a:cxnLst/>
              <a:rect l="l" t="t" r="r" b="b"/>
              <a:pathLst>
                <a:path w="113" h="163" extrusionOk="0">
                  <a:moveTo>
                    <a:pt x="79" y="1"/>
                  </a:moveTo>
                  <a:cubicBezTo>
                    <a:pt x="72" y="1"/>
                    <a:pt x="65" y="3"/>
                    <a:pt x="57" y="8"/>
                  </a:cubicBezTo>
                  <a:cubicBezTo>
                    <a:pt x="25" y="24"/>
                    <a:pt x="1" y="73"/>
                    <a:pt x="1" y="113"/>
                  </a:cubicBezTo>
                  <a:cubicBezTo>
                    <a:pt x="1" y="145"/>
                    <a:pt x="14" y="162"/>
                    <a:pt x="35" y="162"/>
                  </a:cubicBezTo>
                  <a:cubicBezTo>
                    <a:pt x="41" y="162"/>
                    <a:pt x="49" y="160"/>
                    <a:pt x="57" y="156"/>
                  </a:cubicBezTo>
                  <a:cubicBezTo>
                    <a:pt x="87" y="138"/>
                    <a:pt x="112" y="90"/>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5" name="Google Shape;715;p32">
              <a:extLst>
                <a:ext uri="{FF2B5EF4-FFF2-40B4-BE49-F238E27FC236}">
                  <a16:creationId xmlns:a16="http://schemas.microsoft.com/office/drawing/2014/main" id="{B748CE4D-386A-D225-3C44-ACD081FCCA2C}"/>
                </a:ext>
              </a:extLst>
            </p:cNvPr>
            <p:cNvSpPr/>
            <p:nvPr/>
          </p:nvSpPr>
          <p:spPr>
            <a:xfrm>
              <a:off x="5863493" y="1102813"/>
              <a:ext cx="13247" cy="19225"/>
            </a:xfrm>
            <a:custGeom>
              <a:avLst/>
              <a:gdLst/>
              <a:ahLst/>
              <a:cxnLst/>
              <a:rect l="l" t="t" r="r" b="b"/>
              <a:pathLst>
                <a:path w="113" h="164" extrusionOk="0">
                  <a:moveTo>
                    <a:pt x="79" y="1"/>
                  </a:moveTo>
                  <a:cubicBezTo>
                    <a:pt x="72" y="1"/>
                    <a:pt x="64" y="3"/>
                    <a:pt x="56" y="8"/>
                  </a:cubicBezTo>
                  <a:cubicBezTo>
                    <a:pt x="26" y="26"/>
                    <a:pt x="1" y="73"/>
                    <a:pt x="1" y="114"/>
                  </a:cubicBezTo>
                  <a:cubicBezTo>
                    <a:pt x="1" y="145"/>
                    <a:pt x="15" y="163"/>
                    <a:pt x="34" y="163"/>
                  </a:cubicBezTo>
                  <a:cubicBezTo>
                    <a:pt x="41" y="163"/>
                    <a:pt x="48" y="161"/>
                    <a:pt x="56" y="156"/>
                  </a:cubicBezTo>
                  <a:cubicBezTo>
                    <a:pt x="88" y="138"/>
                    <a:pt x="112" y="91"/>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6" name="Google Shape;716;p32">
              <a:extLst>
                <a:ext uri="{FF2B5EF4-FFF2-40B4-BE49-F238E27FC236}">
                  <a16:creationId xmlns:a16="http://schemas.microsoft.com/office/drawing/2014/main" id="{517F0557-BC6F-0CB8-0E30-06DE2AA358E6}"/>
                </a:ext>
              </a:extLst>
            </p:cNvPr>
            <p:cNvSpPr/>
            <p:nvPr/>
          </p:nvSpPr>
          <p:spPr>
            <a:xfrm>
              <a:off x="5757637" y="1277246"/>
              <a:ext cx="13247" cy="19108"/>
            </a:xfrm>
            <a:custGeom>
              <a:avLst/>
              <a:gdLst/>
              <a:ahLst/>
              <a:cxnLst/>
              <a:rect l="l" t="t" r="r" b="b"/>
              <a:pathLst>
                <a:path w="113" h="163" extrusionOk="0">
                  <a:moveTo>
                    <a:pt x="79" y="1"/>
                  </a:moveTo>
                  <a:cubicBezTo>
                    <a:pt x="72" y="1"/>
                    <a:pt x="65" y="3"/>
                    <a:pt x="57" y="7"/>
                  </a:cubicBezTo>
                  <a:cubicBezTo>
                    <a:pt x="26" y="24"/>
                    <a:pt x="1" y="73"/>
                    <a:pt x="1" y="113"/>
                  </a:cubicBezTo>
                  <a:cubicBezTo>
                    <a:pt x="1" y="144"/>
                    <a:pt x="15" y="162"/>
                    <a:pt x="35" y="162"/>
                  </a:cubicBezTo>
                  <a:cubicBezTo>
                    <a:pt x="42" y="162"/>
                    <a:pt x="49" y="160"/>
                    <a:pt x="57" y="156"/>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7" name="Google Shape;717;p32">
              <a:extLst>
                <a:ext uri="{FF2B5EF4-FFF2-40B4-BE49-F238E27FC236}">
                  <a16:creationId xmlns:a16="http://schemas.microsoft.com/office/drawing/2014/main" id="{86256581-46E6-407D-8713-F03FA71AD8F3}"/>
                </a:ext>
              </a:extLst>
            </p:cNvPr>
            <p:cNvSpPr/>
            <p:nvPr/>
          </p:nvSpPr>
          <p:spPr>
            <a:xfrm>
              <a:off x="5919762" y="694044"/>
              <a:ext cx="13247" cy="19108"/>
            </a:xfrm>
            <a:custGeom>
              <a:avLst/>
              <a:gdLst/>
              <a:ahLst/>
              <a:cxnLst/>
              <a:rect l="l" t="t" r="r" b="b"/>
              <a:pathLst>
                <a:path w="113" h="163" extrusionOk="0">
                  <a:moveTo>
                    <a:pt x="79" y="1"/>
                  </a:moveTo>
                  <a:cubicBezTo>
                    <a:pt x="72" y="1"/>
                    <a:pt x="65" y="3"/>
                    <a:pt x="57" y="7"/>
                  </a:cubicBezTo>
                  <a:cubicBezTo>
                    <a:pt x="25" y="25"/>
                    <a:pt x="1" y="73"/>
                    <a:pt x="1" y="114"/>
                  </a:cubicBezTo>
                  <a:cubicBezTo>
                    <a:pt x="1" y="145"/>
                    <a:pt x="15" y="163"/>
                    <a:pt x="35" y="163"/>
                  </a:cubicBezTo>
                  <a:cubicBezTo>
                    <a:pt x="42" y="163"/>
                    <a:pt x="49" y="161"/>
                    <a:pt x="57" y="156"/>
                  </a:cubicBezTo>
                  <a:cubicBezTo>
                    <a:pt x="87" y="138"/>
                    <a:pt x="112" y="91"/>
                    <a:pt x="112" y="49"/>
                  </a:cubicBezTo>
                  <a:cubicBezTo>
                    <a:pt x="112" y="19"/>
                    <a:pt x="98"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8" name="Google Shape;718;p32">
              <a:extLst>
                <a:ext uri="{FF2B5EF4-FFF2-40B4-BE49-F238E27FC236}">
                  <a16:creationId xmlns:a16="http://schemas.microsoft.com/office/drawing/2014/main" id="{2F5EA144-B1EF-F909-F3CD-C3B2E096625A}"/>
                </a:ext>
              </a:extLst>
            </p:cNvPr>
            <p:cNvSpPr/>
            <p:nvPr/>
          </p:nvSpPr>
          <p:spPr>
            <a:xfrm>
              <a:off x="5598209" y="879379"/>
              <a:ext cx="13247" cy="18991"/>
            </a:xfrm>
            <a:custGeom>
              <a:avLst/>
              <a:gdLst/>
              <a:ahLst/>
              <a:cxnLst/>
              <a:rect l="l" t="t" r="r" b="b"/>
              <a:pathLst>
                <a:path w="113" h="162" extrusionOk="0">
                  <a:moveTo>
                    <a:pt x="79" y="0"/>
                  </a:moveTo>
                  <a:cubicBezTo>
                    <a:pt x="72" y="0"/>
                    <a:pt x="64" y="3"/>
                    <a:pt x="56" y="7"/>
                  </a:cubicBezTo>
                  <a:cubicBezTo>
                    <a:pt x="25" y="24"/>
                    <a:pt x="1" y="73"/>
                    <a:pt x="1" y="113"/>
                  </a:cubicBezTo>
                  <a:cubicBezTo>
                    <a:pt x="1" y="143"/>
                    <a:pt x="14" y="162"/>
                    <a:pt x="34" y="162"/>
                  </a:cubicBezTo>
                  <a:cubicBezTo>
                    <a:pt x="41" y="162"/>
                    <a:pt x="48" y="160"/>
                    <a:pt x="56" y="155"/>
                  </a:cubicBezTo>
                  <a:cubicBezTo>
                    <a:pt x="87" y="138"/>
                    <a:pt x="112" y="90"/>
                    <a:pt x="112" y="49"/>
                  </a:cubicBezTo>
                  <a:cubicBezTo>
                    <a:pt x="112" y="18"/>
                    <a:pt x="99" y="0"/>
                    <a:pt x="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19" name="Google Shape;719;p32">
              <a:extLst>
                <a:ext uri="{FF2B5EF4-FFF2-40B4-BE49-F238E27FC236}">
                  <a16:creationId xmlns:a16="http://schemas.microsoft.com/office/drawing/2014/main" id="{F49E1878-C512-65D6-54ED-B267965E42AF}"/>
                </a:ext>
              </a:extLst>
            </p:cNvPr>
            <p:cNvSpPr/>
            <p:nvPr/>
          </p:nvSpPr>
          <p:spPr>
            <a:xfrm>
              <a:off x="5560579" y="980194"/>
              <a:ext cx="13247" cy="19225"/>
            </a:xfrm>
            <a:custGeom>
              <a:avLst/>
              <a:gdLst/>
              <a:ahLst/>
              <a:cxnLst/>
              <a:rect l="l" t="t" r="r" b="b"/>
              <a:pathLst>
                <a:path w="113" h="164" extrusionOk="0">
                  <a:moveTo>
                    <a:pt x="78" y="1"/>
                  </a:moveTo>
                  <a:cubicBezTo>
                    <a:pt x="71" y="1"/>
                    <a:pt x="64" y="3"/>
                    <a:pt x="56" y="8"/>
                  </a:cubicBezTo>
                  <a:cubicBezTo>
                    <a:pt x="25" y="26"/>
                    <a:pt x="1" y="73"/>
                    <a:pt x="1" y="115"/>
                  </a:cubicBezTo>
                  <a:cubicBezTo>
                    <a:pt x="1" y="145"/>
                    <a:pt x="14" y="163"/>
                    <a:pt x="34" y="163"/>
                  </a:cubicBezTo>
                  <a:cubicBezTo>
                    <a:pt x="41" y="163"/>
                    <a:pt x="48" y="161"/>
                    <a:pt x="56" y="156"/>
                  </a:cubicBezTo>
                  <a:cubicBezTo>
                    <a:pt x="86" y="138"/>
                    <a:pt x="112" y="91"/>
                    <a:pt x="112" y="50"/>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0" name="Google Shape;720;p32">
              <a:extLst>
                <a:ext uri="{FF2B5EF4-FFF2-40B4-BE49-F238E27FC236}">
                  <a16:creationId xmlns:a16="http://schemas.microsoft.com/office/drawing/2014/main" id="{A723FC27-4B41-DE03-0C27-E01F56966DD3}"/>
                </a:ext>
              </a:extLst>
            </p:cNvPr>
            <p:cNvSpPr/>
            <p:nvPr/>
          </p:nvSpPr>
          <p:spPr>
            <a:xfrm>
              <a:off x="5723173" y="742459"/>
              <a:ext cx="13247" cy="18991"/>
            </a:xfrm>
            <a:custGeom>
              <a:avLst/>
              <a:gdLst/>
              <a:ahLst/>
              <a:cxnLst/>
              <a:rect l="l" t="t" r="r" b="b"/>
              <a:pathLst>
                <a:path w="113" h="162" extrusionOk="0">
                  <a:moveTo>
                    <a:pt x="79" y="1"/>
                  </a:moveTo>
                  <a:cubicBezTo>
                    <a:pt x="72" y="1"/>
                    <a:pt x="65" y="3"/>
                    <a:pt x="57" y="8"/>
                  </a:cubicBezTo>
                  <a:cubicBezTo>
                    <a:pt x="26" y="25"/>
                    <a:pt x="1" y="73"/>
                    <a:pt x="1" y="114"/>
                  </a:cubicBezTo>
                  <a:cubicBezTo>
                    <a:pt x="1" y="144"/>
                    <a:pt x="15" y="162"/>
                    <a:pt x="35" y="162"/>
                  </a:cubicBezTo>
                  <a:cubicBezTo>
                    <a:pt x="41"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1" name="Google Shape;721;p32">
              <a:extLst>
                <a:ext uri="{FF2B5EF4-FFF2-40B4-BE49-F238E27FC236}">
                  <a16:creationId xmlns:a16="http://schemas.microsoft.com/office/drawing/2014/main" id="{241E1E57-3B2C-818E-A3A7-1BB7348D69EF}"/>
                </a:ext>
              </a:extLst>
            </p:cNvPr>
            <p:cNvSpPr/>
            <p:nvPr/>
          </p:nvSpPr>
          <p:spPr>
            <a:xfrm>
              <a:off x="5876036" y="654422"/>
              <a:ext cx="13247" cy="18991"/>
            </a:xfrm>
            <a:custGeom>
              <a:avLst/>
              <a:gdLst/>
              <a:ahLst/>
              <a:cxnLst/>
              <a:rect l="l" t="t" r="r" b="b"/>
              <a:pathLst>
                <a:path w="113" h="162" extrusionOk="0">
                  <a:moveTo>
                    <a:pt x="79" y="1"/>
                  </a:moveTo>
                  <a:cubicBezTo>
                    <a:pt x="72" y="1"/>
                    <a:pt x="65" y="3"/>
                    <a:pt x="57" y="8"/>
                  </a:cubicBezTo>
                  <a:cubicBezTo>
                    <a:pt x="26" y="24"/>
                    <a:pt x="1" y="73"/>
                    <a:pt x="1" y="113"/>
                  </a:cubicBezTo>
                  <a:cubicBezTo>
                    <a:pt x="1" y="144"/>
                    <a:pt x="15" y="162"/>
                    <a:pt x="35" y="162"/>
                  </a:cubicBezTo>
                  <a:cubicBezTo>
                    <a:pt x="42" y="162"/>
                    <a:pt x="49" y="160"/>
                    <a:pt x="57" y="155"/>
                  </a:cubicBezTo>
                  <a:cubicBezTo>
                    <a:pt x="88" y="138"/>
                    <a:pt x="112" y="90"/>
                    <a:pt x="112" y="49"/>
                  </a:cubicBezTo>
                  <a:cubicBezTo>
                    <a:pt x="112" y="19"/>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2" name="Google Shape;722;p32">
              <a:extLst>
                <a:ext uri="{FF2B5EF4-FFF2-40B4-BE49-F238E27FC236}">
                  <a16:creationId xmlns:a16="http://schemas.microsoft.com/office/drawing/2014/main" id="{32BEEF7B-2BF2-1BFC-397B-3E22663EBA96}"/>
                </a:ext>
              </a:extLst>
            </p:cNvPr>
            <p:cNvSpPr/>
            <p:nvPr/>
          </p:nvSpPr>
          <p:spPr>
            <a:xfrm>
              <a:off x="5808983" y="692286"/>
              <a:ext cx="13247" cy="19225"/>
            </a:xfrm>
            <a:custGeom>
              <a:avLst/>
              <a:gdLst/>
              <a:ahLst/>
              <a:cxnLst/>
              <a:rect l="l" t="t" r="r" b="b"/>
              <a:pathLst>
                <a:path w="113" h="164" extrusionOk="0">
                  <a:moveTo>
                    <a:pt x="79" y="1"/>
                  </a:moveTo>
                  <a:cubicBezTo>
                    <a:pt x="72" y="1"/>
                    <a:pt x="64" y="3"/>
                    <a:pt x="56" y="8"/>
                  </a:cubicBezTo>
                  <a:cubicBezTo>
                    <a:pt x="26" y="26"/>
                    <a:pt x="1" y="73"/>
                    <a:pt x="1" y="115"/>
                  </a:cubicBezTo>
                  <a:cubicBezTo>
                    <a:pt x="1" y="145"/>
                    <a:pt x="15" y="163"/>
                    <a:pt x="34" y="163"/>
                  </a:cubicBezTo>
                  <a:cubicBezTo>
                    <a:pt x="41" y="163"/>
                    <a:pt x="48" y="161"/>
                    <a:pt x="56" y="156"/>
                  </a:cubicBezTo>
                  <a:cubicBezTo>
                    <a:pt x="88" y="138"/>
                    <a:pt x="112" y="91"/>
                    <a:pt x="112" y="51"/>
                  </a:cubicBezTo>
                  <a:cubicBezTo>
                    <a:pt x="112" y="20"/>
                    <a:pt x="99" y="1"/>
                    <a:pt x="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3" name="Google Shape;723;p32">
              <a:extLst>
                <a:ext uri="{FF2B5EF4-FFF2-40B4-BE49-F238E27FC236}">
                  <a16:creationId xmlns:a16="http://schemas.microsoft.com/office/drawing/2014/main" id="{7C8AB2A6-B04B-CC37-DEE6-E64B99AE782C}"/>
                </a:ext>
              </a:extLst>
            </p:cNvPr>
            <p:cNvSpPr/>
            <p:nvPr/>
          </p:nvSpPr>
          <p:spPr>
            <a:xfrm>
              <a:off x="5642052" y="749375"/>
              <a:ext cx="303854" cy="514394"/>
            </a:xfrm>
            <a:custGeom>
              <a:avLst/>
              <a:gdLst/>
              <a:ahLst/>
              <a:cxnLst/>
              <a:rect l="l" t="t" r="r" b="b"/>
              <a:pathLst>
                <a:path w="2592" h="4388" extrusionOk="0">
                  <a:moveTo>
                    <a:pt x="2515" y="0"/>
                  </a:moveTo>
                  <a:cubicBezTo>
                    <a:pt x="2518" y="69"/>
                    <a:pt x="2528" y="464"/>
                    <a:pt x="2407" y="1079"/>
                  </a:cubicBezTo>
                  <a:cubicBezTo>
                    <a:pt x="2399" y="1119"/>
                    <a:pt x="2390" y="1160"/>
                    <a:pt x="2381" y="1202"/>
                  </a:cubicBezTo>
                  <a:cubicBezTo>
                    <a:pt x="2361" y="1299"/>
                    <a:pt x="2336" y="1400"/>
                    <a:pt x="2308" y="1506"/>
                  </a:cubicBezTo>
                  <a:cubicBezTo>
                    <a:pt x="2280" y="1615"/>
                    <a:pt x="2247" y="1728"/>
                    <a:pt x="2211" y="1845"/>
                  </a:cubicBezTo>
                  <a:cubicBezTo>
                    <a:pt x="2159" y="2009"/>
                    <a:pt x="2099" y="2182"/>
                    <a:pt x="2030" y="2362"/>
                  </a:cubicBezTo>
                  <a:cubicBezTo>
                    <a:pt x="1878" y="2753"/>
                    <a:pt x="1679" y="3177"/>
                    <a:pt x="1419" y="3625"/>
                  </a:cubicBezTo>
                  <a:cubicBezTo>
                    <a:pt x="1287" y="3852"/>
                    <a:pt x="1140" y="4085"/>
                    <a:pt x="976" y="4322"/>
                  </a:cubicBezTo>
                  <a:cubicBezTo>
                    <a:pt x="876" y="4294"/>
                    <a:pt x="785" y="4259"/>
                    <a:pt x="699" y="4221"/>
                  </a:cubicBezTo>
                  <a:cubicBezTo>
                    <a:pt x="402" y="4090"/>
                    <a:pt x="175" y="3900"/>
                    <a:pt x="0" y="3684"/>
                  </a:cubicBezTo>
                  <a:lnTo>
                    <a:pt x="0" y="3684"/>
                  </a:lnTo>
                  <a:cubicBezTo>
                    <a:pt x="181" y="3927"/>
                    <a:pt x="423" y="4142"/>
                    <a:pt x="749" y="4287"/>
                  </a:cubicBezTo>
                  <a:cubicBezTo>
                    <a:pt x="836" y="4326"/>
                    <a:pt x="927" y="4361"/>
                    <a:pt x="1026" y="4388"/>
                  </a:cubicBezTo>
                  <a:cubicBezTo>
                    <a:pt x="1191" y="4151"/>
                    <a:pt x="1338" y="3918"/>
                    <a:pt x="1470" y="3691"/>
                  </a:cubicBezTo>
                  <a:cubicBezTo>
                    <a:pt x="1730" y="3243"/>
                    <a:pt x="1928" y="2819"/>
                    <a:pt x="2080" y="2428"/>
                  </a:cubicBezTo>
                  <a:cubicBezTo>
                    <a:pt x="2150" y="2248"/>
                    <a:pt x="2210" y="2076"/>
                    <a:pt x="2262" y="1911"/>
                  </a:cubicBezTo>
                  <a:cubicBezTo>
                    <a:pt x="2298" y="1794"/>
                    <a:pt x="2330" y="1681"/>
                    <a:pt x="2358" y="1572"/>
                  </a:cubicBezTo>
                  <a:cubicBezTo>
                    <a:pt x="2387" y="1467"/>
                    <a:pt x="2411" y="1365"/>
                    <a:pt x="2432" y="1268"/>
                  </a:cubicBezTo>
                  <a:cubicBezTo>
                    <a:pt x="2441" y="1227"/>
                    <a:pt x="2450" y="1185"/>
                    <a:pt x="2457" y="1145"/>
                  </a:cubicBezTo>
                  <a:cubicBezTo>
                    <a:pt x="2591" y="468"/>
                    <a:pt x="2566" y="55"/>
                    <a:pt x="2566" y="55"/>
                  </a:cubicBezTo>
                  <a:lnTo>
                    <a:pt x="25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4" name="Google Shape;724;p32">
              <a:extLst>
                <a:ext uri="{FF2B5EF4-FFF2-40B4-BE49-F238E27FC236}">
                  <a16:creationId xmlns:a16="http://schemas.microsoft.com/office/drawing/2014/main" id="{C8B30ACB-717F-DA91-19DF-963EA9F13BB0}"/>
                </a:ext>
              </a:extLst>
            </p:cNvPr>
            <p:cNvSpPr/>
            <p:nvPr/>
          </p:nvSpPr>
          <p:spPr>
            <a:xfrm>
              <a:off x="5632061" y="607881"/>
              <a:ext cx="286856" cy="167401"/>
            </a:xfrm>
            <a:custGeom>
              <a:avLst/>
              <a:gdLst/>
              <a:ahLst/>
              <a:cxnLst/>
              <a:rect l="l" t="t" r="r" b="b"/>
              <a:pathLst>
                <a:path w="2447" h="1428" extrusionOk="0">
                  <a:moveTo>
                    <a:pt x="2170" y="1"/>
                  </a:moveTo>
                  <a:lnTo>
                    <a:pt x="1" y="1253"/>
                  </a:lnTo>
                  <a:lnTo>
                    <a:pt x="278" y="1428"/>
                  </a:lnTo>
                  <a:lnTo>
                    <a:pt x="2447" y="176"/>
                  </a:lnTo>
                  <a:lnTo>
                    <a:pt x="217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5" name="Google Shape;725;p32">
              <a:extLst>
                <a:ext uri="{FF2B5EF4-FFF2-40B4-BE49-F238E27FC236}">
                  <a16:creationId xmlns:a16="http://schemas.microsoft.com/office/drawing/2014/main" id="{D5453AB6-4FE5-2920-EDB7-64EA52CD5DBC}"/>
                </a:ext>
              </a:extLst>
            </p:cNvPr>
            <p:cNvSpPr/>
            <p:nvPr/>
          </p:nvSpPr>
          <p:spPr>
            <a:xfrm>
              <a:off x="5516150" y="758519"/>
              <a:ext cx="119103" cy="216988"/>
            </a:xfrm>
            <a:custGeom>
              <a:avLst/>
              <a:gdLst/>
              <a:ahLst/>
              <a:cxnLst/>
              <a:rect l="l" t="t" r="r" b="b"/>
              <a:pathLst>
                <a:path w="1016" h="1851" extrusionOk="0">
                  <a:moveTo>
                    <a:pt x="739" y="0"/>
                  </a:moveTo>
                  <a:lnTo>
                    <a:pt x="0" y="1676"/>
                  </a:lnTo>
                  <a:lnTo>
                    <a:pt x="276" y="1850"/>
                  </a:lnTo>
                  <a:lnTo>
                    <a:pt x="1016" y="175"/>
                  </a:lnTo>
                  <a:lnTo>
                    <a:pt x="7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6" name="Google Shape;726;p32">
              <a:extLst>
                <a:ext uri="{FF2B5EF4-FFF2-40B4-BE49-F238E27FC236}">
                  <a16:creationId xmlns:a16="http://schemas.microsoft.com/office/drawing/2014/main" id="{B04BE68B-A11A-C297-AA7A-DC3774721CA5}"/>
                </a:ext>
              </a:extLst>
            </p:cNvPr>
            <p:cNvSpPr/>
            <p:nvPr/>
          </p:nvSpPr>
          <p:spPr>
            <a:xfrm>
              <a:off x="5581563" y="819242"/>
              <a:ext cx="319445" cy="304205"/>
            </a:xfrm>
            <a:custGeom>
              <a:avLst/>
              <a:gdLst/>
              <a:ahLst/>
              <a:cxnLst/>
              <a:rect l="l" t="t" r="r" b="b"/>
              <a:pathLst>
                <a:path w="2725" h="2595" extrusionOk="0">
                  <a:moveTo>
                    <a:pt x="556" y="0"/>
                  </a:moveTo>
                  <a:lnTo>
                    <a:pt x="181" y="837"/>
                  </a:lnTo>
                  <a:lnTo>
                    <a:pt x="2" y="1237"/>
                  </a:lnTo>
                  <a:cubicBezTo>
                    <a:pt x="2" y="1237"/>
                    <a:pt x="1" y="1275"/>
                    <a:pt x="1" y="1341"/>
                  </a:cubicBezTo>
                  <a:lnTo>
                    <a:pt x="2171" y="2595"/>
                  </a:lnTo>
                  <a:cubicBezTo>
                    <a:pt x="2319" y="2305"/>
                    <a:pt x="2444" y="2027"/>
                    <a:pt x="2546" y="1766"/>
                  </a:cubicBezTo>
                  <a:cubicBezTo>
                    <a:pt x="2614" y="1587"/>
                    <a:pt x="2674" y="1417"/>
                    <a:pt x="2725" y="1252"/>
                  </a:cubicBezTo>
                  <a:lnTo>
                    <a:pt x="5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7" name="Google Shape;727;p32">
              <a:extLst>
                <a:ext uri="{FF2B5EF4-FFF2-40B4-BE49-F238E27FC236}">
                  <a16:creationId xmlns:a16="http://schemas.microsoft.com/office/drawing/2014/main" id="{A8AC9D23-7D1F-9A6D-C739-CEAADA4E8F74}"/>
                </a:ext>
              </a:extLst>
            </p:cNvPr>
            <p:cNvSpPr/>
            <p:nvPr/>
          </p:nvSpPr>
          <p:spPr>
            <a:xfrm>
              <a:off x="5581563" y="976443"/>
              <a:ext cx="254618" cy="221091"/>
            </a:xfrm>
            <a:custGeom>
              <a:avLst/>
              <a:gdLst/>
              <a:ahLst/>
              <a:cxnLst/>
              <a:rect l="l" t="t" r="r" b="b"/>
              <a:pathLst>
                <a:path w="2172" h="1886" extrusionOk="0">
                  <a:moveTo>
                    <a:pt x="1" y="0"/>
                  </a:moveTo>
                  <a:cubicBezTo>
                    <a:pt x="1" y="161"/>
                    <a:pt x="15" y="490"/>
                    <a:pt x="110" y="862"/>
                  </a:cubicBezTo>
                  <a:cubicBezTo>
                    <a:pt x="114" y="876"/>
                    <a:pt x="119" y="891"/>
                    <a:pt x="122" y="907"/>
                  </a:cubicBezTo>
                  <a:lnTo>
                    <a:pt x="1818" y="1885"/>
                  </a:lnTo>
                  <a:cubicBezTo>
                    <a:pt x="1859" y="1819"/>
                    <a:pt x="1898" y="1752"/>
                    <a:pt x="1935" y="1688"/>
                  </a:cubicBezTo>
                  <a:cubicBezTo>
                    <a:pt x="2022" y="1540"/>
                    <a:pt x="2098" y="1395"/>
                    <a:pt x="2172" y="1254"/>
                  </a:cubicBez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8" name="Google Shape;728;p32">
              <a:extLst>
                <a:ext uri="{FF2B5EF4-FFF2-40B4-BE49-F238E27FC236}">
                  <a16:creationId xmlns:a16="http://schemas.microsoft.com/office/drawing/2014/main" id="{127C87D3-18DB-FBDD-74CC-E6656C4A5FF3}"/>
                </a:ext>
              </a:extLst>
            </p:cNvPr>
            <p:cNvSpPr/>
            <p:nvPr/>
          </p:nvSpPr>
          <p:spPr>
            <a:xfrm>
              <a:off x="5646624" y="764849"/>
              <a:ext cx="277946" cy="201397"/>
            </a:xfrm>
            <a:custGeom>
              <a:avLst/>
              <a:gdLst/>
              <a:ahLst/>
              <a:cxnLst/>
              <a:rect l="l" t="t" r="r" b="b"/>
              <a:pathLst>
                <a:path w="2371" h="1718" extrusionOk="0">
                  <a:moveTo>
                    <a:pt x="751" y="0"/>
                  </a:moveTo>
                  <a:lnTo>
                    <a:pt x="200" y="318"/>
                  </a:lnTo>
                  <a:lnTo>
                    <a:pt x="19" y="422"/>
                  </a:lnTo>
                  <a:lnTo>
                    <a:pt x="1" y="464"/>
                  </a:lnTo>
                  <a:lnTo>
                    <a:pt x="2170" y="1717"/>
                  </a:lnTo>
                  <a:cubicBezTo>
                    <a:pt x="2171" y="1715"/>
                    <a:pt x="2171" y="1714"/>
                    <a:pt x="2172" y="1713"/>
                  </a:cubicBezTo>
                  <a:cubicBezTo>
                    <a:pt x="2208" y="1596"/>
                    <a:pt x="2241" y="1482"/>
                    <a:pt x="2269" y="1374"/>
                  </a:cubicBezTo>
                  <a:cubicBezTo>
                    <a:pt x="2297" y="1268"/>
                    <a:pt x="2322" y="1167"/>
                    <a:pt x="2342" y="1070"/>
                  </a:cubicBezTo>
                  <a:cubicBezTo>
                    <a:pt x="2351" y="1028"/>
                    <a:pt x="2360" y="987"/>
                    <a:pt x="2368" y="947"/>
                  </a:cubicBezTo>
                  <a:cubicBezTo>
                    <a:pt x="2369" y="943"/>
                    <a:pt x="2369" y="939"/>
                    <a:pt x="2370" y="936"/>
                  </a:cubicBezTo>
                  <a:lnTo>
                    <a:pt x="7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29" name="Google Shape;729;p32">
              <a:extLst>
                <a:ext uri="{FF2B5EF4-FFF2-40B4-BE49-F238E27FC236}">
                  <a16:creationId xmlns:a16="http://schemas.microsoft.com/office/drawing/2014/main" id="{B2F7F458-8D4E-E32B-96C0-42A12DEAE6B4}"/>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0" name="Google Shape;730;p32">
              <a:extLst>
                <a:ext uri="{FF2B5EF4-FFF2-40B4-BE49-F238E27FC236}">
                  <a16:creationId xmlns:a16="http://schemas.microsoft.com/office/drawing/2014/main" id="{55F418FA-758F-2C79-A41D-27784AA0C90D}"/>
                </a:ext>
              </a:extLst>
            </p:cNvPr>
            <p:cNvSpPr/>
            <p:nvPr/>
          </p:nvSpPr>
          <p:spPr>
            <a:xfrm>
              <a:off x="5734544" y="683376"/>
              <a:ext cx="203976" cy="191198"/>
            </a:xfrm>
            <a:custGeom>
              <a:avLst/>
              <a:gdLst/>
              <a:ahLst/>
              <a:cxnLst/>
              <a:rect l="l" t="t" r="r" b="b"/>
              <a:pathLst>
                <a:path w="1740" h="1631" extrusionOk="0">
                  <a:moveTo>
                    <a:pt x="1205" y="0"/>
                  </a:moveTo>
                  <a:lnTo>
                    <a:pt x="994" y="122"/>
                  </a:lnTo>
                  <a:lnTo>
                    <a:pt x="839" y="211"/>
                  </a:lnTo>
                  <a:lnTo>
                    <a:pt x="654" y="319"/>
                  </a:lnTo>
                  <a:lnTo>
                    <a:pt x="344" y="497"/>
                  </a:lnTo>
                  <a:lnTo>
                    <a:pt x="237" y="559"/>
                  </a:lnTo>
                  <a:lnTo>
                    <a:pt x="1" y="696"/>
                  </a:lnTo>
                  <a:lnTo>
                    <a:pt x="1620" y="1631"/>
                  </a:lnTo>
                  <a:cubicBezTo>
                    <a:pt x="1739" y="1023"/>
                    <a:pt x="1729" y="631"/>
                    <a:pt x="1726" y="563"/>
                  </a:cubicBezTo>
                  <a:lnTo>
                    <a:pt x="12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1" name="Google Shape;731;p32">
              <a:extLst>
                <a:ext uri="{FF2B5EF4-FFF2-40B4-BE49-F238E27FC236}">
                  <a16:creationId xmlns:a16="http://schemas.microsoft.com/office/drawing/2014/main" id="{CAA7D7A2-CF82-2524-3C79-57B9B9AABBA7}"/>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2" name="Google Shape;732;p32">
              <a:extLst>
                <a:ext uri="{FF2B5EF4-FFF2-40B4-BE49-F238E27FC236}">
                  <a16:creationId xmlns:a16="http://schemas.microsoft.com/office/drawing/2014/main" id="{3F7DE099-91E6-8E76-5334-FD6371450F22}"/>
                </a:ext>
              </a:extLst>
            </p:cNvPr>
            <p:cNvSpPr/>
            <p:nvPr/>
          </p:nvSpPr>
          <p:spPr>
            <a:xfrm>
              <a:off x="5595864" y="1082650"/>
              <a:ext cx="198935" cy="173497"/>
            </a:xfrm>
            <a:custGeom>
              <a:avLst/>
              <a:gdLst/>
              <a:ahLst/>
              <a:cxnLst/>
              <a:rect l="l" t="t" r="r" b="b"/>
              <a:pathLst>
                <a:path w="1697" h="1480" extrusionOk="0">
                  <a:moveTo>
                    <a:pt x="0" y="1"/>
                  </a:moveTo>
                  <a:lnTo>
                    <a:pt x="0" y="1"/>
                  </a:lnTo>
                  <a:cubicBezTo>
                    <a:pt x="77" y="279"/>
                    <a:pt x="198" y="577"/>
                    <a:pt x="394" y="842"/>
                  </a:cubicBezTo>
                  <a:cubicBezTo>
                    <a:pt x="569" y="1057"/>
                    <a:pt x="796" y="1247"/>
                    <a:pt x="1093" y="1379"/>
                  </a:cubicBezTo>
                  <a:cubicBezTo>
                    <a:pt x="1179" y="1417"/>
                    <a:pt x="1270" y="1451"/>
                    <a:pt x="1370" y="1479"/>
                  </a:cubicBezTo>
                  <a:cubicBezTo>
                    <a:pt x="1487" y="1310"/>
                    <a:pt x="1595" y="1143"/>
                    <a:pt x="1696" y="979"/>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733" name="Google Shape;733;p32">
            <a:extLst>
              <a:ext uri="{FF2B5EF4-FFF2-40B4-BE49-F238E27FC236}">
                <a16:creationId xmlns:a16="http://schemas.microsoft.com/office/drawing/2014/main" id="{CF868129-0956-F9F8-8C5E-9B34AB1537F0}"/>
              </a:ext>
            </a:extLst>
          </p:cNvPr>
          <p:cNvGrpSpPr/>
          <p:nvPr/>
        </p:nvGrpSpPr>
        <p:grpSpPr>
          <a:xfrm>
            <a:off x="333839" y="391060"/>
            <a:ext cx="536748" cy="599601"/>
            <a:chOff x="-1981011" y="3336622"/>
            <a:chExt cx="536748" cy="599601"/>
          </a:xfrm>
        </p:grpSpPr>
        <p:sp>
          <p:nvSpPr>
            <p:cNvPr id="734" name="Google Shape;734;p32">
              <a:extLst>
                <a:ext uri="{FF2B5EF4-FFF2-40B4-BE49-F238E27FC236}">
                  <a16:creationId xmlns:a16="http://schemas.microsoft.com/office/drawing/2014/main" id="{907BBC8E-6336-E50C-81D5-1550B3E4F5B6}"/>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5" name="Google Shape;735;p32">
              <a:extLst>
                <a:ext uri="{FF2B5EF4-FFF2-40B4-BE49-F238E27FC236}">
                  <a16:creationId xmlns:a16="http://schemas.microsoft.com/office/drawing/2014/main" id="{6DB8EC37-B1F9-3AB1-4514-9EB23380D24A}"/>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6" name="Google Shape;736;p32">
              <a:extLst>
                <a:ext uri="{FF2B5EF4-FFF2-40B4-BE49-F238E27FC236}">
                  <a16:creationId xmlns:a16="http://schemas.microsoft.com/office/drawing/2014/main" id="{CAFE95CF-76C0-E1BC-1006-6FAA2FBB7B7D}"/>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7" name="Google Shape;737;p32">
              <a:extLst>
                <a:ext uri="{FF2B5EF4-FFF2-40B4-BE49-F238E27FC236}">
                  <a16:creationId xmlns:a16="http://schemas.microsoft.com/office/drawing/2014/main" id="{63ABA75D-BF6C-497C-4125-94E7C4B11F2B}"/>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sp>
          <p:nvSpPr>
            <p:cNvPr id="738" name="Google Shape;738;p32">
              <a:extLst>
                <a:ext uri="{FF2B5EF4-FFF2-40B4-BE49-F238E27FC236}">
                  <a16:creationId xmlns:a16="http://schemas.microsoft.com/office/drawing/2014/main" id="{57BDFF57-98CE-C52A-4ED8-28CA3F4EF3A2}"/>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Nunito"/>
                <a:ea typeface="Nunito"/>
                <a:cs typeface="Nunito"/>
                <a:sym typeface="Nunito"/>
              </a:endParaRPr>
            </a:p>
          </p:txBody>
        </p:sp>
      </p:grpSp>
      <p:grpSp>
        <p:nvGrpSpPr>
          <p:cNvPr id="2" name="Group 1">
            <a:extLst>
              <a:ext uri="{FF2B5EF4-FFF2-40B4-BE49-F238E27FC236}">
                <a16:creationId xmlns:a16="http://schemas.microsoft.com/office/drawing/2014/main" id="{FF556859-D642-E0EC-7A55-05175ADE874F}"/>
              </a:ext>
            </a:extLst>
          </p:cNvPr>
          <p:cNvGrpSpPr/>
          <p:nvPr/>
        </p:nvGrpSpPr>
        <p:grpSpPr>
          <a:xfrm>
            <a:off x="407369" y="6481339"/>
            <a:ext cx="8479048" cy="2424827"/>
            <a:chOff x="758309" y="1563053"/>
            <a:chExt cx="13113782" cy="2500669"/>
          </a:xfrm>
        </p:grpSpPr>
        <p:sp>
          <p:nvSpPr>
            <p:cNvPr id="3" name="Text 2">
              <a:extLst>
                <a:ext uri="{FF2B5EF4-FFF2-40B4-BE49-F238E27FC236}">
                  <a16:creationId xmlns:a16="http://schemas.microsoft.com/office/drawing/2014/main" id="{24BADDFD-F045-4369-D92D-017B73FB49E5}"/>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500" dirty="0"/>
            </a:p>
          </p:txBody>
        </p:sp>
        <p:sp>
          <p:nvSpPr>
            <p:cNvPr id="4" name="Shape 3">
              <a:extLst>
                <a:ext uri="{FF2B5EF4-FFF2-40B4-BE49-F238E27FC236}">
                  <a16:creationId xmlns:a16="http://schemas.microsoft.com/office/drawing/2014/main" id="{1BAD02BC-6AB6-753A-A1AA-7B1071155EF3}"/>
                </a:ext>
              </a:extLst>
            </p:cNvPr>
            <p:cNvSpPr/>
            <p:nvPr/>
          </p:nvSpPr>
          <p:spPr>
            <a:xfrm>
              <a:off x="758309" y="2995017"/>
              <a:ext cx="13113782" cy="15240"/>
            </a:xfrm>
            <a:prstGeom prst="roundRect">
              <a:avLst>
                <a:gd name="adj" fmla="val 339601"/>
              </a:avLst>
            </a:prstGeom>
            <a:solidFill>
              <a:srgbClr val="BBC2DC"/>
            </a:solidFill>
            <a:ln/>
          </p:spPr>
        </p:sp>
        <p:sp>
          <p:nvSpPr>
            <p:cNvPr id="5" name="Shape 4">
              <a:extLst>
                <a:ext uri="{FF2B5EF4-FFF2-40B4-BE49-F238E27FC236}">
                  <a16:creationId xmlns:a16="http://schemas.microsoft.com/office/drawing/2014/main" id="{7B49C2C5-8EE5-D463-D34E-58802CF6A417}"/>
                </a:ext>
              </a:extLst>
            </p:cNvPr>
            <p:cNvSpPr/>
            <p:nvPr/>
          </p:nvSpPr>
          <p:spPr>
            <a:xfrm>
              <a:off x="3343394" y="2625447"/>
              <a:ext cx="15240" cy="369570"/>
            </a:xfrm>
            <a:prstGeom prst="roundRect">
              <a:avLst>
                <a:gd name="adj" fmla="val 339601"/>
              </a:avLst>
            </a:prstGeom>
            <a:solidFill>
              <a:srgbClr val="BBC2DC"/>
            </a:solidFill>
            <a:ln/>
          </p:spPr>
        </p:sp>
        <p:sp>
          <p:nvSpPr>
            <p:cNvPr id="6" name="Shape 5">
              <a:extLst>
                <a:ext uri="{FF2B5EF4-FFF2-40B4-BE49-F238E27FC236}">
                  <a16:creationId xmlns:a16="http://schemas.microsoft.com/office/drawing/2014/main" id="{19C64F7D-B7DF-2768-9BB1-B46CD3AA9511}"/>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7" name="Text 6">
              <a:extLst>
                <a:ext uri="{FF2B5EF4-FFF2-40B4-BE49-F238E27FC236}">
                  <a16:creationId xmlns:a16="http://schemas.microsoft.com/office/drawing/2014/main" id="{82FDB260-746A-62E6-D5E9-1C82AEEC21A0}"/>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1</a:t>
              </a:r>
              <a:endParaRPr lang="en-US" sz="1500" dirty="0"/>
            </a:p>
          </p:txBody>
        </p:sp>
        <p:sp>
          <p:nvSpPr>
            <p:cNvPr id="8" name="Text 7">
              <a:extLst>
                <a:ext uri="{FF2B5EF4-FFF2-40B4-BE49-F238E27FC236}">
                  <a16:creationId xmlns:a16="http://schemas.microsoft.com/office/drawing/2014/main" id="{ED4D944F-D14B-C62F-B832-3A04B8795C96}"/>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1: Signature-based</a:t>
              </a:r>
              <a:endParaRPr lang="en-US" sz="1250" dirty="0"/>
            </a:p>
          </p:txBody>
        </p:sp>
        <p:sp>
          <p:nvSpPr>
            <p:cNvPr id="9" name="Text 8">
              <a:extLst>
                <a:ext uri="{FF2B5EF4-FFF2-40B4-BE49-F238E27FC236}">
                  <a16:creationId xmlns:a16="http://schemas.microsoft.com/office/drawing/2014/main" id="{A91EB8B3-ACC5-B607-1364-A46918FA4DD6}"/>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950" dirty="0"/>
            </a:p>
          </p:txBody>
        </p:sp>
        <p:sp>
          <p:nvSpPr>
            <p:cNvPr id="10" name="Shape 9">
              <a:extLst>
                <a:ext uri="{FF2B5EF4-FFF2-40B4-BE49-F238E27FC236}">
                  <a16:creationId xmlns:a16="http://schemas.microsoft.com/office/drawing/2014/main" id="{0D7AD585-BBC8-A301-EB64-50E5927D8B7F}"/>
                </a:ext>
              </a:extLst>
            </p:cNvPr>
            <p:cNvSpPr/>
            <p:nvPr/>
          </p:nvSpPr>
          <p:spPr>
            <a:xfrm>
              <a:off x="5986105" y="2995017"/>
              <a:ext cx="15240" cy="369570"/>
            </a:xfrm>
            <a:prstGeom prst="roundRect">
              <a:avLst>
                <a:gd name="adj" fmla="val 339601"/>
              </a:avLst>
            </a:prstGeom>
            <a:solidFill>
              <a:srgbClr val="BBC2DC"/>
            </a:solidFill>
            <a:ln/>
          </p:spPr>
        </p:sp>
        <p:sp>
          <p:nvSpPr>
            <p:cNvPr id="11" name="Shape 10">
              <a:extLst>
                <a:ext uri="{FF2B5EF4-FFF2-40B4-BE49-F238E27FC236}">
                  <a16:creationId xmlns:a16="http://schemas.microsoft.com/office/drawing/2014/main" id="{571CF1F5-F33D-B327-7A41-7DDA6C2070FB}"/>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12" name="Text 11">
              <a:extLst>
                <a:ext uri="{FF2B5EF4-FFF2-40B4-BE49-F238E27FC236}">
                  <a16:creationId xmlns:a16="http://schemas.microsoft.com/office/drawing/2014/main" id="{3FC3BBBD-C50C-7B36-97A7-16245A3FFE3C}"/>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2</a:t>
              </a:r>
              <a:endParaRPr lang="en-US" sz="1500" dirty="0"/>
            </a:p>
          </p:txBody>
        </p:sp>
        <p:sp>
          <p:nvSpPr>
            <p:cNvPr id="13" name="Text 12">
              <a:extLst>
                <a:ext uri="{FF2B5EF4-FFF2-40B4-BE49-F238E27FC236}">
                  <a16:creationId xmlns:a16="http://schemas.microsoft.com/office/drawing/2014/main" id="{F7E84C9C-7625-F68A-26F5-5824958D6D9D}"/>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2: Heuristic-based</a:t>
              </a:r>
              <a:endParaRPr lang="en-US" sz="1250" dirty="0"/>
            </a:p>
          </p:txBody>
        </p:sp>
        <p:sp>
          <p:nvSpPr>
            <p:cNvPr id="14" name="Text 13">
              <a:extLst>
                <a:ext uri="{FF2B5EF4-FFF2-40B4-BE49-F238E27FC236}">
                  <a16:creationId xmlns:a16="http://schemas.microsoft.com/office/drawing/2014/main" id="{9C6BBF5A-2106-3CDF-4FB6-A05785A4C927}"/>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950" dirty="0"/>
            </a:p>
          </p:txBody>
        </p:sp>
        <p:sp>
          <p:nvSpPr>
            <p:cNvPr id="15" name="Shape 14">
              <a:extLst>
                <a:ext uri="{FF2B5EF4-FFF2-40B4-BE49-F238E27FC236}">
                  <a16:creationId xmlns:a16="http://schemas.microsoft.com/office/drawing/2014/main" id="{83F36B96-D721-DDEC-7804-54871F3178B8}"/>
                </a:ext>
              </a:extLst>
            </p:cNvPr>
            <p:cNvSpPr/>
            <p:nvPr/>
          </p:nvSpPr>
          <p:spPr>
            <a:xfrm>
              <a:off x="8628817" y="2625447"/>
              <a:ext cx="15240" cy="369570"/>
            </a:xfrm>
            <a:prstGeom prst="roundRect">
              <a:avLst>
                <a:gd name="adj" fmla="val 339601"/>
              </a:avLst>
            </a:prstGeom>
            <a:solidFill>
              <a:srgbClr val="BBC2DC"/>
            </a:solidFill>
            <a:ln/>
          </p:spPr>
        </p:sp>
        <p:sp>
          <p:nvSpPr>
            <p:cNvPr id="16" name="Shape 15">
              <a:extLst>
                <a:ext uri="{FF2B5EF4-FFF2-40B4-BE49-F238E27FC236}">
                  <a16:creationId xmlns:a16="http://schemas.microsoft.com/office/drawing/2014/main" id="{412431B7-9A6D-B374-13FB-774ABBCEC1BD}"/>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17" name="Text 16">
              <a:extLst>
                <a:ext uri="{FF2B5EF4-FFF2-40B4-BE49-F238E27FC236}">
                  <a16:creationId xmlns:a16="http://schemas.microsoft.com/office/drawing/2014/main" id="{DBAD553D-9EE3-1FA4-0A9E-98ABC8501B6A}"/>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3</a:t>
              </a:r>
              <a:endParaRPr lang="en-US" sz="1500" dirty="0"/>
            </a:p>
          </p:txBody>
        </p:sp>
        <p:sp>
          <p:nvSpPr>
            <p:cNvPr id="18" name="Text 17">
              <a:extLst>
                <a:ext uri="{FF2B5EF4-FFF2-40B4-BE49-F238E27FC236}">
                  <a16:creationId xmlns:a16="http://schemas.microsoft.com/office/drawing/2014/main" id="{0F3159D6-BCDF-A5F5-BDE0-CDEA42072D92}"/>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3: ML-based</a:t>
              </a:r>
              <a:endParaRPr lang="en-US" sz="1250" dirty="0"/>
            </a:p>
          </p:txBody>
        </p:sp>
        <p:sp>
          <p:nvSpPr>
            <p:cNvPr id="19" name="Text 18">
              <a:extLst>
                <a:ext uri="{FF2B5EF4-FFF2-40B4-BE49-F238E27FC236}">
                  <a16:creationId xmlns:a16="http://schemas.microsoft.com/office/drawing/2014/main" id="{72731042-5203-1F93-8B99-FED25B0CACB3}"/>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950" dirty="0"/>
            </a:p>
          </p:txBody>
        </p:sp>
        <p:sp>
          <p:nvSpPr>
            <p:cNvPr id="20" name="Shape 19">
              <a:extLst>
                <a:ext uri="{FF2B5EF4-FFF2-40B4-BE49-F238E27FC236}">
                  <a16:creationId xmlns:a16="http://schemas.microsoft.com/office/drawing/2014/main" id="{070AB87D-75D6-A8FA-9F5F-DBE2F62C70AD}"/>
                </a:ext>
              </a:extLst>
            </p:cNvPr>
            <p:cNvSpPr/>
            <p:nvPr/>
          </p:nvSpPr>
          <p:spPr>
            <a:xfrm>
              <a:off x="11271647" y="2995017"/>
              <a:ext cx="15240" cy="369570"/>
            </a:xfrm>
            <a:prstGeom prst="roundRect">
              <a:avLst>
                <a:gd name="adj" fmla="val 339601"/>
              </a:avLst>
            </a:prstGeom>
            <a:solidFill>
              <a:srgbClr val="BBC2DC"/>
            </a:solidFill>
            <a:ln/>
          </p:spPr>
        </p:sp>
        <p:sp>
          <p:nvSpPr>
            <p:cNvPr id="21" name="Shape 20">
              <a:extLst>
                <a:ext uri="{FF2B5EF4-FFF2-40B4-BE49-F238E27FC236}">
                  <a16:creationId xmlns:a16="http://schemas.microsoft.com/office/drawing/2014/main" id="{E62AB0D5-B59E-088A-AC5B-C4BFEE2EC123}"/>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22" name="Text 21">
              <a:extLst>
                <a:ext uri="{FF2B5EF4-FFF2-40B4-BE49-F238E27FC236}">
                  <a16:creationId xmlns:a16="http://schemas.microsoft.com/office/drawing/2014/main" id="{7B8397E5-2436-03CD-515F-E10BFC4EE6EB}"/>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4</a:t>
              </a:r>
              <a:endParaRPr lang="en-US" sz="1500" dirty="0"/>
            </a:p>
          </p:txBody>
        </p:sp>
        <p:sp>
          <p:nvSpPr>
            <p:cNvPr id="23" name="Text 22">
              <a:extLst>
                <a:ext uri="{FF2B5EF4-FFF2-40B4-BE49-F238E27FC236}">
                  <a16:creationId xmlns:a16="http://schemas.microsoft.com/office/drawing/2014/main" id="{34521215-AD3B-2685-52AD-E76789A33FF2}"/>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4: AI-based</a:t>
              </a:r>
              <a:endParaRPr lang="en-US" sz="1250" dirty="0"/>
            </a:p>
          </p:txBody>
        </p:sp>
        <p:sp>
          <p:nvSpPr>
            <p:cNvPr id="24" name="Text 23">
              <a:extLst>
                <a:ext uri="{FF2B5EF4-FFF2-40B4-BE49-F238E27FC236}">
                  <a16:creationId xmlns:a16="http://schemas.microsoft.com/office/drawing/2014/main" id="{8314E256-7CB1-4732-02C8-805A874F2D99}"/>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950" dirty="0"/>
            </a:p>
          </p:txBody>
        </p:sp>
      </p:grpSp>
      <p:sp>
        <p:nvSpPr>
          <p:cNvPr id="25" name="Google Shape;673;p32">
            <a:extLst>
              <a:ext uri="{FF2B5EF4-FFF2-40B4-BE49-F238E27FC236}">
                <a16:creationId xmlns:a16="http://schemas.microsoft.com/office/drawing/2014/main" id="{82986B31-A776-5170-DF57-09548D9F8770}"/>
              </a:ext>
            </a:extLst>
          </p:cNvPr>
          <p:cNvSpPr txBox="1">
            <a:spLocks/>
          </p:cNvSpPr>
          <p:nvPr/>
        </p:nvSpPr>
        <p:spPr>
          <a:xfrm>
            <a:off x="559769" y="5798812"/>
            <a:ext cx="5865916" cy="841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Oswald"/>
              <a:buNone/>
              <a:defRPr sz="4500" b="1"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3600"/>
              <a:buFont typeface="Oswald"/>
              <a:buNone/>
              <a:defRPr sz="3600" b="1" i="0" u="none" strike="noStrike" cap="none">
                <a:solidFill>
                  <a:schemeClr val="dk1"/>
                </a:solidFill>
                <a:latin typeface="Oswald"/>
                <a:ea typeface="Oswald"/>
                <a:cs typeface="Oswald"/>
                <a:sym typeface="Oswald"/>
              </a:defRPr>
            </a:lvl9pPr>
          </a:lstStyle>
          <a:p>
            <a:r>
              <a:rPr lang="en-US">
                <a:solidFill>
                  <a:schemeClr val="lt2"/>
                </a:solidFill>
              </a:rPr>
              <a:t>MACHINE LEARNING</a:t>
            </a:r>
            <a:endParaRPr lang="en-US" dirty="0">
              <a:solidFill>
                <a:schemeClr val="lt2"/>
              </a:solidFill>
            </a:endParaRPr>
          </a:p>
        </p:txBody>
      </p:sp>
      <p:cxnSp>
        <p:nvCxnSpPr>
          <p:cNvPr id="27" name="Straight Connector 26">
            <a:extLst>
              <a:ext uri="{FF2B5EF4-FFF2-40B4-BE49-F238E27FC236}">
                <a16:creationId xmlns:a16="http://schemas.microsoft.com/office/drawing/2014/main" id="{488B5A7E-63FA-6340-DF0C-0D654283FDF4}"/>
              </a:ext>
            </a:extLst>
          </p:cNvPr>
          <p:cNvCxnSpPr/>
          <p:nvPr/>
        </p:nvCxnSpPr>
        <p:spPr>
          <a:xfrm>
            <a:off x="4354286" y="1226457"/>
            <a:ext cx="0" cy="3098800"/>
          </a:xfrm>
          <a:prstGeom prst="line">
            <a:avLst/>
          </a:prstGeom>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B7B91BFC-102D-7A49-C352-5A040C1CD6D6}"/>
              </a:ext>
            </a:extLst>
          </p:cNvPr>
          <p:cNvSpPr txBox="1"/>
          <p:nvPr/>
        </p:nvSpPr>
        <p:spPr>
          <a:xfrm>
            <a:off x="867119" y="1694921"/>
            <a:ext cx="2895600" cy="1384995"/>
          </a:xfrm>
          <a:prstGeom prst="rect">
            <a:avLst/>
          </a:prstGeom>
          <a:noFill/>
        </p:spPr>
        <p:txBody>
          <a:bodyPr wrap="square" rtlCol="0">
            <a:spAutoFit/>
          </a:bodyPr>
          <a:lstStyle/>
          <a:p>
            <a:r>
              <a:rPr lang="vi-VN" dirty="0">
                <a:latin typeface="Bahnschrift Condensed" panose="020B0502040204020203" pitchFamily="34" charset="0"/>
              </a:rPr>
              <a:t>Phát hiện tấn công Zero-day mà chưa có signature</a:t>
            </a:r>
          </a:p>
          <a:p>
            <a:r>
              <a:rPr lang="vi-VN" dirty="0">
                <a:latin typeface="Bahnschrift Condensed" panose="020B0502040204020203" pitchFamily="34" charset="0"/>
              </a:rPr>
              <a:t>Giảm tỷ lệ dương tính giả bằng học có giám sát</a:t>
            </a:r>
          </a:p>
          <a:p>
            <a:r>
              <a:rPr lang="vi-VN" dirty="0">
                <a:latin typeface="Bahnschrift Condensed" panose="020B0502040204020203" pitchFamily="34" charset="0"/>
              </a:rPr>
              <a:t>Xử lý dữ liệu đa chiều và phức tạp</a:t>
            </a:r>
          </a:p>
          <a:p>
            <a:r>
              <a:rPr lang="vi-VN" dirty="0">
                <a:latin typeface="Bahnschrift Condensed" panose="020B0502040204020203" pitchFamily="34" charset="0"/>
              </a:rPr>
              <a:t>Tự động cập nhật mô hình với dữ liệu mới</a:t>
            </a:r>
            <a:endParaRPr lang="en-US" dirty="0">
              <a:latin typeface="Bahnschrift Condensed" panose="020B0502040204020203" pitchFamily="34" charset="0"/>
            </a:endParaRPr>
          </a:p>
        </p:txBody>
      </p:sp>
      <p:sp>
        <p:nvSpPr>
          <p:cNvPr id="29" name="TextBox 28">
            <a:extLst>
              <a:ext uri="{FF2B5EF4-FFF2-40B4-BE49-F238E27FC236}">
                <a16:creationId xmlns:a16="http://schemas.microsoft.com/office/drawing/2014/main" id="{7736A3F9-84C2-9391-A5A3-F6901B260289}"/>
              </a:ext>
            </a:extLst>
          </p:cNvPr>
          <p:cNvSpPr txBox="1"/>
          <p:nvPr/>
        </p:nvSpPr>
        <p:spPr>
          <a:xfrm>
            <a:off x="4929754" y="1677156"/>
            <a:ext cx="2895600" cy="1384995"/>
          </a:xfrm>
          <a:prstGeom prst="rect">
            <a:avLst/>
          </a:prstGeom>
          <a:noFill/>
        </p:spPr>
        <p:txBody>
          <a:bodyPr wrap="square" rtlCol="0">
            <a:spAutoFit/>
          </a:bodyPr>
          <a:lstStyle/>
          <a:p>
            <a:r>
              <a:rPr lang="vi-VN" dirty="0">
                <a:latin typeface="Bahnschrift Condensed" panose="020B0502040204020203" pitchFamily="34" charset="0"/>
              </a:rPr>
              <a:t>Cần lượng dữ liệu huấn luyện lớn và chất lượng</a:t>
            </a:r>
          </a:p>
          <a:p>
            <a:r>
              <a:rPr lang="vi-VN" dirty="0">
                <a:latin typeface="Bahnschrift Condensed" panose="020B0502040204020203" pitchFamily="34" charset="0"/>
              </a:rPr>
              <a:t>Quá trình huấn luyện tốn tài nguyên tính toán</a:t>
            </a:r>
          </a:p>
          <a:p>
            <a:r>
              <a:rPr lang="vi-VN" dirty="0">
                <a:latin typeface="Bahnschrift Condensed" panose="020B0502040204020203" pitchFamily="34" charset="0"/>
              </a:rPr>
              <a:t>Khó giải thích kết quả (Black-box problem)</a:t>
            </a:r>
          </a:p>
          <a:p>
            <a:r>
              <a:rPr lang="vi-VN" dirty="0">
                <a:latin typeface="Bahnschrift Condensed" panose="020B0502040204020203" pitchFamily="34" charset="0"/>
              </a:rPr>
              <a:t>Có thể bị đánh lừa bằng adversarial attacks</a:t>
            </a:r>
          </a:p>
          <a:p>
            <a:r>
              <a:rPr lang="vi-VN" dirty="0">
                <a:latin typeface="Bahnschrift Condensed" panose="020B0502040204020203" pitchFamily="34" charset="0"/>
              </a:rPr>
              <a:t>Yêu cầu chuyên môn cao để triển khai</a:t>
            </a:r>
            <a:endParaRPr lang="en-US" dirty="0">
              <a:latin typeface="Bahnschrift Condensed" panose="020B0502040204020203" pitchFamily="34" charset="0"/>
            </a:endParaRPr>
          </a:p>
        </p:txBody>
      </p:sp>
    </p:spTree>
    <p:extLst>
      <p:ext uri="{BB962C8B-B14F-4D97-AF65-F5344CB8AC3E}">
        <p14:creationId xmlns:p14="http://schemas.microsoft.com/office/powerpoint/2010/main" val="2097683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72C7ECEC-7F54-175C-D240-6AE8D369676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1A48E5C-6410-9FF0-5912-042AE517F229}"/>
              </a:ext>
            </a:extLst>
          </p:cNvPr>
          <p:cNvPicPr>
            <a:picLocks noChangeAspect="1"/>
          </p:cNvPicPr>
          <p:nvPr/>
        </p:nvPicPr>
        <p:blipFill>
          <a:blip r:embed="rId3">
            <a:alphaModFix/>
          </a:blip>
          <a:stretch>
            <a:fillRect/>
          </a:stretch>
        </p:blipFill>
        <p:spPr>
          <a:xfrm>
            <a:off x="0" y="-5249"/>
            <a:ext cx="9144000" cy="5148750"/>
          </a:xfrm>
          <a:prstGeom prst="rect">
            <a:avLst/>
          </a:prstGeom>
        </p:spPr>
      </p:pic>
      <p:sp>
        <p:nvSpPr>
          <p:cNvPr id="673" name="Google Shape;673;p32">
            <a:extLst>
              <a:ext uri="{FF2B5EF4-FFF2-40B4-BE49-F238E27FC236}">
                <a16:creationId xmlns:a16="http://schemas.microsoft.com/office/drawing/2014/main" id="{C0C5EDFE-21AB-81CA-665F-FF7F408B70A8}"/>
              </a:ext>
            </a:extLst>
          </p:cNvPr>
          <p:cNvSpPr txBox="1">
            <a:spLocks noGrp="1"/>
          </p:cNvSpPr>
          <p:nvPr>
            <p:ph type="title"/>
          </p:nvPr>
        </p:nvSpPr>
        <p:spPr>
          <a:xfrm>
            <a:off x="1985140" y="112889"/>
            <a:ext cx="5865916" cy="841800"/>
          </a:xfrm>
          <a:prstGeom prst="rect">
            <a:avLst/>
          </a:prstGeom>
        </p:spPr>
        <p:txBody>
          <a:bodyPr spcFirstLastPara="1" wrap="square" lIns="91425" tIns="91425" rIns="91425" bIns="91425" anchor="t" anchorCtr="0">
            <a:noAutofit/>
            <a:scene3d>
              <a:camera prst="orthographicFront"/>
              <a:lightRig rig="threePt" dir="t"/>
            </a:scene3d>
            <a:sp3d extrusionH="57150">
              <a:bevelT w="38100" h="38100" prst="convex"/>
            </a:sp3d>
          </a:bodyPr>
          <a:lstStyle/>
          <a:p>
            <a:pPr marL="0" lvl="0" indent="0" algn="l" rtl="0">
              <a:spcBef>
                <a:spcPts val="0"/>
              </a:spcBef>
              <a:spcAft>
                <a:spcPts val="0"/>
              </a:spcAft>
              <a:buNone/>
            </a:pPr>
            <a:r>
              <a:rPr lang="en-US" dirty="0">
                <a:solidFill>
                  <a:schemeClr val="bg1"/>
                </a:solidFill>
                <a:effectLst>
                  <a:glow rad="139700">
                    <a:srgbClr val="7030A0">
                      <a:alpha val="40000"/>
                    </a:srgbClr>
                  </a:glow>
                  <a:outerShdw blurRad="50800" dist="50800" dir="5400000" algn="ctr" rotWithShape="0">
                    <a:srgbClr val="000000">
                      <a:alpha val="27000"/>
                    </a:srgbClr>
                  </a:outerShdw>
                </a:effectLst>
                <a:latin typeface="Bahnschrift SemiBold" panose="020B0502040204020203" pitchFamily="34" charset="0"/>
              </a:rPr>
              <a:t>THUẬT TOÁN KNN</a:t>
            </a:r>
            <a:endParaRPr dirty="0">
              <a:solidFill>
                <a:schemeClr val="bg1"/>
              </a:solidFill>
              <a:effectLst>
                <a:glow rad="139700">
                  <a:srgbClr val="7030A0">
                    <a:alpha val="40000"/>
                  </a:srgbClr>
                </a:glow>
                <a:outerShdw blurRad="50800" dist="50800" dir="5400000" algn="ctr" rotWithShape="0">
                  <a:srgbClr val="000000">
                    <a:alpha val="27000"/>
                  </a:srgbClr>
                </a:outerShdw>
              </a:effectLst>
              <a:latin typeface="Bahnschrift SemiBold" panose="020B0502040204020203" pitchFamily="34" charset="0"/>
            </a:endParaRPr>
          </a:p>
        </p:txBody>
      </p:sp>
      <p:sp>
        <p:nvSpPr>
          <p:cNvPr id="675" name="Google Shape;675;p32">
            <a:extLst>
              <a:ext uri="{FF2B5EF4-FFF2-40B4-BE49-F238E27FC236}">
                <a16:creationId xmlns:a16="http://schemas.microsoft.com/office/drawing/2014/main" id="{4406D979-068F-23EF-1175-5E564EC07702}"/>
              </a:ext>
            </a:extLst>
          </p:cNvPr>
          <p:cNvSpPr/>
          <p:nvPr/>
        </p:nvSpPr>
        <p:spPr>
          <a:xfrm>
            <a:off x="5946841" y="841750"/>
            <a:ext cx="13129" cy="19108"/>
          </a:xfrm>
          <a:custGeom>
            <a:avLst/>
            <a:gdLst/>
            <a:ahLst/>
            <a:cxnLst/>
            <a:rect l="l" t="t" r="r" b="b"/>
            <a:pathLst>
              <a:path w="112" h="163" extrusionOk="0">
                <a:moveTo>
                  <a:pt x="78" y="1"/>
                </a:moveTo>
                <a:cubicBezTo>
                  <a:pt x="71" y="1"/>
                  <a:pt x="64" y="3"/>
                  <a:pt x="56" y="7"/>
                </a:cubicBezTo>
                <a:cubicBezTo>
                  <a:pt x="25" y="25"/>
                  <a:pt x="0" y="73"/>
                  <a:pt x="0" y="113"/>
                </a:cubicBezTo>
                <a:cubicBezTo>
                  <a:pt x="0" y="144"/>
                  <a:pt x="14" y="163"/>
                  <a:pt x="34" y="163"/>
                </a:cubicBezTo>
                <a:cubicBezTo>
                  <a:pt x="40" y="163"/>
                  <a:pt x="48" y="161"/>
                  <a:pt x="56" y="156"/>
                </a:cubicBezTo>
                <a:cubicBezTo>
                  <a:pt x="87" y="138"/>
                  <a:pt x="112" y="91"/>
                  <a:pt x="112" y="49"/>
                </a:cubicBezTo>
                <a:cubicBezTo>
                  <a:pt x="112" y="19"/>
                  <a:pt x="98" y="1"/>
                  <a:pt x="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2">
            <a:extLst>
              <a:ext uri="{FF2B5EF4-FFF2-40B4-BE49-F238E27FC236}">
                <a16:creationId xmlns:a16="http://schemas.microsoft.com/office/drawing/2014/main" id="{7BD2332D-0BED-9D3A-5C4D-92B43C35E419}"/>
              </a:ext>
            </a:extLst>
          </p:cNvPr>
          <p:cNvSpPr/>
          <p:nvPr/>
        </p:nvSpPr>
        <p:spPr>
          <a:xfrm>
            <a:off x="5955516" y="749141"/>
            <a:ext cx="13247" cy="19108"/>
          </a:xfrm>
          <a:custGeom>
            <a:avLst/>
            <a:gdLst/>
            <a:ahLst/>
            <a:cxnLst/>
            <a:rect l="l" t="t" r="r" b="b"/>
            <a:pathLst>
              <a:path w="113" h="163" extrusionOk="0">
                <a:moveTo>
                  <a:pt x="78" y="0"/>
                </a:moveTo>
                <a:cubicBezTo>
                  <a:pt x="71" y="0"/>
                  <a:pt x="64" y="2"/>
                  <a:pt x="56" y="7"/>
                </a:cubicBezTo>
                <a:cubicBezTo>
                  <a:pt x="26" y="25"/>
                  <a:pt x="1" y="72"/>
                  <a:pt x="1" y="114"/>
                </a:cubicBezTo>
                <a:cubicBezTo>
                  <a:pt x="1" y="144"/>
                  <a:pt x="14" y="162"/>
                  <a:pt x="34" y="162"/>
                </a:cubicBezTo>
                <a:cubicBezTo>
                  <a:pt x="41" y="162"/>
                  <a:pt x="48" y="160"/>
                  <a:pt x="56" y="156"/>
                </a:cubicBezTo>
                <a:cubicBezTo>
                  <a:pt x="87" y="138"/>
                  <a:pt x="112" y="90"/>
                  <a:pt x="112" y="50"/>
                </a:cubicBezTo>
                <a:cubicBezTo>
                  <a:pt x="112" y="19"/>
                  <a:pt x="98" y="0"/>
                  <a:pt x="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roup 24">
            <a:extLst>
              <a:ext uri="{FF2B5EF4-FFF2-40B4-BE49-F238E27FC236}">
                <a16:creationId xmlns:a16="http://schemas.microsoft.com/office/drawing/2014/main" id="{4D787F2B-8663-A47B-C62E-DEE45F7E8205}"/>
              </a:ext>
            </a:extLst>
          </p:cNvPr>
          <p:cNvGrpSpPr/>
          <p:nvPr/>
        </p:nvGrpSpPr>
        <p:grpSpPr>
          <a:xfrm>
            <a:off x="245866" y="5143500"/>
            <a:ext cx="8479048" cy="2424827"/>
            <a:chOff x="758309" y="1563053"/>
            <a:chExt cx="13113782" cy="2500669"/>
          </a:xfrm>
        </p:grpSpPr>
        <p:sp>
          <p:nvSpPr>
            <p:cNvPr id="26" name="Text 2">
              <a:extLst>
                <a:ext uri="{FF2B5EF4-FFF2-40B4-BE49-F238E27FC236}">
                  <a16:creationId xmlns:a16="http://schemas.microsoft.com/office/drawing/2014/main" id="{980496A6-92BA-741E-C5F6-17112A91FBAD}"/>
                </a:ext>
              </a:extLst>
            </p:cNvPr>
            <p:cNvSpPr/>
            <p:nvPr/>
          </p:nvSpPr>
          <p:spPr>
            <a:xfrm>
              <a:off x="758309" y="1563053"/>
              <a:ext cx="5493306" cy="243126"/>
            </a:xfrm>
            <a:prstGeom prst="rect">
              <a:avLst/>
            </a:prstGeom>
            <a:noFill/>
            <a:ln/>
          </p:spPr>
          <p:txBody>
            <a:bodyPr wrap="none" lIns="0" tIns="0" rIns="0" bIns="0" rtlCol="0" anchor="t"/>
            <a:lstStyle/>
            <a:p>
              <a:pPr marL="0" indent="0" algn="l">
                <a:lnSpc>
                  <a:spcPts val="1900"/>
                </a:lnSpc>
                <a:buNone/>
              </a:pPr>
              <a:endParaRPr lang="en-US" sz="1500" dirty="0"/>
            </a:p>
          </p:txBody>
        </p:sp>
        <p:sp>
          <p:nvSpPr>
            <p:cNvPr id="27" name="Shape 3">
              <a:extLst>
                <a:ext uri="{FF2B5EF4-FFF2-40B4-BE49-F238E27FC236}">
                  <a16:creationId xmlns:a16="http://schemas.microsoft.com/office/drawing/2014/main" id="{0DF46266-4C53-DD1A-981D-05BE099A8393}"/>
                </a:ext>
              </a:extLst>
            </p:cNvPr>
            <p:cNvSpPr/>
            <p:nvPr/>
          </p:nvSpPr>
          <p:spPr>
            <a:xfrm>
              <a:off x="758309" y="2995017"/>
              <a:ext cx="13113782" cy="15240"/>
            </a:xfrm>
            <a:prstGeom prst="roundRect">
              <a:avLst>
                <a:gd name="adj" fmla="val 339601"/>
              </a:avLst>
            </a:prstGeom>
            <a:solidFill>
              <a:srgbClr val="BBC2DC"/>
            </a:solidFill>
            <a:ln/>
          </p:spPr>
        </p:sp>
        <p:sp>
          <p:nvSpPr>
            <p:cNvPr id="28" name="Shape 4">
              <a:extLst>
                <a:ext uri="{FF2B5EF4-FFF2-40B4-BE49-F238E27FC236}">
                  <a16:creationId xmlns:a16="http://schemas.microsoft.com/office/drawing/2014/main" id="{C84FC2E6-679B-662F-66BF-D44C50CB7092}"/>
                </a:ext>
              </a:extLst>
            </p:cNvPr>
            <p:cNvSpPr/>
            <p:nvPr/>
          </p:nvSpPr>
          <p:spPr>
            <a:xfrm>
              <a:off x="3343394" y="2625447"/>
              <a:ext cx="15240" cy="369570"/>
            </a:xfrm>
            <a:prstGeom prst="roundRect">
              <a:avLst>
                <a:gd name="adj" fmla="val 339601"/>
              </a:avLst>
            </a:prstGeom>
            <a:solidFill>
              <a:srgbClr val="BBC2DC"/>
            </a:solidFill>
            <a:ln/>
          </p:spPr>
        </p:sp>
        <p:sp>
          <p:nvSpPr>
            <p:cNvPr id="29" name="Shape 5">
              <a:extLst>
                <a:ext uri="{FF2B5EF4-FFF2-40B4-BE49-F238E27FC236}">
                  <a16:creationId xmlns:a16="http://schemas.microsoft.com/office/drawing/2014/main" id="{3A91DAA4-258B-35ED-98C6-ADF64759DB74}"/>
                </a:ext>
              </a:extLst>
            </p:cNvPr>
            <p:cNvSpPr/>
            <p:nvPr/>
          </p:nvSpPr>
          <p:spPr>
            <a:xfrm>
              <a:off x="3212425" y="2856428"/>
              <a:ext cx="277178" cy="277178"/>
            </a:xfrm>
            <a:prstGeom prst="roundRect">
              <a:avLst>
                <a:gd name="adj" fmla="val 18672"/>
              </a:avLst>
            </a:prstGeom>
            <a:solidFill>
              <a:srgbClr val="D5DCF6"/>
            </a:solidFill>
            <a:ln w="7620">
              <a:solidFill>
                <a:srgbClr val="BBC2DC"/>
              </a:solidFill>
              <a:prstDash val="solid"/>
            </a:ln>
          </p:spPr>
        </p:sp>
        <p:sp>
          <p:nvSpPr>
            <p:cNvPr id="30" name="Text 6">
              <a:extLst>
                <a:ext uri="{FF2B5EF4-FFF2-40B4-BE49-F238E27FC236}">
                  <a16:creationId xmlns:a16="http://schemas.microsoft.com/office/drawing/2014/main" id="{606EC2D2-5E24-06B7-F025-9AD7573D0C11}"/>
                </a:ext>
              </a:extLst>
            </p:cNvPr>
            <p:cNvSpPr/>
            <p:nvPr/>
          </p:nvSpPr>
          <p:spPr>
            <a:xfrm>
              <a:off x="3253740"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1</a:t>
              </a:r>
              <a:endParaRPr lang="en-US" sz="1500" dirty="0"/>
            </a:p>
          </p:txBody>
        </p:sp>
        <p:sp>
          <p:nvSpPr>
            <p:cNvPr id="31" name="Text 7">
              <a:extLst>
                <a:ext uri="{FF2B5EF4-FFF2-40B4-BE49-F238E27FC236}">
                  <a16:creationId xmlns:a16="http://schemas.microsoft.com/office/drawing/2014/main" id="{2DFFCAF2-E7FA-5C7C-5A64-EE2289E29FEC}"/>
                </a:ext>
              </a:extLst>
            </p:cNvPr>
            <p:cNvSpPr/>
            <p:nvPr/>
          </p:nvSpPr>
          <p:spPr>
            <a:xfrm>
              <a:off x="2188488" y="1926312"/>
              <a:ext cx="2325053"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1: Signature-based</a:t>
              </a:r>
              <a:endParaRPr lang="en-US" sz="1250" dirty="0"/>
            </a:p>
          </p:txBody>
        </p:sp>
        <p:sp>
          <p:nvSpPr>
            <p:cNvPr id="32" name="Text 8">
              <a:extLst>
                <a:ext uri="{FF2B5EF4-FFF2-40B4-BE49-F238E27FC236}">
                  <a16:creationId xmlns:a16="http://schemas.microsoft.com/office/drawing/2014/main" id="{D3EB2DC1-21A3-26E0-6248-AE843DABE148}"/>
                </a:ext>
              </a:extLst>
            </p:cNvPr>
            <p:cNvSpPr/>
            <p:nvPr/>
          </p:nvSpPr>
          <p:spPr>
            <a:xfrm>
              <a:off x="881420" y="2176939"/>
              <a:ext cx="4939189"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Phát hiện tấn công dựa trên các mẫu (signature) đã biết. Hệ thống so khớp từng gói tin với cơ sở dữ liệu các mẫu tấn công.</a:t>
              </a:r>
              <a:endParaRPr lang="en-US" sz="950" dirty="0"/>
            </a:p>
          </p:txBody>
        </p:sp>
        <p:sp>
          <p:nvSpPr>
            <p:cNvPr id="33" name="Shape 9">
              <a:extLst>
                <a:ext uri="{FF2B5EF4-FFF2-40B4-BE49-F238E27FC236}">
                  <a16:creationId xmlns:a16="http://schemas.microsoft.com/office/drawing/2014/main" id="{3C4A2144-38BD-3685-7E28-35A356BB88CF}"/>
                </a:ext>
              </a:extLst>
            </p:cNvPr>
            <p:cNvSpPr/>
            <p:nvPr/>
          </p:nvSpPr>
          <p:spPr>
            <a:xfrm>
              <a:off x="5986105" y="2995017"/>
              <a:ext cx="15240" cy="369570"/>
            </a:xfrm>
            <a:prstGeom prst="roundRect">
              <a:avLst>
                <a:gd name="adj" fmla="val 339601"/>
              </a:avLst>
            </a:prstGeom>
            <a:solidFill>
              <a:srgbClr val="BBC2DC"/>
            </a:solidFill>
            <a:ln/>
          </p:spPr>
        </p:sp>
        <p:sp>
          <p:nvSpPr>
            <p:cNvPr id="34" name="Shape 10">
              <a:extLst>
                <a:ext uri="{FF2B5EF4-FFF2-40B4-BE49-F238E27FC236}">
                  <a16:creationId xmlns:a16="http://schemas.microsoft.com/office/drawing/2014/main" id="{B4E8D4F0-621E-5FE9-8430-4A06A768EC83}"/>
                </a:ext>
              </a:extLst>
            </p:cNvPr>
            <p:cNvSpPr/>
            <p:nvPr/>
          </p:nvSpPr>
          <p:spPr>
            <a:xfrm>
              <a:off x="5855137" y="2856428"/>
              <a:ext cx="277178" cy="277178"/>
            </a:xfrm>
            <a:prstGeom prst="roundRect">
              <a:avLst>
                <a:gd name="adj" fmla="val 18672"/>
              </a:avLst>
            </a:prstGeom>
            <a:solidFill>
              <a:srgbClr val="D5DCF6"/>
            </a:solidFill>
            <a:ln w="7620">
              <a:solidFill>
                <a:srgbClr val="BBC2DC"/>
              </a:solidFill>
              <a:prstDash val="solid"/>
            </a:ln>
          </p:spPr>
        </p:sp>
        <p:sp>
          <p:nvSpPr>
            <p:cNvPr id="35" name="Text 11">
              <a:extLst>
                <a:ext uri="{FF2B5EF4-FFF2-40B4-BE49-F238E27FC236}">
                  <a16:creationId xmlns:a16="http://schemas.microsoft.com/office/drawing/2014/main" id="{4C6D1ABF-A6DF-C046-12D8-CF17A83DA54D}"/>
                </a:ext>
              </a:extLst>
            </p:cNvPr>
            <p:cNvSpPr/>
            <p:nvPr/>
          </p:nvSpPr>
          <p:spPr>
            <a:xfrm>
              <a:off x="5896451"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2</a:t>
              </a:r>
              <a:endParaRPr lang="en-US" sz="1500" dirty="0"/>
            </a:p>
          </p:txBody>
        </p:sp>
        <p:sp>
          <p:nvSpPr>
            <p:cNvPr id="36" name="Text 12">
              <a:extLst>
                <a:ext uri="{FF2B5EF4-FFF2-40B4-BE49-F238E27FC236}">
                  <a16:creationId xmlns:a16="http://schemas.microsoft.com/office/drawing/2014/main" id="{631388C7-0A41-9978-283F-5A310902C5B7}"/>
                </a:ext>
              </a:extLst>
            </p:cNvPr>
            <p:cNvSpPr/>
            <p:nvPr/>
          </p:nvSpPr>
          <p:spPr>
            <a:xfrm>
              <a:off x="4846915" y="3487817"/>
              <a:ext cx="2293739"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2: Heuristic-based</a:t>
              </a:r>
              <a:endParaRPr lang="en-US" sz="1250" dirty="0"/>
            </a:p>
          </p:txBody>
        </p:sp>
        <p:sp>
          <p:nvSpPr>
            <p:cNvPr id="37" name="Text 13">
              <a:extLst>
                <a:ext uri="{FF2B5EF4-FFF2-40B4-BE49-F238E27FC236}">
                  <a16:creationId xmlns:a16="http://schemas.microsoft.com/office/drawing/2014/main" id="{28AAB2CF-A9F2-836E-CED8-C26EB37940A0}"/>
                </a:ext>
              </a:extLst>
            </p:cNvPr>
            <p:cNvSpPr/>
            <p:nvPr/>
          </p:nvSpPr>
          <p:spPr>
            <a:xfrm>
              <a:off x="3524131"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các quy tắc logic phức tạp hơn để phát hiện hành vi nghi ngờ. Vẫn phụ thuộc vào định nghĩa của con người.</a:t>
              </a:r>
              <a:endParaRPr lang="en-US" sz="950" dirty="0"/>
            </a:p>
          </p:txBody>
        </p:sp>
        <p:sp>
          <p:nvSpPr>
            <p:cNvPr id="38" name="Shape 14">
              <a:extLst>
                <a:ext uri="{FF2B5EF4-FFF2-40B4-BE49-F238E27FC236}">
                  <a16:creationId xmlns:a16="http://schemas.microsoft.com/office/drawing/2014/main" id="{02256520-4A1C-168C-0794-0753B467E04D}"/>
                </a:ext>
              </a:extLst>
            </p:cNvPr>
            <p:cNvSpPr/>
            <p:nvPr/>
          </p:nvSpPr>
          <p:spPr>
            <a:xfrm>
              <a:off x="8628817" y="2625447"/>
              <a:ext cx="15240" cy="369570"/>
            </a:xfrm>
            <a:prstGeom prst="roundRect">
              <a:avLst>
                <a:gd name="adj" fmla="val 339601"/>
              </a:avLst>
            </a:prstGeom>
            <a:solidFill>
              <a:srgbClr val="BBC2DC"/>
            </a:solidFill>
            <a:ln/>
          </p:spPr>
        </p:sp>
        <p:sp>
          <p:nvSpPr>
            <p:cNvPr id="39" name="Shape 15">
              <a:extLst>
                <a:ext uri="{FF2B5EF4-FFF2-40B4-BE49-F238E27FC236}">
                  <a16:creationId xmlns:a16="http://schemas.microsoft.com/office/drawing/2014/main" id="{ADB0E8ED-07EA-021B-B427-7A6174A22AB0}"/>
                </a:ext>
              </a:extLst>
            </p:cNvPr>
            <p:cNvSpPr/>
            <p:nvPr/>
          </p:nvSpPr>
          <p:spPr>
            <a:xfrm>
              <a:off x="8497848" y="2856428"/>
              <a:ext cx="277178" cy="277178"/>
            </a:xfrm>
            <a:prstGeom prst="roundRect">
              <a:avLst>
                <a:gd name="adj" fmla="val 18672"/>
              </a:avLst>
            </a:prstGeom>
            <a:solidFill>
              <a:srgbClr val="D5DCF6"/>
            </a:solidFill>
            <a:ln w="7620">
              <a:solidFill>
                <a:srgbClr val="BBC2DC"/>
              </a:solidFill>
              <a:prstDash val="solid"/>
            </a:ln>
          </p:spPr>
        </p:sp>
        <p:sp>
          <p:nvSpPr>
            <p:cNvPr id="40" name="Text 16">
              <a:extLst>
                <a:ext uri="{FF2B5EF4-FFF2-40B4-BE49-F238E27FC236}">
                  <a16:creationId xmlns:a16="http://schemas.microsoft.com/office/drawing/2014/main" id="{E17D9D0A-FEA5-300B-72F1-9D873CF21466}"/>
                </a:ext>
              </a:extLst>
            </p:cNvPr>
            <p:cNvSpPr/>
            <p:nvPr/>
          </p:nvSpPr>
          <p:spPr>
            <a:xfrm>
              <a:off x="853916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3</a:t>
              </a:r>
              <a:endParaRPr lang="en-US" sz="1500" dirty="0"/>
            </a:p>
          </p:txBody>
        </p:sp>
        <p:sp>
          <p:nvSpPr>
            <p:cNvPr id="41" name="Text 17">
              <a:extLst>
                <a:ext uri="{FF2B5EF4-FFF2-40B4-BE49-F238E27FC236}">
                  <a16:creationId xmlns:a16="http://schemas.microsoft.com/office/drawing/2014/main" id="{DD0EB04B-1677-B7F9-AA5B-058DA1FC3705}"/>
                </a:ext>
              </a:extLst>
            </p:cNvPr>
            <p:cNvSpPr/>
            <p:nvPr/>
          </p:nvSpPr>
          <p:spPr>
            <a:xfrm>
              <a:off x="7737396" y="1926312"/>
              <a:ext cx="179808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3: ML-based</a:t>
              </a:r>
              <a:endParaRPr lang="en-US" sz="1250" dirty="0"/>
            </a:p>
          </p:txBody>
        </p:sp>
        <p:sp>
          <p:nvSpPr>
            <p:cNvPr id="42" name="Text 18">
              <a:extLst>
                <a:ext uri="{FF2B5EF4-FFF2-40B4-BE49-F238E27FC236}">
                  <a16:creationId xmlns:a16="http://schemas.microsoft.com/office/drawing/2014/main" id="{1C8B8079-5537-646B-36A2-70085AB8B1FD}"/>
                </a:ext>
              </a:extLst>
            </p:cNvPr>
            <p:cNvSpPr/>
            <p:nvPr/>
          </p:nvSpPr>
          <p:spPr>
            <a:xfrm>
              <a:off x="6166842" y="2176939"/>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Áp dụng Machine Learning để học các mẫu ẩn từ dữ liệu. Hệ thống tự động phân loại và phát hiện bất thường.</a:t>
              </a:r>
              <a:endParaRPr lang="en-US" sz="950" dirty="0"/>
            </a:p>
          </p:txBody>
        </p:sp>
        <p:sp>
          <p:nvSpPr>
            <p:cNvPr id="43" name="Shape 19">
              <a:extLst>
                <a:ext uri="{FF2B5EF4-FFF2-40B4-BE49-F238E27FC236}">
                  <a16:creationId xmlns:a16="http://schemas.microsoft.com/office/drawing/2014/main" id="{F3A2EAA1-E4B1-A14B-85E4-350D3F1269BA}"/>
                </a:ext>
              </a:extLst>
            </p:cNvPr>
            <p:cNvSpPr/>
            <p:nvPr/>
          </p:nvSpPr>
          <p:spPr>
            <a:xfrm>
              <a:off x="11271647" y="2995017"/>
              <a:ext cx="15240" cy="369570"/>
            </a:xfrm>
            <a:prstGeom prst="roundRect">
              <a:avLst>
                <a:gd name="adj" fmla="val 339601"/>
              </a:avLst>
            </a:prstGeom>
            <a:solidFill>
              <a:srgbClr val="BBC2DC"/>
            </a:solidFill>
            <a:ln/>
          </p:spPr>
        </p:sp>
        <p:sp>
          <p:nvSpPr>
            <p:cNvPr id="44" name="Shape 20">
              <a:extLst>
                <a:ext uri="{FF2B5EF4-FFF2-40B4-BE49-F238E27FC236}">
                  <a16:creationId xmlns:a16="http://schemas.microsoft.com/office/drawing/2014/main" id="{2864D0BD-DEF3-ACD5-EBD8-86BFBF3EC275}"/>
                </a:ext>
              </a:extLst>
            </p:cNvPr>
            <p:cNvSpPr/>
            <p:nvPr/>
          </p:nvSpPr>
          <p:spPr>
            <a:xfrm>
              <a:off x="11140678" y="2856428"/>
              <a:ext cx="277178" cy="277178"/>
            </a:xfrm>
            <a:prstGeom prst="roundRect">
              <a:avLst>
                <a:gd name="adj" fmla="val 18672"/>
              </a:avLst>
            </a:prstGeom>
            <a:solidFill>
              <a:srgbClr val="D5DCF6"/>
            </a:solidFill>
            <a:ln w="7620">
              <a:solidFill>
                <a:srgbClr val="BBC2DC"/>
              </a:solidFill>
              <a:prstDash val="solid"/>
            </a:ln>
          </p:spPr>
        </p:sp>
        <p:sp>
          <p:nvSpPr>
            <p:cNvPr id="45" name="Text 21">
              <a:extLst>
                <a:ext uri="{FF2B5EF4-FFF2-40B4-BE49-F238E27FC236}">
                  <a16:creationId xmlns:a16="http://schemas.microsoft.com/office/drawing/2014/main" id="{53332912-5CA8-ED59-3803-E96391C00346}"/>
                </a:ext>
              </a:extLst>
            </p:cNvPr>
            <p:cNvSpPr/>
            <p:nvPr/>
          </p:nvSpPr>
          <p:spPr>
            <a:xfrm>
              <a:off x="11181993" y="2873454"/>
              <a:ext cx="194548" cy="243126"/>
            </a:xfrm>
            <a:prstGeom prst="rect">
              <a:avLst/>
            </a:prstGeom>
            <a:noFill/>
            <a:ln/>
          </p:spPr>
          <p:txBody>
            <a:bodyPr wrap="none" lIns="0" tIns="0" rIns="0" bIns="0" rtlCol="0" anchor="t"/>
            <a:lstStyle/>
            <a:p>
              <a:pPr marL="0" indent="0" algn="ctr">
                <a:lnSpc>
                  <a:spcPts val="1500"/>
                </a:lnSpc>
                <a:buNone/>
              </a:pPr>
              <a:r>
                <a:rPr lang="en-US" sz="1500" dirty="0">
                  <a:solidFill>
                    <a:srgbClr val="3B3535"/>
                  </a:solidFill>
                  <a:latin typeface="Alexandria Semi Bold" pitchFamily="34" charset="0"/>
                  <a:ea typeface="Alexandria Semi Bold" pitchFamily="34" charset="-122"/>
                  <a:cs typeface="Alexandria Semi Bold" pitchFamily="34" charset="-120"/>
                </a:rPr>
                <a:t>4</a:t>
              </a:r>
              <a:endParaRPr lang="en-US" sz="1500" dirty="0"/>
            </a:p>
          </p:txBody>
        </p:sp>
        <p:sp>
          <p:nvSpPr>
            <p:cNvPr id="46" name="Text 22">
              <a:extLst>
                <a:ext uri="{FF2B5EF4-FFF2-40B4-BE49-F238E27FC236}">
                  <a16:creationId xmlns:a16="http://schemas.microsoft.com/office/drawing/2014/main" id="{2807C2C9-8AE2-76B0-A096-309A11A9E424}"/>
                </a:ext>
              </a:extLst>
            </p:cNvPr>
            <p:cNvSpPr/>
            <p:nvPr/>
          </p:nvSpPr>
          <p:spPr>
            <a:xfrm>
              <a:off x="10413921" y="3487817"/>
              <a:ext cx="1730812" cy="202644"/>
            </a:xfrm>
            <a:prstGeom prst="rect">
              <a:avLst/>
            </a:prstGeom>
            <a:noFill/>
            <a:ln/>
          </p:spPr>
          <p:txBody>
            <a:bodyPr wrap="none" lIns="0" tIns="0" rIns="0" bIns="0" rtlCol="0" anchor="t"/>
            <a:lstStyle/>
            <a:p>
              <a:pPr marL="0" indent="0" algn="ctr">
                <a:lnSpc>
                  <a:spcPts val="1550"/>
                </a:lnSpc>
                <a:buNone/>
              </a:pPr>
              <a:r>
                <a:rPr lang="en-US" sz="1250" dirty="0">
                  <a:solidFill>
                    <a:srgbClr val="3B3535"/>
                  </a:solidFill>
                  <a:latin typeface="Alexandria Semi Bold" pitchFamily="34" charset="0"/>
                  <a:ea typeface="Alexandria Semi Bold" pitchFamily="34" charset="-122"/>
                  <a:cs typeface="Alexandria Semi Bold" pitchFamily="34" charset="-120"/>
                </a:rPr>
                <a:t>Giai đoạn 4: AI-based</a:t>
              </a:r>
              <a:endParaRPr lang="en-US" sz="1250" dirty="0"/>
            </a:p>
          </p:txBody>
        </p:sp>
        <p:sp>
          <p:nvSpPr>
            <p:cNvPr id="47" name="Text 23">
              <a:extLst>
                <a:ext uri="{FF2B5EF4-FFF2-40B4-BE49-F238E27FC236}">
                  <a16:creationId xmlns:a16="http://schemas.microsoft.com/office/drawing/2014/main" id="{F6A227F0-7B0B-68B3-E921-FF85FE16320D}"/>
                </a:ext>
              </a:extLst>
            </p:cNvPr>
            <p:cNvSpPr/>
            <p:nvPr/>
          </p:nvSpPr>
          <p:spPr>
            <a:xfrm>
              <a:off x="8809673" y="3738443"/>
              <a:ext cx="4939308" cy="325279"/>
            </a:xfrm>
            <a:prstGeom prst="rect">
              <a:avLst/>
            </a:prstGeom>
            <a:noFill/>
            <a:ln/>
          </p:spPr>
          <p:txBody>
            <a:bodyPr wrap="square" lIns="0" tIns="0" rIns="0" bIns="0" rtlCol="0" anchor="t"/>
            <a:lstStyle/>
            <a:p>
              <a:pPr marL="0" indent="0" algn="ctr">
                <a:lnSpc>
                  <a:spcPts val="1250"/>
                </a:lnSpc>
                <a:buNone/>
              </a:pPr>
              <a:r>
                <a:rPr lang="en-US" sz="950" dirty="0">
                  <a:solidFill>
                    <a:srgbClr val="3B3535"/>
                  </a:solidFill>
                  <a:latin typeface="Sora Light" pitchFamily="34" charset="0"/>
                  <a:ea typeface="Sora Light" pitchFamily="34" charset="-122"/>
                  <a:cs typeface="Sora Light" pitchFamily="34" charset="-120"/>
                </a:rPr>
                <a:t>Sử dụng Deep Learning và AI để xử lý dữ liệu phi cấu trúc, học các mẫu phức tạp và thích nghi theo thời gian.</a:t>
              </a:r>
              <a:endParaRPr lang="en-US" sz="950" dirty="0"/>
            </a:p>
          </p:txBody>
        </p:sp>
      </p:grpSp>
    </p:spTree>
    <p:extLst>
      <p:ext uri="{BB962C8B-B14F-4D97-AF65-F5344CB8AC3E}">
        <p14:creationId xmlns:p14="http://schemas.microsoft.com/office/powerpoint/2010/main" val="14248813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34"/>
          <p:cNvSpPr txBox="1">
            <a:spLocks noGrp="1"/>
          </p:cNvSpPr>
          <p:nvPr>
            <p:ph type="subTitle" idx="5"/>
          </p:nvPr>
        </p:nvSpPr>
        <p:spPr>
          <a:xfrm>
            <a:off x="3349500" y="2612550"/>
            <a:ext cx="2445000" cy="433500"/>
          </a:xfrm>
          <a:prstGeom prst="rect">
            <a:avLst/>
          </a:prstGeom>
        </p:spPr>
        <p:txBody>
          <a:bodyPr spcFirstLastPara="1" wrap="square" lIns="91425" tIns="91425" rIns="91425" bIns="91425" anchor="b" anchorCtr="0">
            <a:noAutofit/>
          </a:bodyPr>
          <a:lstStyle/>
          <a:p>
            <a:pPr marL="0" lvl="0" indent="0"/>
            <a:r>
              <a:rPr lang="en-US" dirty="0"/>
              <a:t>Non-parametric</a:t>
            </a:r>
            <a:endParaRPr dirty="0"/>
          </a:p>
        </p:txBody>
      </p:sp>
      <p:sp>
        <p:nvSpPr>
          <p:cNvPr id="936" name="Google Shape;936;p34"/>
          <p:cNvSpPr txBox="1">
            <a:spLocks noGrp="1"/>
          </p:cNvSpPr>
          <p:nvPr>
            <p:ph type="subTitle" idx="6"/>
          </p:nvPr>
        </p:nvSpPr>
        <p:spPr>
          <a:xfrm>
            <a:off x="5979000" y="2612550"/>
            <a:ext cx="2445000" cy="433500"/>
          </a:xfrm>
          <a:prstGeom prst="rect">
            <a:avLst/>
          </a:prstGeom>
        </p:spPr>
        <p:txBody>
          <a:bodyPr spcFirstLastPara="1" wrap="square" lIns="91425" tIns="91425" rIns="91425" bIns="91425" anchor="b" anchorCtr="0">
            <a:noAutofit/>
          </a:bodyPr>
          <a:lstStyle/>
          <a:p>
            <a:pPr marL="0" lvl="0" indent="0"/>
            <a:r>
              <a:rPr lang="en-US" dirty="0"/>
              <a:t>Lazy Learning</a:t>
            </a:r>
            <a:endParaRPr dirty="0"/>
          </a:p>
        </p:txBody>
      </p:sp>
      <p:sp>
        <p:nvSpPr>
          <p:cNvPr id="937" name="Google Shape;937;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lt2"/>
                </a:solidFill>
                <a:latin typeface="Bahnschrift Condensed" panose="020B0502040204020203" pitchFamily="34" charset="0"/>
              </a:rPr>
              <a:t>ĐẶC ĐIỂM CƠ BẢN</a:t>
            </a:r>
            <a:endParaRPr dirty="0">
              <a:solidFill>
                <a:schemeClr val="lt2"/>
              </a:solidFill>
              <a:latin typeface="Bahnschrift Condensed" panose="020B0502040204020203" pitchFamily="34" charset="0"/>
            </a:endParaRPr>
          </a:p>
        </p:txBody>
      </p:sp>
      <p:sp>
        <p:nvSpPr>
          <p:cNvPr id="938" name="Google Shape;938;p34"/>
          <p:cNvSpPr txBox="1">
            <a:spLocks noGrp="1"/>
          </p:cNvSpPr>
          <p:nvPr>
            <p:ph type="subTitle" idx="2"/>
          </p:nvPr>
        </p:nvSpPr>
        <p:spPr>
          <a:xfrm>
            <a:off x="720000" y="3058108"/>
            <a:ext cx="2445000" cy="918300"/>
          </a:xfrm>
          <a:prstGeom prst="rect">
            <a:avLst/>
          </a:prstGeom>
        </p:spPr>
        <p:txBody>
          <a:bodyPr spcFirstLastPara="1" wrap="square" lIns="91425" tIns="91425" rIns="91425" bIns="91425" anchor="t" anchorCtr="0">
            <a:noAutofit/>
          </a:bodyPr>
          <a:lstStyle/>
          <a:p>
            <a:pPr marL="0" lvl="0" indent="0"/>
            <a:r>
              <a:rPr lang="vi-VN" dirty="0"/>
              <a:t>Thuật toán học có giám sát, cần dữ liệu huấn luyện đã được gán nhãn để học cách phân loại các điểm dữ liệu mới.</a:t>
            </a:r>
            <a:endParaRPr dirty="0"/>
          </a:p>
        </p:txBody>
      </p:sp>
      <p:sp>
        <p:nvSpPr>
          <p:cNvPr id="939" name="Google Shape;939;p34"/>
          <p:cNvSpPr txBox="1">
            <a:spLocks noGrp="1"/>
          </p:cNvSpPr>
          <p:nvPr>
            <p:ph type="subTitle" idx="3"/>
          </p:nvPr>
        </p:nvSpPr>
        <p:spPr>
          <a:xfrm>
            <a:off x="3349500" y="3058108"/>
            <a:ext cx="2445000" cy="918300"/>
          </a:xfrm>
          <a:prstGeom prst="rect">
            <a:avLst/>
          </a:prstGeom>
        </p:spPr>
        <p:txBody>
          <a:bodyPr spcFirstLastPara="1" wrap="square" lIns="91425" tIns="91425" rIns="91425" bIns="91425" anchor="t" anchorCtr="0">
            <a:noAutofit/>
          </a:bodyPr>
          <a:lstStyle/>
          <a:p>
            <a:pPr marL="0" lvl="0" indent="0"/>
            <a:r>
              <a:rPr lang="vi-VN" dirty="0"/>
              <a:t>Không đưa ra giả định trước về phân phối dữ liệu hoặc hình dạng của các lớp dữ liệu. Linh hoạt với các mẫu dữ liệu phức tạp.</a:t>
            </a:r>
            <a:endParaRPr dirty="0"/>
          </a:p>
        </p:txBody>
      </p:sp>
      <p:sp>
        <p:nvSpPr>
          <p:cNvPr id="940" name="Google Shape;940;p34"/>
          <p:cNvSpPr txBox="1">
            <a:spLocks noGrp="1"/>
          </p:cNvSpPr>
          <p:nvPr>
            <p:ph type="subTitle" idx="4"/>
          </p:nvPr>
        </p:nvSpPr>
        <p:spPr>
          <a:xfrm>
            <a:off x="5979000" y="3058108"/>
            <a:ext cx="2445000" cy="918300"/>
          </a:xfrm>
          <a:prstGeom prst="rect">
            <a:avLst/>
          </a:prstGeom>
        </p:spPr>
        <p:txBody>
          <a:bodyPr spcFirstLastPara="1" wrap="square" lIns="91425" tIns="91425" rIns="91425" bIns="91425" anchor="t" anchorCtr="0">
            <a:noAutofit/>
          </a:bodyPr>
          <a:lstStyle/>
          <a:p>
            <a:pPr marL="0" lvl="0" indent="0"/>
            <a:r>
              <a:rPr lang="vi-VN" dirty="0"/>
              <a:t>Không có quá trình huấn luyện thực sự. Việc tính toán được hoãn lại đến pha dự đoán, khi cần tìm K láng giềng gần nhất.</a:t>
            </a:r>
            <a:endParaRPr dirty="0"/>
          </a:p>
        </p:txBody>
      </p:sp>
      <p:sp>
        <p:nvSpPr>
          <p:cNvPr id="941" name="Google Shape;941;p34"/>
          <p:cNvSpPr txBox="1">
            <a:spLocks noGrp="1"/>
          </p:cNvSpPr>
          <p:nvPr>
            <p:ph type="subTitle" idx="1"/>
          </p:nvPr>
        </p:nvSpPr>
        <p:spPr>
          <a:xfrm>
            <a:off x="720000" y="2612550"/>
            <a:ext cx="2445000" cy="433500"/>
          </a:xfrm>
          <a:prstGeom prst="rect">
            <a:avLst/>
          </a:prstGeom>
        </p:spPr>
        <p:txBody>
          <a:bodyPr spcFirstLastPara="1" wrap="square" lIns="91425" tIns="91425" rIns="91425" bIns="91425" anchor="b" anchorCtr="0">
            <a:noAutofit/>
          </a:bodyPr>
          <a:lstStyle/>
          <a:p>
            <a:pPr marL="0" lvl="0" indent="0"/>
            <a:r>
              <a:rPr lang="en-US" dirty="0"/>
              <a:t>Supervised Learning</a:t>
            </a:r>
            <a:endParaRPr dirty="0"/>
          </a:p>
        </p:txBody>
      </p:sp>
      <p:cxnSp>
        <p:nvCxnSpPr>
          <p:cNvPr id="942" name="Google Shape;942;p34"/>
          <p:cNvCxnSpPr/>
          <p:nvPr/>
        </p:nvCxnSpPr>
        <p:spPr>
          <a:xfrm rot="10800000" flipH="1">
            <a:off x="706950" y="3053000"/>
            <a:ext cx="2471100" cy="5100"/>
          </a:xfrm>
          <a:prstGeom prst="straightConnector1">
            <a:avLst/>
          </a:prstGeom>
          <a:noFill/>
          <a:ln w="19050" cap="flat" cmpd="sng">
            <a:solidFill>
              <a:schemeClr val="lt2"/>
            </a:solidFill>
            <a:prstDash val="solid"/>
            <a:round/>
            <a:headEnd type="none" w="med" len="med"/>
            <a:tailEnd type="none" w="med" len="med"/>
          </a:ln>
        </p:spPr>
      </p:cxnSp>
      <p:cxnSp>
        <p:nvCxnSpPr>
          <p:cNvPr id="943" name="Google Shape;943;p34"/>
          <p:cNvCxnSpPr/>
          <p:nvPr/>
        </p:nvCxnSpPr>
        <p:spPr>
          <a:xfrm rot="10800000" flipH="1">
            <a:off x="3336450" y="3053000"/>
            <a:ext cx="2471100" cy="5100"/>
          </a:xfrm>
          <a:prstGeom prst="straightConnector1">
            <a:avLst/>
          </a:prstGeom>
          <a:noFill/>
          <a:ln w="19050" cap="flat" cmpd="sng">
            <a:solidFill>
              <a:schemeClr val="lt2"/>
            </a:solidFill>
            <a:prstDash val="solid"/>
            <a:round/>
            <a:headEnd type="none" w="med" len="med"/>
            <a:tailEnd type="none" w="med" len="med"/>
          </a:ln>
        </p:spPr>
      </p:cxnSp>
      <p:cxnSp>
        <p:nvCxnSpPr>
          <p:cNvPr id="944" name="Google Shape;944;p34"/>
          <p:cNvCxnSpPr/>
          <p:nvPr/>
        </p:nvCxnSpPr>
        <p:spPr>
          <a:xfrm rot="10800000" flipH="1">
            <a:off x="5965950" y="3053000"/>
            <a:ext cx="2471100" cy="5100"/>
          </a:xfrm>
          <a:prstGeom prst="straightConnector1">
            <a:avLst/>
          </a:prstGeom>
          <a:noFill/>
          <a:ln w="19050" cap="flat" cmpd="sng">
            <a:solidFill>
              <a:schemeClr val="lt2"/>
            </a:solidFill>
            <a:prstDash val="solid"/>
            <a:round/>
            <a:headEnd type="none" w="med" len="med"/>
            <a:tailEnd type="none" w="med" len="med"/>
          </a:ln>
        </p:spPr>
      </p:cxnSp>
      <p:grpSp>
        <p:nvGrpSpPr>
          <p:cNvPr id="945" name="Google Shape;945;p34"/>
          <p:cNvGrpSpPr/>
          <p:nvPr/>
        </p:nvGrpSpPr>
        <p:grpSpPr>
          <a:xfrm>
            <a:off x="1732231" y="1875866"/>
            <a:ext cx="420539" cy="401186"/>
            <a:chOff x="1757388" y="1858738"/>
            <a:chExt cx="370225" cy="353250"/>
          </a:xfrm>
        </p:grpSpPr>
        <p:sp>
          <p:nvSpPr>
            <p:cNvPr id="946" name="Google Shape;946;p34"/>
            <p:cNvSpPr/>
            <p:nvPr/>
          </p:nvSpPr>
          <p:spPr>
            <a:xfrm>
              <a:off x="1771388" y="1937063"/>
              <a:ext cx="339975" cy="255050"/>
            </a:xfrm>
            <a:custGeom>
              <a:avLst/>
              <a:gdLst/>
              <a:ahLst/>
              <a:cxnLst/>
              <a:rect l="l" t="t" r="r" b="b"/>
              <a:pathLst>
                <a:path w="13599" h="10202" extrusionOk="0">
                  <a:moveTo>
                    <a:pt x="1066" y="1"/>
                  </a:moveTo>
                  <a:cubicBezTo>
                    <a:pt x="478" y="1"/>
                    <a:pt x="0" y="478"/>
                    <a:pt x="0" y="1066"/>
                  </a:cubicBezTo>
                  <a:lnTo>
                    <a:pt x="0" y="9405"/>
                  </a:lnTo>
                  <a:lnTo>
                    <a:pt x="6799" y="10201"/>
                  </a:lnTo>
                  <a:lnTo>
                    <a:pt x="13599" y="9405"/>
                  </a:lnTo>
                  <a:lnTo>
                    <a:pt x="13599" y="1067"/>
                  </a:lnTo>
                  <a:cubicBezTo>
                    <a:pt x="13599" y="478"/>
                    <a:pt x="13121" y="1"/>
                    <a:pt x="125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4"/>
            <p:cNvSpPr/>
            <p:nvPr/>
          </p:nvSpPr>
          <p:spPr>
            <a:xfrm>
              <a:off x="1757388" y="2172163"/>
              <a:ext cx="367950" cy="39825"/>
            </a:xfrm>
            <a:custGeom>
              <a:avLst/>
              <a:gdLst/>
              <a:ahLst/>
              <a:cxnLst/>
              <a:rect l="l" t="t" r="r" b="b"/>
              <a:pathLst>
                <a:path w="14718" h="1593" extrusionOk="0">
                  <a:moveTo>
                    <a:pt x="416" y="1"/>
                  </a:moveTo>
                  <a:cubicBezTo>
                    <a:pt x="175" y="1"/>
                    <a:pt x="0" y="232"/>
                    <a:pt x="66" y="464"/>
                  </a:cubicBezTo>
                  <a:lnTo>
                    <a:pt x="130" y="692"/>
                  </a:lnTo>
                  <a:cubicBezTo>
                    <a:pt x="280" y="1224"/>
                    <a:pt x="766" y="1593"/>
                    <a:pt x="1319" y="1593"/>
                  </a:cubicBezTo>
                  <a:lnTo>
                    <a:pt x="13400" y="1593"/>
                  </a:lnTo>
                  <a:cubicBezTo>
                    <a:pt x="13953" y="1593"/>
                    <a:pt x="14439" y="1224"/>
                    <a:pt x="14587" y="692"/>
                  </a:cubicBezTo>
                  <a:lnTo>
                    <a:pt x="14652" y="464"/>
                  </a:lnTo>
                  <a:cubicBezTo>
                    <a:pt x="14717" y="232"/>
                    <a:pt x="14542" y="1"/>
                    <a:pt x="143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4"/>
            <p:cNvSpPr/>
            <p:nvPr/>
          </p:nvSpPr>
          <p:spPr>
            <a:xfrm>
              <a:off x="1771338" y="1937063"/>
              <a:ext cx="354000" cy="274925"/>
            </a:xfrm>
            <a:custGeom>
              <a:avLst/>
              <a:gdLst/>
              <a:ahLst/>
              <a:cxnLst/>
              <a:rect l="l" t="t" r="r" b="b"/>
              <a:pathLst>
                <a:path w="14160" h="10997" extrusionOk="0">
                  <a:moveTo>
                    <a:pt x="11072" y="1"/>
                  </a:moveTo>
                  <a:cubicBezTo>
                    <a:pt x="11660" y="1"/>
                    <a:pt x="12139" y="478"/>
                    <a:pt x="12139" y="1067"/>
                  </a:cubicBezTo>
                  <a:lnTo>
                    <a:pt x="12139" y="8661"/>
                  </a:lnTo>
                  <a:cubicBezTo>
                    <a:pt x="12139" y="8848"/>
                    <a:pt x="11988" y="9000"/>
                    <a:pt x="11800" y="9000"/>
                  </a:cubicBezTo>
                  <a:lnTo>
                    <a:pt x="1" y="9000"/>
                  </a:lnTo>
                  <a:lnTo>
                    <a:pt x="1" y="9405"/>
                  </a:lnTo>
                  <a:lnTo>
                    <a:pt x="12355" y="9405"/>
                  </a:lnTo>
                  <a:cubicBezTo>
                    <a:pt x="12596" y="9405"/>
                    <a:pt x="12771" y="9636"/>
                    <a:pt x="12705" y="9868"/>
                  </a:cubicBezTo>
                  <a:lnTo>
                    <a:pt x="12640" y="10096"/>
                  </a:lnTo>
                  <a:cubicBezTo>
                    <a:pt x="12491" y="10628"/>
                    <a:pt x="12005" y="10997"/>
                    <a:pt x="11453" y="10997"/>
                  </a:cubicBezTo>
                  <a:lnTo>
                    <a:pt x="12842" y="10997"/>
                  </a:lnTo>
                  <a:cubicBezTo>
                    <a:pt x="13395" y="10997"/>
                    <a:pt x="13881" y="10628"/>
                    <a:pt x="14029" y="10096"/>
                  </a:cubicBezTo>
                  <a:lnTo>
                    <a:pt x="14094" y="9868"/>
                  </a:lnTo>
                  <a:cubicBezTo>
                    <a:pt x="14159" y="9636"/>
                    <a:pt x="13986" y="9405"/>
                    <a:pt x="13744" y="9405"/>
                  </a:cubicBezTo>
                  <a:lnTo>
                    <a:pt x="13601" y="9405"/>
                  </a:lnTo>
                  <a:lnTo>
                    <a:pt x="13601" y="1067"/>
                  </a:lnTo>
                  <a:cubicBezTo>
                    <a:pt x="13601" y="478"/>
                    <a:pt x="13123" y="1"/>
                    <a:pt x="12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4"/>
            <p:cNvSpPr/>
            <p:nvPr/>
          </p:nvSpPr>
          <p:spPr>
            <a:xfrm>
              <a:off x="1890388" y="2172163"/>
              <a:ext cx="101950" cy="19950"/>
            </a:xfrm>
            <a:custGeom>
              <a:avLst/>
              <a:gdLst/>
              <a:ahLst/>
              <a:cxnLst/>
              <a:rect l="l" t="t" r="r" b="b"/>
              <a:pathLst>
                <a:path w="4078" h="798" extrusionOk="0">
                  <a:moveTo>
                    <a:pt x="0" y="1"/>
                  </a:moveTo>
                  <a:lnTo>
                    <a:pt x="0" y="299"/>
                  </a:lnTo>
                  <a:cubicBezTo>
                    <a:pt x="0" y="573"/>
                    <a:pt x="223" y="797"/>
                    <a:pt x="499" y="797"/>
                  </a:cubicBezTo>
                  <a:lnTo>
                    <a:pt x="3580" y="797"/>
                  </a:lnTo>
                  <a:cubicBezTo>
                    <a:pt x="3855" y="797"/>
                    <a:pt x="4077" y="573"/>
                    <a:pt x="4077" y="299"/>
                  </a:cubicBezTo>
                  <a:lnTo>
                    <a:pt x="40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4"/>
            <p:cNvSpPr/>
            <p:nvPr/>
          </p:nvSpPr>
          <p:spPr>
            <a:xfrm>
              <a:off x="1793388" y="1959113"/>
              <a:ext cx="295925" cy="191025"/>
            </a:xfrm>
            <a:custGeom>
              <a:avLst/>
              <a:gdLst/>
              <a:ahLst/>
              <a:cxnLst/>
              <a:rect l="l" t="t" r="r" b="b"/>
              <a:pathLst>
                <a:path w="11837" h="7641" extrusionOk="0">
                  <a:moveTo>
                    <a:pt x="769" y="1"/>
                  </a:moveTo>
                  <a:cubicBezTo>
                    <a:pt x="345" y="1"/>
                    <a:pt x="1" y="344"/>
                    <a:pt x="1" y="768"/>
                  </a:cubicBezTo>
                  <a:lnTo>
                    <a:pt x="1" y="6874"/>
                  </a:lnTo>
                  <a:cubicBezTo>
                    <a:pt x="1" y="7298"/>
                    <a:pt x="345" y="7641"/>
                    <a:pt x="769" y="7641"/>
                  </a:cubicBezTo>
                  <a:lnTo>
                    <a:pt x="11070" y="7641"/>
                  </a:lnTo>
                  <a:cubicBezTo>
                    <a:pt x="11134" y="7641"/>
                    <a:pt x="11197" y="7632"/>
                    <a:pt x="11257" y="7618"/>
                  </a:cubicBezTo>
                  <a:cubicBezTo>
                    <a:pt x="11334" y="7599"/>
                    <a:pt x="11407" y="7568"/>
                    <a:pt x="11473" y="7526"/>
                  </a:cubicBezTo>
                  <a:cubicBezTo>
                    <a:pt x="11691" y="7392"/>
                    <a:pt x="11837" y="7149"/>
                    <a:pt x="11837" y="6874"/>
                  </a:cubicBezTo>
                  <a:lnTo>
                    <a:pt x="11837" y="768"/>
                  </a:lnTo>
                  <a:cubicBezTo>
                    <a:pt x="11837" y="491"/>
                    <a:pt x="11690" y="248"/>
                    <a:pt x="11470" y="114"/>
                  </a:cubicBezTo>
                  <a:cubicBezTo>
                    <a:pt x="11401" y="72"/>
                    <a:pt x="11324" y="40"/>
                    <a:pt x="11245" y="20"/>
                  </a:cubicBezTo>
                  <a:cubicBezTo>
                    <a:pt x="11187" y="8"/>
                    <a:pt x="11130" y="1"/>
                    <a:pt x="110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4"/>
            <p:cNvSpPr/>
            <p:nvPr/>
          </p:nvSpPr>
          <p:spPr>
            <a:xfrm>
              <a:off x="2074488" y="1959613"/>
              <a:ext cx="14825" cy="189975"/>
            </a:xfrm>
            <a:custGeom>
              <a:avLst/>
              <a:gdLst/>
              <a:ahLst/>
              <a:cxnLst/>
              <a:rect l="l" t="t" r="r" b="b"/>
              <a:pathLst>
                <a:path w="593" h="7599" extrusionOk="0">
                  <a:moveTo>
                    <a:pt x="1" y="0"/>
                  </a:moveTo>
                  <a:lnTo>
                    <a:pt x="1" y="0"/>
                  </a:lnTo>
                  <a:cubicBezTo>
                    <a:pt x="8" y="53"/>
                    <a:pt x="13" y="109"/>
                    <a:pt x="13" y="164"/>
                  </a:cubicBezTo>
                  <a:lnTo>
                    <a:pt x="13" y="7598"/>
                  </a:lnTo>
                  <a:cubicBezTo>
                    <a:pt x="90" y="7579"/>
                    <a:pt x="163" y="7548"/>
                    <a:pt x="229" y="7506"/>
                  </a:cubicBezTo>
                  <a:cubicBezTo>
                    <a:pt x="447" y="7372"/>
                    <a:pt x="593" y="7129"/>
                    <a:pt x="593" y="6854"/>
                  </a:cubicBezTo>
                  <a:lnTo>
                    <a:pt x="593" y="748"/>
                  </a:lnTo>
                  <a:cubicBezTo>
                    <a:pt x="593" y="471"/>
                    <a:pt x="446" y="228"/>
                    <a:pt x="226" y="94"/>
                  </a:cubicBezTo>
                  <a:cubicBezTo>
                    <a:pt x="157" y="51"/>
                    <a:pt x="80" y="20"/>
                    <a:pt x="1" y="0"/>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4"/>
            <p:cNvSpPr/>
            <p:nvPr/>
          </p:nvSpPr>
          <p:spPr>
            <a:xfrm>
              <a:off x="1825063" y="1996763"/>
              <a:ext cx="232600" cy="153375"/>
            </a:xfrm>
            <a:custGeom>
              <a:avLst/>
              <a:gdLst/>
              <a:ahLst/>
              <a:cxnLst/>
              <a:rect l="l" t="t" r="r" b="b"/>
              <a:pathLst>
                <a:path w="9304" h="6135" extrusionOk="0">
                  <a:moveTo>
                    <a:pt x="4652" y="1"/>
                  </a:moveTo>
                  <a:cubicBezTo>
                    <a:pt x="4383" y="1"/>
                    <a:pt x="4114" y="142"/>
                    <a:pt x="3978" y="424"/>
                  </a:cubicBezTo>
                  <a:lnTo>
                    <a:pt x="2370" y="3777"/>
                  </a:lnTo>
                  <a:lnTo>
                    <a:pt x="909" y="2822"/>
                  </a:lnTo>
                  <a:cubicBezTo>
                    <a:pt x="813" y="2759"/>
                    <a:pt x="709" y="2731"/>
                    <a:pt x="608" y="2731"/>
                  </a:cubicBezTo>
                  <a:cubicBezTo>
                    <a:pt x="289" y="2731"/>
                    <a:pt x="0" y="3015"/>
                    <a:pt x="61" y="3377"/>
                  </a:cubicBezTo>
                  <a:lnTo>
                    <a:pt x="519" y="6135"/>
                  </a:lnTo>
                  <a:lnTo>
                    <a:pt x="8785" y="6135"/>
                  </a:lnTo>
                  <a:lnTo>
                    <a:pt x="9244" y="3377"/>
                  </a:lnTo>
                  <a:cubicBezTo>
                    <a:pt x="9304" y="3015"/>
                    <a:pt x="9015" y="2731"/>
                    <a:pt x="8696" y="2731"/>
                  </a:cubicBezTo>
                  <a:cubicBezTo>
                    <a:pt x="8595" y="2731"/>
                    <a:pt x="8491" y="2759"/>
                    <a:pt x="8394" y="2822"/>
                  </a:cubicBezTo>
                  <a:lnTo>
                    <a:pt x="6935" y="3777"/>
                  </a:lnTo>
                  <a:lnTo>
                    <a:pt x="5325" y="424"/>
                  </a:lnTo>
                  <a:cubicBezTo>
                    <a:pt x="5190" y="142"/>
                    <a:pt x="4921" y="1"/>
                    <a:pt x="46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4"/>
            <p:cNvSpPr/>
            <p:nvPr/>
          </p:nvSpPr>
          <p:spPr>
            <a:xfrm>
              <a:off x="1880963" y="2070463"/>
              <a:ext cx="120800" cy="79675"/>
            </a:xfrm>
            <a:custGeom>
              <a:avLst/>
              <a:gdLst/>
              <a:ahLst/>
              <a:cxnLst/>
              <a:rect l="l" t="t" r="r" b="b"/>
              <a:pathLst>
                <a:path w="4832" h="3187" extrusionOk="0">
                  <a:moveTo>
                    <a:pt x="2416" y="1"/>
                  </a:moveTo>
                  <a:cubicBezTo>
                    <a:pt x="2276" y="1"/>
                    <a:pt x="2136" y="74"/>
                    <a:pt x="2066" y="221"/>
                  </a:cubicBezTo>
                  <a:lnTo>
                    <a:pt x="1231" y="1963"/>
                  </a:lnTo>
                  <a:lnTo>
                    <a:pt x="473" y="1467"/>
                  </a:lnTo>
                  <a:cubicBezTo>
                    <a:pt x="422" y="1434"/>
                    <a:pt x="368" y="1419"/>
                    <a:pt x="315" y="1419"/>
                  </a:cubicBezTo>
                  <a:cubicBezTo>
                    <a:pt x="150" y="1419"/>
                    <a:pt x="1" y="1567"/>
                    <a:pt x="31" y="1755"/>
                  </a:cubicBezTo>
                  <a:lnTo>
                    <a:pt x="270" y="3187"/>
                  </a:lnTo>
                  <a:lnTo>
                    <a:pt x="4562" y="3187"/>
                  </a:lnTo>
                  <a:lnTo>
                    <a:pt x="4800" y="1755"/>
                  </a:lnTo>
                  <a:cubicBezTo>
                    <a:pt x="4832" y="1567"/>
                    <a:pt x="4682" y="1419"/>
                    <a:pt x="4517" y="1419"/>
                  </a:cubicBezTo>
                  <a:cubicBezTo>
                    <a:pt x="4464" y="1419"/>
                    <a:pt x="4410" y="1434"/>
                    <a:pt x="4359" y="1467"/>
                  </a:cubicBezTo>
                  <a:lnTo>
                    <a:pt x="3602" y="1963"/>
                  </a:lnTo>
                  <a:lnTo>
                    <a:pt x="2766" y="221"/>
                  </a:lnTo>
                  <a:cubicBezTo>
                    <a:pt x="2696" y="74"/>
                    <a:pt x="2556" y="1"/>
                    <a:pt x="2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4"/>
            <p:cNvSpPr/>
            <p:nvPr/>
          </p:nvSpPr>
          <p:spPr>
            <a:xfrm>
              <a:off x="1978863" y="1858738"/>
              <a:ext cx="148750" cy="126400"/>
            </a:xfrm>
            <a:custGeom>
              <a:avLst/>
              <a:gdLst/>
              <a:ahLst/>
              <a:cxnLst/>
              <a:rect l="l" t="t" r="r" b="b"/>
              <a:pathLst>
                <a:path w="5950" h="5056" extrusionOk="0">
                  <a:moveTo>
                    <a:pt x="2975" y="0"/>
                  </a:moveTo>
                  <a:cubicBezTo>
                    <a:pt x="2784" y="0"/>
                    <a:pt x="2592" y="95"/>
                    <a:pt x="2483" y="285"/>
                  </a:cubicBezTo>
                  <a:lnTo>
                    <a:pt x="219" y="4203"/>
                  </a:lnTo>
                  <a:cubicBezTo>
                    <a:pt x="1" y="4583"/>
                    <a:pt x="274" y="5056"/>
                    <a:pt x="712" y="5056"/>
                  </a:cubicBezTo>
                  <a:lnTo>
                    <a:pt x="5238" y="5056"/>
                  </a:lnTo>
                  <a:cubicBezTo>
                    <a:pt x="5675" y="5056"/>
                    <a:pt x="5949" y="4583"/>
                    <a:pt x="5730" y="4203"/>
                  </a:cubicBezTo>
                  <a:lnTo>
                    <a:pt x="3467" y="285"/>
                  </a:lnTo>
                  <a:cubicBezTo>
                    <a:pt x="3358" y="95"/>
                    <a:pt x="3167" y="0"/>
                    <a:pt x="297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4"/>
            <p:cNvSpPr/>
            <p:nvPr/>
          </p:nvSpPr>
          <p:spPr>
            <a:xfrm>
              <a:off x="2042313" y="1858738"/>
              <a:ext cx="85300" cy="126400"/>
            </a:xfrm>
            <a:custGeom>
              <a:avLst/>
              <a:gdLst/>
              <a:ahLst/>
              <a:cxnLst/>
              <a:rect l="l" t="t" r="r" b="b"/>
              <a:pathLst>
                <a:path w="3412" h="5056" extrusionOk="0">
                  <a:moveTo>
                    <a:pt x="437" y="0"/>
                  </a:moveTo>
                  <a:cubicBezTo>
                    <a:pt x="275" y="0"/>
                    <a:pt x="113" y="68"/>
                    <a:pt x="1" y="203"/>
                  </a:cubicBezTo>
                  <a:cubicBezTo>
                    <a:pt x="21" y="229"/>
                    <a:pt x="40" y="255"/>
                    <a:pt x="57" y="285"/>
                  </a:cubicBezTo>
                  <a:lnTo>
                    <a:pt x="2319" y="4203"/>
                  </a:lnTo>
                  <a:cubicBezTo>
                    <a:pt x="2539" y="4583"/>
                    <a:pt x="2265" y="5056"/>
                    <a:pt x="1828" y="5056"/>
                  </a:cubicBezTo>
                  <a:lnTo>
                    <a:pt x="2700" y="5056"/>
                  </a:lnTo>
                  <a:cubicBezTo>
                    <a:pt x="3137" y="5056"/>
                    <a:pt x="3411" y="4583"/>
                    <a:pt x="3192" y="4203"/>
                  </a:cubicBezTo>
                  <a:lnTo>
                    <a:pt x="929" y="285"/>
                  </a:lnTo>
                  <a:cubicBezTo>
                    <a:pt x="819" y="95"/>
                    <a:pt x="628" y="0"/>
                    <a:pt x="4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4"/>
            <p:cNvSpPr/>
            <p:nvPr/>
          </p:nvSpPr>
          <p:spPr>
            <a:xfrm>
              <a:off x="2041163" y="1887513"/>
              <a:ext cx="24150" cy="53675"/>
            </a:xfrm>
            <a:custGeom>
              <a:avLst/>
              <a:gdLst/>
              <a:ahLst/>
              <a:cxnLst/>
              <a:rect l="l" t="t" r="r" b="b"/>
              <a:pathLst>
                <a:path w="966" h="2147" extrusionOk="0">
                  <a:moveTo>
                    <a:pt x="482" y="0"/>
                  </a:moveTo>
                  <a:cubicBezTo>
                    <a:pt x="216" y="0"/>
                    <a:pt x="1" y="217"/>
                    <a:pt x="1" y="483"/>
                  </a:cubicBezTo>
                  <a:lnTo>
                    <a:pt x="1" y="1663"/>
                  </a:lnTo>
                  <a:cubicBezTo>
                    <a:pt x="1" y="1931"/>
                    <a:pt x="216" y="2146"/>
                    <a:pt x="482" y="2146"/>
                  </a:cubicBezTo>
                  <a:cubicBezTo>
                    <a:pt x="750" y="2146"/>
                    <a:pt x="965" y="1931"/>
                    <a:pt x="965" y="1663"/>
                  </a:cubicBezTo>
                  <a:lnTo>
                    <a:pt x="965" y="483"/>
                  </a:lnTo>
                  <a:cubicBezTo>
                    <a:pt x="965" y="217"/>
                    <a:pt x="750" y="0"/>
                    <a:pt x="4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4"/>
            <p:cNvSpPr/>
            <p:nvPr/>
          </p:nvSpPr>
          <p:spPr>
            <a:xfrm>
              <a:off x="2041163" y="1948513"/>
              <a:ext cx="24150" cy="24150"/>
            </a:xfrm>
            <a:custGeom>
              <a:avLst/>
              <a:gdLst/>
              <a:ahLst/>
              <a:cxnLst/>
              <a:rect l="l" t="t" r="r" b="b"/>
              <a:pathLst>
                <a:path w="966" h="966" extrusionOk="0">
                  <a:moveTo>
                    <a:pt x="482" y="0"/>
                  </a:moveTo>
                  <a:cubicBezTo>
                    <a:pt x="216" y="0"/>
                    <a:pt x="1" y="217"/>
                    <a:pt x="1" y="483"/>
                  </a:cubicBezTo>
                  <a:lnTo>
                    <a:pt x="1" y="531"/>
                  </a:lnTo>
                  <a:cubicBezTo>
                    <a:pt x="1" y="772"/>
                    <a:pt x="194" y="965"/>
                    <a:pt x="435" y="965"/>
                  </a:cubicBezTo>
                  <a:lnTo>
                    <a:pt x="482" y="965"/>
                  </a:lnTo>
                  <a:cubicBezTo>
                    <a:pt x="750" y="965"/>
                    <a:pt x="965" y="750"/>
                    <a:pt x="965" y="483"/>
                  </a:cubicBezTo>
                  <a:cubicBezTo>
                    <a:pt x="965" y="217"/>
                    <a:pt x="750" y="0"/>
                    <a:pt x="4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 name="Google Shape;958;p34"/>
          <p:cNvGrpSpPr/>
          <p:nvPr/>
        </p:nvGrpSpPr>
        <p:grpSpPr>
          <a:xfrm>
            <a:off x="4369781" y="1913486"/>
            <a:ext cx="404437" cy="414928"/>
            <a:chOff x="4393975" y="1891863"/>
            <a:chExt cx="356050" cy="365350"/>
          </a:xfrm>
        </p:grpSpPr>
        <p:sp>
          <p:nvSpPr>
            <p:cNvPr id="959" name="Google Shape;959;p34"/>
            <p:cNvSpPr/>
            <p:nvPr/>
          </p:nvSpPr>
          <p:spPr>
            <a:xfrm>
              <a:off x="4393975" y="1891863"/>
              <a:ext cx="226075" cy="217200"/>
            </a:xfrm>
            <a:custGeom>
              <a:avLst/>
              <a:gdLst/>
              <a:ahLst/>
              <a:cxnLst/>
              <a:rect l="l" t="t" r="r" b="b"/>
              <a:pathLst>
                <a:path w="9043" h="8688" extrusionOk="0">
                  <a:moveTo>
                    <a:pt x="4156" y="0"/>
                  </a:moveTo>
                  <a:cubicBezTo>
                    <a:pt x="4101" y="0"/>
                    <a:pt x="4047" y="2"/>
                    <a:pt x="3992" y="4"/>
                  </a:cubicBezTo>
                  <a:cubicBezTo>
                    <a:pt x="3480" y="26"/>
                    <a:pt x="2963" y="158"/>
                    <a:pt x="2476" y="409"/>
                  </a:cubicBezTo>
                  <a:cubicBezTo>
                    <a:pt x="685" y="1334"/>
                    <a:pt x="1" y="3552"/>
                    <a:pt x="898" y="5358"/>
                  </a:cubicBezTo>
                  <a:lnTo>
                    <a:pt x="2553" y="8687"/>
                  </a:lnTo>
                  <a:lnTo>
                    <a:pt x="3984" y="7976"/>
                  </a:lnTo>
                  <a:lnTo>
                    <a:pt x="2304" y="4596"/>
                  </a:lnTo>
                  <a:cubicBezTo>
                    <a:pt x="1787" y="3557"/>
                    <a:pt x="2227" y="2288"/>
                    <a:pt x="3284" y="1793"/>
                  </a:cubicBezTo>
                  <a:cubicBezTo>
                    <a:pt x="3513" y="1686"/>
                    <a:pt x="3753" y="1625"/>
                    <a:pt x="3992" y="1607"/>
                  </a:cubicBezTo>
                  <a:cubicBezTo>
                    <a:pt x="4042" y="1603"/>
                    <a:pt x="4093" y="1602"/>
                    <a:pt x="4143" y="1602"/>
                  </a:cubicBezTo>
                  <a:cubicBezTo>
                    <a:pt x="4920" y="1602"/>
                    <a:pt x="5669" y="2044"/>
                    <a:pt x="6038" y="2785"/>
                  </a:cubicBezTo>
                  <a:lnTo>
                    <a:pt x="7501" y="5730"/>
                  </a:lnTo>
                  <a:cubicBezTo>
                    <a:pt x="7579" y="5888"/>
                    <a:pt x="7737" y="5978"/>
                    <a:pt x="7901" y="5978"/>
                  </a:cubicBezTo>
                  <a:cubicBezTo>
                    <a:pt x="7968" y="5978"/>
                    <a:pt x="8035" y="5963"/>
                    <a:pt x="8098" y="5932"/>
                  </a:cubicBezTo>
                  <a:lnTo>
                    <a:pt x="8733" y="5617"/>
                  </a:lnTo>
                  <a:cubicBezTo>
                    <a:pt x="8952" y="5508"/>
                    <a:pt x="9042" y="5240"/>
                    <a:pt x="8933" y="5019"/>
                  </a:cubicBezTo>
                  <a:lnTo>
                    <a:pt x="7450" y="2037"/>
                  </a:lnTo>
                  <a:cubicBezTo>
                    <a:pt x="6810" y="748"/>
                    <a:pt x="5507" y="0"/>
                    <a:pt x="41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4"/>
            <p:cNvSpPr/>
            <p:nvPr/>
          </p:nvSpPr>
          <p:spPr>
            <a:xfrm>
              <a:off x="4493775" y="1891863"/>
              <a:ext cx="126275" cy="149475"/>
            </a:xfrm>
            <a:custGeom>
              <a:avLst/>
              <a:gdLst/>
              <a:ahLst/>
              <a:cxnLst/>
              <a:rect l="l" t="t" r="r" b="b"/>
              <a:pathLst>
                <a:path w="5051" h="5979" extrusionOk="0">
                  <a:moveTo>
                    <a:pt x="164" y="0"/>
                  </a:moveTo>
                  <a:cubicBezTo>
                    <a:pt x="109" y="0"/>
                    <a:pt x="55" y="2"/>
                    <a:pt x="0" y="4"/>
                  </a:cubicBezTo>
                  <a:cubicBezTo>
                    <a:pt x="24" y="28"/>
                    <a:pt x="626" y="672"/>
                    <a:pt x="0" y="1607"/>
                  </a:cubicBezTo>
                  <a:cubicBezTo>
                    <a:pt x="50" y="1603"/>
                    <a:pt x="101" y="1602"/>
                    <a:pt x="151" y="1602"/>
                  </a:cubicBezTo>
                  <a:cubicBezTo>
                    <a:pt x="928" y="1602"/>
                    <a:pt x="1677" y="2044"/>
                    <a:pt x="2046" y="2785"/>
                  </a:cubicBezTo>
                  <a:lnTo>
                    <a:pt x="3509" y="5730"/>
                  </a:lnTo>
                  <a:cubicBezTo>
                    <a:pt x="3587" y="5888"/>
                    <a:pt x="3745" y="5978"/>
                    <a:pt x="3909" y="5978"/>
                  </a:cubicBezTo>
                  <a:cubicBezTo>
                    <a:pt x="3976" y="5978"/>
                    <a:pt x="4043" y="5963"/>
                    <a:pt x="4106" y="5932"/>
                  </a:cubicBezTo>
                  <a:lnTo>
                    <a:pt x="4741" y="5617"/>
                  </a:lnTo>
                  <a:cubicBezTo>
                    <a:pt x="4960" y="5508"/>
                    <a:pt x="5050" y="5240"/>
                    <a:pt x="4941" y="5019"/>
                  </a:cubicBezTo>
                  <a:lnTo>
                    <a:pt x="3458" y="2037"/>
                  </a:lnTo>
                  <a:cubicBezTo>
                    <a:pt x="2818" y="748"/>
                    <a:pt x="1515" y="0"/>
                    <a:pt x="1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4425400" y="2084913"/>
              <a:ext cx="229150" cy="172300"/>
            </a:xfrm>
            <a:custGeom>
              <a:avLst/>
              <a:gdLst/>
              <a:ahLst/>
              <a:cxnLst/>
              <a:rect l="l" t="t" r="r" b="b"/>
              <a:pathLst>
                <a:path w="9166" h="6892" extrusionOk="0">
                  <a:moveTo>
                    <a:pt x="1297" y="1"/>
                  </a:moveTo>
                  <a:cubicBezTo>
                    <a:pt x="582" y="1"/>
                    <a:pt x="1" y="582"/>
                    <a:pt x="1" y="1297"/>
                  </a:cubicBezTo>
                  <a:lnTo>
                    <a:pt x="1" y="5597"/>
                  </a:lnTo>
                  <a:cubicBezTo>
                    <a:pt x="1" y="6312"/>
                    <a:pt x="580" y="6892"/>
                    <a:pt x="1297" y="6892"/>
                  </a:cubicBezTo>
                  <a:lnTo>
                    <a:pt x="7871" y="6892"/>
                  </a:lnTo>
                  <a:cubicBezTo>
                    <a:pt x="8586" y="6892"/>
                    <a:pt x="9166" y="6312"/>
                    <a:pt x="9166" y="5597"/>
                  </a:cubicBezTo>
                  <a:lnTo>
                    <a:pt x="9166" y="1297"/>
                  </a:lnTo>
                  <a:cubicBezTo>
                    <a:pt x="9166" y="582"/>
                    <a:pt x="8586" y="1"/>
                    <a:pt x="78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4"/>
            <p:cNvSpPr/>
            <p:nvPr/>
          </p:nvSpPr>
          <p:spPr>
            <a:xfrm>
              <a:off x="4583900" y="2084913"/>
              <a:ext cx="70650" cy="172300"/>
            </a:xfrm>
            <a:custGeom>
              <a:avLst/>
              <a:gdLst/>
              <a:ahLst/>
              <a:cxnLst/>
              <a:rect l="l" t="t" r="r" b="b"/>
              <a:pathLst>
                <a:path w="2826" h="6892" extrusionOk="0">
                  <a:moveTo>
                    <a:pt x="0" y="1"/>
                  </a:moveTo>
                  <a:cubicBezTo>
                    <a:pt x="716" y="1"/>
                    <a:pt x="1295" y="580"/>
                    <a:pt x="1295" y="1297"/>
                  </a:cubicBezTo>
                  <a:lnTo>
                    <a:pt x="1295" y="5595"/>
                  </a:lnTo>
                  <a:cubicBezTo>
                    <a:pt x="1295" y="6312"/>
                    <a:pt x="716" y="6892"/>
                    <a:pt x="0" y="6892"/>
                  </a:cubicBezTo>
                  <a:lnTo>
                    <a:pt x="1531" y="6892"/>
                  </a:lnTo>
                  <a:cubicBezTo>
                    <a:pt x="2246" y="6892"/>
                    <a:pt x="2826" y="6312"/>
                    <a:pt x="2826" y="5595"/>
                  </a:cubicBezTo>
                  <a:lnTo>
                    <a:pt x="2826" y="1297"/>
                  </a:lnTo>
                  <a:cubicBezTo>
                    <a:pt x="2826" y="580"/>
                    <a:pt x="2246" y="1"/>
                    <a:pt x="153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4"/>
            <p:cNvSpPr/>
            <p:nvPr/>
          </p:nvSpPr>
          <p:spPr>
            <a:xfrm>
              <a:off x="4508300" y="2120238"/>
              <a:ext cx="64775" cy="102675"/>
            </a:xfrm>
            <a:custGeom>
              <a:avLst/>
              <a:gdLst/>
              <a:ahLst/>
              <a:cxnLst/>
              <a:rect l="l" t="t" r="r" b="b"/>
              <a:pathLst>
                <a:path w="2591" h="4107" extrusionOk="0">
                  <a:moveTo>
                    <a:pt x="1267" y="0"/>
                  </a:moveTo>
                  <a:cubicBezTo>
                    <a:pt x="762" y="0"/>
                    <a:pt x="321" y="284"/>
                    <a:pt x="98" y="703"/>
                  </a:cubicBezTo>
                  <a:cubicBezTo>
                    <a:pt x="0" y="888"/>
                    <a:pt x="926" y="1099"/>
                    <a:pt x="926" y="1323"/>
                  </a:cubicBezTo>
                  <a:cubicBezTo>
                    <a:pt x="926" y="1756"/>
                    <a:pt x="1115" y="2138"/>
                    <a:pt x="1435" y="2380"/>
                  </a:cubicBezTo>
                  <a:lnTo>
                    <a:pt x="473" y="3313"/>
                  </a:lnTo>
                  <a:cubicBezTo>
                    <a:pt x="473" y="3362"/>
                    <a:pt x="479" y="3409"/>
                    <a:pt x="487" y="3456"/>
                  </a:cubicBezTo>
                  <a:cubicBezTo>
                    <a:pt x="555" y="3825"/>
                    <a:pt x="878" y="4107"/>
                    <a:pt x="1267" y="4107"/>
                  </a:cubicBezTo>
                  <a:cubicBezTo>
                    <a:pt x="1487" y="4107"/>
                    <a:pt x="1686" y="4017"/>
                    <a:pt x="1829" y="3874"/>
                  </a:cubicBezTo>
                  <a:cubicBezTo>
                    <a:pt x="1939" y="3764"/>
                    <a:pt x="2016" y="3621"/>
                    <a:pt x="2047" y="3463"/>
                  </a:cubicBezTo>
                  <a:cubicBezTo>
                    <a:pt x="2057" y="3414"/>
                    <a:pt x="2061" y="3363"/>
                    <a:pt x="2061" y="3313"/>
                  </a:cubicBezTo>
                  <a:lnTo>
                    <a:pt x="2061" y="2380"/>
                  </a:lnTo>
                  <a:cubicBezTo>
                    <a:pt x="2382" y="2138"/>
                    <a:pt x="2590" y="1756"/>
                    <a:pt x="2590" y="1323"/>
                  </a:cubicBezTo>
                  <a:cubicBezTo>
                    <a:pt x="2590" y="1059"/>
                    <a:pt x="2513" y="811"/>
                    <a:pt x="2379" y="604"/>
                  </a:cubicBezTo>
                  <a:cubicBezTo>
                    <a:pt x="2142" y="241"/>
                    <a:pt x="1733" y="0"/>
                    <a:pt x="12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4"/>
            <p:cNvSpPr/>
            <p:nvPr/>
          </p:nvSpPr>
          <p:spPr>
            <a:xfrm>
              <a:off x="4506900" y="2135313"/>
              <a:ext cx="243125" cy="71500"/>
            </a:xfrm>
            <a:custGeom>
              <a:avLst/>
              <a:gdLst/>
              <a:ahLst/>
              <a:cxnLst/>
              <a:rect l="l" t="t" r="r" b="b"/>
              <a:pathLst>
                <a:path w="9725" h="2860" extrusionOk="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8295" y="2860"/>
                  </a:lnTo>
                  <a:cubicBezTo>
                    <a:pt x="8690" y="2860"/>
                    <a:pt x="9047" y="2700"/>
                    <a:pt x="9306" y="2441"/>
                  </a:cubicBezTo>
                  <a:cubicBezTo>
                    <a:pt x="9565" y="2182"/>
                    <a:pt x="9725" y="1825"/>
                    <a:pt x="9725" y="1430"/>
                  </a:cubicBezTo>
                  <a:cubicBezTo>
                    <a:pt x="9725" y="640"/>
                    <a:pt x="9085" y="2"/>
                    <a:pt x="829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4"/>
            <p:cNvSpPr/>
            <p:nvPr/>
          </p:nvSpPr>
          <p:spPr>
            <a:xfrm>
              <a:off x="4506900" y="2135313"/>
              <a:ext cx="37250" cy="71500"/>
            </a:xfrm>
            <a:custGeom>
              <a:avLst/>
              <a:gdLst/>
              <a:ahLst/>
              <a:cxnLst/>
              <a:rect l="l" t="t" r="r" b="b"/>
              <a:pathLst>
                <a:path w="1490" h="2860" extrusionOk="0">
                  <a:moveTo>
                    <a:pt x="678" y="1"/>
                  </a:moveTo>
                  <a:cubicBezTo>
                    <a:pt x="493" y="1"/>
                    <a:pt x="317" y="36"/>
                    <a:pt x="154" y="100"/>
                  </a:cubicBezTo>
                  <a:cubicBezTo>
                    <a:pt x="56" y="285"/>
                    <a:pt x="0" y="496"/>
                    <a:pt x="0" y="720"/>
                  </a:cubicBezTo>
                  <a:cubicBezTo>
                    <a:pt x="0" y="1153"/>
                    <a:pt x="209" y="1535"/>
                    <a:pt x="529" y="1777"/>
                  </a:cubicBezTo>
                  <a:lnTo>
                    <a:pt x="529" y="2710"/>
                  </a:lnTo>
                  <a:cubicBezTo>
                    <a:pt x="529" y="2759"/>
                    <a:pt x="535" y="2806"/>
                    <a:pt x="543" y="2853"/>
                  </a:cubicBezTo>
                  <a:cubicBezTo>
                    <a:pt x="587" y="2857"/>
                    <a:pt x="633" y="2860"/>
                    <a:pt x="678" y="2860"/>
                  </a:cubicBezTo>
                  <a:lnTo>
                    <a:pt x="1490" y="2860"/>
                  </a:lnTo>
                  <a:cubicBezTo>
                    <a:pt x="1481" y="2811"/>
                    <a:pt x="1476" y="2760"/>
                    <a:pt x="1476" y="2710"/>
                  </a:cubicBezTo>
                  <a:lnTo>
                    <a:pt x="1476" y="1777"/>
                  </a:lnTo>
                  <a:cubicBezTo>
                    <a:pt x="1155" y="1535"/>
                    <a:pt x="947" y="1153"/>
                    <a:pt x="947" y="720"/>
                  </a:cubicBezTo>
                  <a:cubicBezTo>
                    <a:pt x="947" y="456"/>
                    <a:pt x="1025" y="208"/>
                    <a:pt x="1159"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4"/>
            <p:cNvSpPr/>
            <p:nvPr/>
          </p:nvSpPr>
          <p:spPr>
            <a:xfrm>
              <a:off x="4671600" y="2135313"/>
              <a:ext cx="78425" cy="71500"/>
            </a:xfrm>
            <a:custGeom>
              <a:avLst/>
              <a:gdLst/>
              <a:ahLst/>
              <a:cxnLst/>
              <a:rect l="l" t="t" r="r" b="b"/>
              <a:pathLst>
                <a:path w="3137" h="2860" extrusionOk="0">
                  <a:moveTo>
                    <a:pt x="1" y="1"/>
                  </a:moveTo>
                  <a:cubicBezTo>
                    <a:pt x="789" y="1"/>
                    <a:pt x="1429" y="640"/>
                    <a:pt x="1429" y="1430"/>
                  </a:cubicBezTo>
                  <a:cubicBezTo>
                    <a:pt x="1429" y="1825"/>
                    <a:pt x="1269" y="2182"/>
                    <a:pt x="1010" y="2441"/>
                  </a:cubicBezTo>
                  <a:cubicBezTo>
                    <a:pt x="753" y="2699"/>
                    <a:pt x="396" y="2860"/>
                    <a:pt x="1" y="2860"/>
                  </a:cubicBezTo>
                  <a:lnTo>
                    <a:pt x="1707" y="2860"/>
                  </a:lnTo>
                  <a:cubicBezTo>
                    <a:pt x="2102" y="2860"/>
                    <a:pt x="2459" y="2700"/>
                    <a:pt x="2718" y="2441"/>
                  </a:cubicBezTo>
                  <a:cubicBezTo>
                    <a:pt x="2977" y="2182"/>
                    <a:pt x="3137" y="1825"/>
                    <a:pt x="3137" y="1430"/>
                  </a:cubicBezTo>
                  <a:cubicBezTo>
                    <a:pt x="3137" y="640"/>
                    <a:pt x="2497" y="2"/>
                    <a:pt x="170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4"/>
            <p:cNvSpPr/>
            <p:nvPr/>
          </p:nvSpPr>
          <p:spPr>
            <a:xfrm>
              <a:off x="4528475" y="2152013"/>
              <a:ext cx="39200" cy="38100"/>
            </a:xfrm>
            <a:custGeom>
              <a:avLst/>
              <a:gdLst/>
              <a:ahLst/>
              <a:cxnLst/>
              <a:rect l="l" t="t" r="r" b="b"/>
              <a:pathLst>
                <a:path w="1568" h="1524" extrusionOk="0">
                  <a:moveTo>
                    <a:pt x="243" y="1"/>
                  </a:moveTo>
                  <a:cubicBezTo>
                    <a:pt x="186" y="1"/>
                    <a:pt x="130" y="22"/>
                    <a:pt x="86" y="65"/>
                  </a:cubicBezTo>
                  <a:cubicBezTo>
                    <a:pt x="1" y="152"/>
                    <a:pt x="1" y="292"/>
                    <a:pt x="86" y="377"/>
                  </a:cubicBezTo>
                  <a:lnTo>
                    <a:pt x="473" y="762"/>
                  </a:lnTo>
                  <a:lnTo>
                    <a:pt x="86" y="1147"/>
                  </a:lnTo>
                  <a:cubicBezTo>
                    <a:pt x="1" y="1234"/>
                    <a:pt x="1" y="1374"/>
                    <a:pt x="86" y="1459"/>
                  </a:cubicBezTo>
                  <a:cubicBezTo>
                    <a:pt x="130" y="1503"/>
                    <a:pt x="187" y="1524"/>
                    <a:pt x="243" y="1524"/>
                  </a:cubicBezTo>
                  <a:cubicBezTo>
                    <a:pt x="299" y="1524"/>
                    <a:pt x="355" y="1503"/>
                    <a:pt x="399" y="1459"/>
                  </a:cubicBezTo>
                  <a:lnTo>
                    <a:pt x="784" y="1074"/>
                  </a:lnTo>
                  <a:lnTo>
                    <a:pt x="1169" y="1459"/>
                  </a:lnTo>
                  <a:cubicBezTo>
                    <a:pt x="1212" y="1503"/>
                    <a:pt x="1269" y="1524"/>
                    <a:pt x="1325" y="1524"/>
                  </a:cubicBezTo>
                  <a:cubicBezTo>
                    <a:pt x="1381" y="1524"/>
                    <a:pt x="1437" y="1503"/>
                    <a:pt x="1481" y="1459"/>
                  </a:cubicBezTo>
                  <a:cubicBezTo>
                    <a:pt x="1568" y="1374"/>
                    <a:pt x="1568" y="1234"/>
                    <a:pt x="1481" y="1147"/>
                  </a:cubicBezTo>
                  <a:lnTo>
                    <a:pt x="1096" y="762"/>
                  </a:lnTo>
                  <a:lnTo>
                    <a:pt x="1481" y="377"/>
                  </a:lnTo>
                  <a:cubicBezTo>
                    <a:pt x="1568" y="292"/>
                    <a:pt x="1568" y="152"/>
                    <a:pt x="1481" y="65"/>
                  </a:cubicBezTo>
                  <a:cubicBezTo>
                    <a:pt x="1438" y="22"/>
                    <a:pt x="1382" y="1"/>
                    <a:pt x="1325" y="1"/>
                  </a:cubicBezTo>
                  <a:cubicBezTo>
                    <a:pt x="1269" y="1"/>
                    <a:pt x="1213" y="22"/>
                    <a:pt x="1170" y="65"/>
                  </a:cubicBezTo>
                  <a:lnTo>
                    <a:pt x="784" y="450"/>
                  </a:lnTo>
                  <a:lnTo>
                    <a:pt x="399" y="65"/>
                  </a:lnTo>
                  <a:cubicBezTo>
                    <a:pt x="356" y="22"/>
                    <a:pt x="300" y="1"/>
                    <a:pt x="2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4"/>
            <p:cNvSpPr/>
            <p:nvPr/>
          </p:nvSpPr>
          <p:spPr>
            <a:xfrm>
              <a:off x="4576800" y="2152013"/>
              <a:ext cx="39175" cy="38100"/>
            </a:xfrm>
            <a:custGeom>
              <a:avLst/>
              <a:gdLst/>
              <a:ahLst/>
              <a:cxnLst/>
              <a:rect l="l" t="t" r="r" b="b"/>
              <a:pathLst>
                <a:path w="1567" h="1524" extrusionOk="0">
                  <a:moveTo>
                    <a:pt x="242" y="1"/>
                  </a:moveTo>
                  <a:cubicBezTo>
                    <a:pt x="186" y="1"/>
                    <a:pt x="130" y="22"/>
                    <a:pt x="87" y="65"/>
                  </a:cubicBezTo>
                  <a:cubicBezTo>
                    <a:pt x="0" y="152"/>
                    <a:pt x="0" y="292"/>
                    <a:pt x="87" y="377"/>
                  </a:cubicBezTo>
                  <a:lnTo>
                    <a:pt x="472" y="762"/>
                  </a:lnTo>
                  <a:lnTo>
                    <a:pt x="87" y="1147"/>
                  </a:lnTo>
                  <a:cubicBezTo>
                    <a:pt x="0" y="1234"/>
                    <a:pt x="0" y="1374"/>
                    <a:pt x="87" y="1459"/>
                  </a:cubicBezTo>
                  <a:cubicBezTo>
                    <a:pt x="130" y="1503"/>
                    <a:pt x="186" y="1524"/>
                    <a:pt x="242" y="1524"/>
                  </a:cubicBezTo>
                  <a:cubicBezTo>
                    <a:pt x="300" y="1524"/>
                    <a:pt x="356" y="1503"/>
                    <a:pt x="399" y="1459"/>
                  </a:cubicBezTo>
                  <a:lnTo>
                    <a:pt x="784" y="1074"/>
                  </a:lnTo>
                  <a:lnTo>
                    <a:pt x="1169" y="1459"/>
                  </a:lnTo>
                  <a:cubicBezTo>
                    <a:pt x="1212" y="1503"/>
                    <a:pt x="1268" y="1524"/>
                    <a:pt x="1324" y="1524"/>
                  </a:cubicBezTo>
                  <a:cubicBezTo>
                    <a:pt x="1382" y="1524"/>
                    <a:pt x="1438" y="1503"/>
                    <a:pt x="1481" y="1459"/>
                  </a:cubicBezTo>
                  <a:cubicBezTo>
                    <a:pt x="1567" y="1374"/>
                    <a:pt x="1567" y="1234"/>
                    <a:pt x="1481" y="1147"/>
                  </a:cubicBezTo>
                  <a:lnTo>
                    <a:pt x="1096" y="762"/>
                  </a:lnTo>
                  <a:lnTo>
                    <a:pt x="1481" y="377"/>
                  </a:lnTo>
                  <a:cubicBezTo>
                    <a:pt x="1567" y="292"/>
                    <a:pt x="1567" y="152"/>
                    <a:pt x="1481" y="65"/>
                  </a:cubicBezTo>
                  <a:cubicBezTo>
                    <a:pt x="1438" y="22"/>
                    <a:pt x="1382" y="1"/>
                    <a:pt x="1325" y="1"/>
                  </a:cubicBezTo>
                  <a:cubicBezTo>
                    <a:pt x="1269" y="1"/>
                    <a:pt x="1212" y="22"/>
                    <a:pt x="1169" y="65"/>
                  </a:cubicBezTo>
                  <a:lnTo>
                    <a:pt x="784" y="450"/>
                  </a:lnTo>
                  <a:lnTo>
                    <a:pt x="399" y="65"/>
                  </a:lnTo>
                  <a:cubicBezTo>
                    <a:pt x="356" y="22"/>
                    <a:pt x="299" y="1"/>
                    <a:pt x="2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4"/>
            <p:cNvSpPr/>
            <p:nvPr/>
          </p:nvSpPr>
          <p:spPr>
            <a:xfrm>
              <a:off x="4625125" y="2152013"/>
              <a:ext cx="39200" cy="38100"/>
            </a:xfrm>
            <a:custGeom>
              <a:avLst/>
              <a:gdLst/>
              <a:ahLst/>
              <a:cxnLst/>
              <a:rect l="l" t="t" r="r" b="b"/>
              <a:pathLst>
                <a:path w="1568" h="1524" extrusionOk="0">
                  <a:moveTo>
                    <a:pt x="243" y="1"/>
                  </a:moveTo>
                  <a:cubicBezTo>
                    <a:pt x="186" y="1"/>
                    <a:pt x="130" y="22"/>
                    <a:pt x="87" y="65"/>
                  </a:cubicBezTo>
                  <a:cubicBezTo>
                    <a:pt x="1" y="152"/>
                    <a:pt x="1" y="292"/>
                    <a:pt x="87" y="377"/>
                  </a:cubicBezTo>
                  <a:lnTo>
                    <a:pt x="472" y="762"/>
                  </a:lnTo>
                  <a:lnTo>
                    <a:pt x="87" y="1147"/>
                  </a:lnTo>
                  <a:cubicBezTo>
                    <a:pt x="1" y="1234"/>
                    <a:pt x="1" y="1374"/>
                    <a:pt x="87" y="1459"/>
                  </a:cubicBezTo>
                  <a:cubicBezTo>
                    <a:pt x="129" y="1503"/>
                    <a:pt x="187" y="1524"/>
                    <a:pt x="243" y="1524"/>
                  </a:cubicBezTo>
                  <a:cubicBezTo>
                    <a:pt x="299" y="1524"/>
                    <a:pt x="356" y="1503"/>
                    <a:pt x="398" y="1459"/>
                  </a:cubicBezTo>
                  <a:lnTo>
                    <a:pt x="783" y="1074"/>
                  </a:lnTo>
                  <a:lnTo>
                    <a:pt x="1170" y="1459"/>
                  </a:lnTo>
                  <a:cubicBezTo>
                    <a:pt x="1212" y="1503"/>
                    <a:pt x="1269" y="1524"/>
                    <a:pt x="1325" y="1524"/>
                  </a:cubicBezTo>
                  <a:cubicBezTo>
                    <a:pt x="1381" y="1524"/>
                    <a:pt x="1438" y="1503"/>
                    <a:pt x="1480" y="1459"/>
                  </a:cubicBezTo>
                  <a:cubicBezTo>
                    <a:pt x="1567" y="1374"/>
                    <a:pt x="1567" y="1234"/>
                    <a:pt x="1480" y="1147"/>
                  </a:cubicBezTo>
                  <a:lnTo>
                    <a:pt x="1095" y="762"/>
                  </a:lnTo>
                  <a:lnTo>
                    <a:pt x="1480" y="377"/>
                  </a:lnTo>
                  <a:cubicBezTo>
                    <a:pt x="1567" y="292"/>
                    <a:pt x="1567" y="152"/>
                    <a:pt x="1480" y="65"/>
                  </a:cubicBezTo>
                  <a:cubicBezTo>
                    <a:pt x="1438" y="22"/>
                    <a:pt x="1381" y="1"/>
                    <a:pt x="1325" y="1"/>
                  </a:cubicBezTo>
                  <a:cubicBezTo>
                    <a:pt x="1269" y="1"/>
                    <a:pt x="1212" y="22"/>
                    <a:pt x="1170" y="65"/>
                  </a:cubicBezTo>
                  <a:lnTo>
                    <a:pt x="785" y="450"/>
                  </a:lnTo>
                  <a:lnTo>
                    <a:pt x="398" y="65"/>
                  </a:lnTo>
                  <a:cubicBezTo>
                    <a:pt x="355" y="22"/>
                    <a:pt x="299" y="1"/>
                    <a:pt x="2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4"/>
            <p:cNvSpPr/>
            <p:nvPr/>
          </p:nvSpPr>
          <p:spPr>
            <a:xfrm>
              <a:off x="4673450" y="2152013"/>
              <a:ext cx="39200" cy="38100"/>
            </a:xfrm>
            <a:custGeom>
              <a:avLst/>
              <a:gdLst/>
              <a:ahLst/>
              <a:cxnLst/>
              <a:rect l="l" t="t" r="r" b="b"/>
              <a:pathLst>
                <a:path w="1568" h="1524" extrusionOk="0">
                  <a:moveTo>
                    <a:pt x="242" y="1"/>
                  </a:moveTo>
                  <a:cubicBezTo>
                    <a:pt x="186" y="1"/>
                    <a:pt x="130" y="22"/>
                    <a:pt x="86" y="65"/>
                  </a:cubicBezTo>
                  <a:cubicBezTo>
                    <a:pt x="1" y="152"/>
                    <a:pt x="1" y="292"/>
                    <a:pt x="86" y="377"/>
                  </a:cubicBezTo>
                  <a:lnTo>
                    <a:pt x="471" y="762"/>
                  </a:lnTo>
                  <a:lnTo>
                    <a:pt x="86" y="1147"/>
                  </a:lnTo>
                  <a:cubicBezTo>
                    <a:pt x="1" y="1234"/>
                    <a:pt x="1" y="1374"/>
                    <a:pt x="86" y="1459"/>
                  </a:cubicBezTo>
                  <a:cubicBezTo>
                    <a:pt x="130" y="1503"/>
                    <a:pt x="186" y="1524"/>
                    <a:pt x="243" y="1524"/>
                  </a:cubicBezTo>
                  <a:cubicBezTo>
                    <a:pt x="299" y="1524"/>
                    <a:pt x="355" y="1503"/>
                    <a:pt x="399" y="1459"/>
                  </a:cubicBezTo>
                  <a:lnTo>
                    <a:pt x="784" y="1074"/>
                  </a:lnTo>
                  <a:lnTo>
                    <a:pt x="1169" y="1459"/>
                  </a:lnTo>
                  <a:cubicBezTo>
                    <a:pt x="1212" y="1503"/>
                    <a:pt x="1268" y="1524"/>
                    <a:pt x="1325" y="1524"/>
                  </a:cubicBezTo>
                  <a:cubicBezTo>
                    <a:pt x="1381" y="1524"/>
                    <a:pt x="1437" y="1503"/>
                    <a:pt x="1481" y="1459"/>
                  </a:cubicBezTo>
                  <a:cubicBezTo>
                    <a:pt x="1566" y="1374"/>
                    <a:pt x="1566" y="1234"/>
                    <a:pt x="1481" y="1147"/>
                  </a:cubicBezTo>
                  <a:lnTo>
                    <a:pt x="1096" y="762"/>
                  </a:lnTo>
                  <a:lnTo>
                    <a:pt x="1481" y="377"/>
                  </a:lnTo>
                  <a:cubicBezTo>
                    <a:pt x="1568" y="292"/>
                    <a:pt x="1568" y="152"/>
                    <a:pt x="1481" y="65"/>
                  </a:cubicBezTo>
                  <a:cubicBezTo>
                    <a:pt x="1438" y="22"/>
                    <a:pt x="1382" y="1"/>
                    <a:pt x="1325" y="1"/>
                  </a:cubicBezTo>
                  <a:cubicBezTo>
                    <a:pt x="1269" y="1"/>
                    <a:pt x="1212" y="22"/>
                    <a:pt x="1169" y="65"/>
                  </a:cubicBezTo>
                  <a:lnTo>
                    <a:pt x="784" y="450"/>
                  </a:lnTo>
                  <a:lnTo>
                    <a:pt x="399" y="65"/>
                  </a:lnTo>
                  <a:cubicBezTo>
                    <a:pt x="355" y="22"/>
                    <a:pt x="299" y="1"/>
                    <a:pt x="2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4"/>
            <p:cNvSpPr/>
            <p:nvPr/>
          </p:nvSpPr>
          <p:spPr>
            <a:xfrm>
              <a:off x="4657850" y="2034088"/>
              <a:ext cx="34050" cy="18325"/>
            </a:xfrm>
            <a:custGeom>
              <a:avLst/>
              <a:gdLst/>
              <a:ahLst/>
              <a:cxnLst/>
              <a:rect l="l" t="t" r="r" b="b"/>
              <a:pathLst>
                <a:path w="1362" h="733" extrusionOk="0">
                  <a:moveTo>
                    <a:pt x="1114" y="0"/>
                  </a:moveTo>
                  <a:cubicBezTo>
                    <a:pt x="1091" y="0"/>
                    <a:pt x="1067" y="4"/>
                    <a:pt x="1044" y="12"/>
                  </a:cubicBezTo>
                  <a:lnTo>
                    <a:pt x="177" y="304"/>
                  </a:lnTo>
                  <a:cubicBezTo>
                    <a:pt x="62" y="342"/>
                    <a:pt x="1" y="468"/>
                    <a:pt x="38" y="583"/>
                  </a:cubicBezTo>
                  <a:cubicBezTo>
                    <a:pt x="71" y="676"/>
                    <a:pt x="156" y="733"/>
                    <a:pt x="248" y="733"/>
                  </a:cubicBezTo>
                  <a:cubicBezTo>
                    <a:pt x="271" y="733"/>
                    <a:pt x="295" y="730"/>
                    <a:pt x="318" y="722"/>
                  </a:cubicBezTo>
                  <a:lnTo>
                    <a:pt x="1184" y="429"/>
                  </a:lnTo>
                  <a:cubicBezTo>
                    <a:pt x="1300" y="391"/>
                    <a:pt x="1361" y="265"/>
                    <a:pt x="1322" y="150"/>
                  </a:cubicBezTo>
                  <a:cubicBezTo>
                    <a:pt x="1291" y="58"/>
                    <a:pt x="1206" y="0"/>
                    <a:pt x="11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4"/>
            <p:cNvSpPr/>
            <p:nvPr/>
          </p:nvSpPr>
          <p:spPr>
            <a:xfrm>
              <a:off x="4657300" y="2062513"/>
              <a:ext cx="30925" cy="18725"/>
            </a:xfrm>
            <a:custGeom>
              <a:avLst/>
              <a:gdLst/>
              <a:ahLst/>
              <a:cxnLst/>
              <a:rect l="l" t="t" r="r" b="b"/>
              <a:pathLst>
                <a:path w="1237" h="749" extrusionOk="0">
                  <a:moveTo>
                    <a:pt x="251" y="1"/>
                  </a:moveTo>
                  <a:cubicBezTo>
                    <a:pt x="165" y="1"/>
                    <a:pt x="82" y="52"/>
                    <a:pt x="46" y="136"/>
                  </a:cubicBezTo>
                  <a:cubicBezTo>
                    <a:pt x="0" y="250"/>
                    <a:pt x="53" y="379"/>
                    <a:pt x="165" y="425"/>
                  </a:cubicBezTo>
                  <a:lnTo>
                    <a:pt x="900" y="731"/>
                  </a:lnTo>
                  <a:cubicBezTo>
                    <a:pt x="928" y="743"/>
                    <a:pt x="958" y="748"/>
                    <a:pt x="986" y="748"/>
                  </a:cubicBezTo>
                  <a:cubicBezTo>
                    <a:pt x="1073" y="748"/>
                    <a:pt x="1154" y="696"/>
                    <a:pt x="1189" y="612"/>
                  </a:cubicBezTo>
                  <a:cubicBezTo>
                    <a:pt x="1236" y="499"/>
                    <a:pt x="1183" y="370"/>
                    <a:pt x="1070" y="324"/>
                  </a:cubicBezTo>
                  <a:lnTo>
                    <a:pt x="335" y="17"/>
                  </a:lnTo>
                  <a:cubicBezTo>
                    <a:pt x="307" y="6"/>
                    <a:pt x="279" y="1"/>
                    <a:pt x="2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4"/>
            <p:cNvSpPr/>
            <p:nvPr/>
          </p:nvSpPr>
          <p:spPr>
            <a:xfrm>
              <a:off x="4644550" y="2007663"/>
              <a:ext cx="22600" cy="28275"/>
            </a:xfrm>
            <a:custGeom>
              <a:avLst/>
              <a:gdLst/>
              <a:ahLst/>
              <a:cxnLst/>
              <a:rect l="l" t="t" r="r" b="b"/>
              <a:pathLst>
                <a:path w="904" h="1131" extrusionOk="0">
                  <a:moveTo>
                    <a:pt x="651" y="0"/>
                  </a:moveTo>
                  <a:cubicBezTo>
                    <a:pt x="575" y="0"/>
                    <a:pt x="501" y="40"/>
                    <a:pt x="460" y="110"/>
                  </a:cubicBezTo>
                  <a:lnTo>
                    <a:pt x="61" y="799"/>
                  </a:lnTo>
                  <a:cubicBezTo>
                    <a:pt x="1" y="905"/>
                    <a:pt x="36" y="1039"/>
                    <a:pt x="142" y="1101"/>
                  </a:cubicBezTo>
                  <a:cubicBezTo>
                    <a:pt x="176" y="1121"/>
                    <a:pt x="215" y="1130"/>
                    <a:pt x="251" y="1130"/>
                  </a:cubicBezTo>
                  <a:cubicBezTo>
                    <a:pt x="328" y="1130"/>
                    <a:pt x="402" y="1091"/>
                    <a:pt x="443" y="1020"/>
                  </a:cubicBezTo>
                  <a:lnTo>
                    <a:pt x="842" y="331"/>
                  </a:lnTo>
                  <a:cubicBezTo>
                    <a:pt x="904" y="226"/>
                    <a:pt x="867" y="92"/>
                    <a:pt x="762" y="30"/>
                  </a:cubicBezTo>
                  <a:cubicBezTo>
                    <a:pt x="727" y="10"/>
                    <a:pt x="689" y="0"/>
                    <a:pt x="6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 name="Google Shape;974;p34"/>
          <p:cNvGrpSpPr/>
          <p:nvPr/>
        </p:nvGrpSpPr>
        <p:grpSpPr>
          <a:xfrm>
            <a:off x="6995405" y="1954101"/>
            <a:ext cx="412190" cy="414956"/>
            <a:chOff x="6954600" y="1927625"/>
            <a:chExt cx="362875" cy="365375"/>
          </a:xfrm>
        </p:grpSpPr>
        <p:sp>
          <p:nvSpPr>
            <p:cNvPr id="975" name="Google Shape;975;p34"/>
            <p:cNvSpPr/>
            <p:nvPr/>
          </p:nvSpPr>
          <p:spPr>
            <a:xfrm>
              <a:off x="6954600" y="2048600"/>
              <a:ext cx="339425" cy="244400"/>
            </a:xfrm>
            <a:custGeom>
              <a:avLst/>
              <a:gdLst/>
              <a:ahLst/>
              <a:cxnLst/>
              <a:rect l="l" t="t" r="r" b="b"/>
              <a:pathLst>
                <a:path w="13577" h="9776" extrusionOk="0">
                  <a:moveTo>
                    <a:pt x="817" y="0"/>
                  </a:moveTo>
                  <a:cubicBezTo>
                    <a:pt x="366" y="0"/>
                    <a:pt x="2" y="365"/>
                    <a:pt x="2" y="815"/>
                  </a:cubicBezTo>
                  <a:lnTo>
                    <a:pt x="2" y="1624"/>
                  </a:lnTo>
                  <a:lnTo>
                    <a:pt x="1311" y="2468"/>
                  </a:lnTo>
                  <a:lnTo>
                    <a:pt x="0" y="3782"/>
                  </a:lnTo>
                  <a:lnTo>
                    <a:pt x="0" y="8960"/>
                  </a:lnTo>
                  <a:cubicBezTo>
                    <a:pt x="0" y="9411"/>
                    <a:pt x="366" y="9775"/>
                    <a:pt x="817" y="9775"/>
                  </a:cubicBezTo>
                  <a:lnTo>
                    <a:pt x="12762" y="9775"/>
                  </a:lnTo>
                  <a:cubicBezTo>
                    <a:pt x="13211" y="9775"/>
                    <a:pt x="13577" y="9411"/>
                    <a:pt x="13577" y="8960"/>
                  </a:cubicBezTo>
                  <a:lnTo>
                    <a:pt x="13577" y="3782"/>
                  </a:lnTo>
                  <a:lnTo>
                    <a:pt x="12811" y="3079"/>
                  </a:lnTo>
                  <a:lnTo>
                    <a:pt x="13577" y="1920"/>
                  </a:lnTo>
                  <a:lnTo>
                    <a:pt x="13577" y="815"/>
                  </a:lnTo>
                  <a:cubicBezTo>
                    <a:pt x="13577" y="365"/>
                    <a:pt x="13211" y="0"/>
                    <a:pt x="127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4"/>
            <p:cNvSpPr/>
            <p:nvPr/>
          </p:nvSpPr>
          <p:spPr>
            <a:xfrm>
              <a:off x="7251550" y="2048600"/>
              <a:ext cx="42475" cy="244400"/>
            </a:xfrm>
            <a:custGeom>
              <a:avLst/>
              <a:gdLst/>
              <a:ahLst/>
              <a:cxnLst/>
              <a:rect l="l" t="t" r="r" b="b"/>
              <a:pathLst>
                <a:path w="1699" h="9776" extrusionOk="0">
                  <a:moveTo>
                    <a:pt x="0" y="0"/>
                  </a:moveTo>
                  <a:cubicBezTo>
                    <a:pt x="450" y="0"/>
                    <a:pt x="815" y="365"/>
                    <a:pt x="815" y="815"/>
                  </a:cubicBezTo>
                  <a:lnTo>
                    <a:pt x="815" y="1920"/>
                  </a:lnTo>
                  <a:lnTo>
                    <a:pt x="49" y="3079"/>
                  </a:lnTo>
                  <a:lnTo>
                    <a:pt x="815" y="3782"/>
                  </a:lnTo>
                  <a:lnTo>
                    <a:pt x="815" y="8960"/>
                  </a:lnTo>
                  <a:cubicBezTo>
                    <a:pt x="815" y="9410"/>
                    <a:pt x="450" y="9775"/>
                    <a:pt x="0" y="9775"/>
                  </a:cubicBezTo>
                  <a:lnTo>
                    <a:pt x="884" y="9775"/>
                  </a:lnTo>
                  <a:cubicBezTo>
                    <a:pt x="1333" y="9775"/>
                    <a:pt x="1699" y="9411"/>
                    <a:pt x="1699" y="8960"/>
                  </a:cubicBezTo>
                  <a:lnTo>
                    <a:pt x="1699" y="3782"/>
                  </a:lnTo>
                  <a:lnTo>
                    <a:pt x="933" y="3079"/>
                  </a:lnTo>
                  <a:lnTo>
                    <a:pt x="1699" y="1920"/>
                  </a:lnTo>
                  <a:lnTo>
                    <a:pt x="1699" y="815"/>
                  </a:lnTo>
                  <a:cubicBezTo>
                    <a:pt x="1699" y="365"/>
                    <a:pt x="1333" y="0"/>
                    <a:pt x="8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4"/>
            <p:cNvSpPr/>
            <p:nvPr/>
          </p:nvSpPr>
          <p:spPr>
            <a:xfrm>
              <a:off x="6954625" y="2089200"/>
              <a:ext cx="339400" cy="53950"/>
            </a:xfrm>
            <a:custGeom>
              <a:avLst/>
              <a:gdLst/>
              <a:ahLst/>
              <a:cxnLst/>
              <a:rect l="l" t="t" r="r" b="b"/>
              <a:pathLst>
                <a:path w="13576" h="2158" extrusionOk="0">
                  <a:moveTo>
                    <a:pt x="1" y="0"/>
                  </a:moveTo>
                  <a:lnTo>
                    <a:pt x="1" y="2158"/>
                  </a:lnTo>
                  <a:lnTo>
                    <a:pt x="13576" y="2158"/>
                  </a:lnTo>
                  <a:lnTo>
                    <a:pt x="135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4"/>
            <p:cNvSpPr/>
            <p:nvPr/>
          </p:nvSpPr>
          <p:spPr>
            <a:xfrm>
              <a:off x="7272750" y="2089200"/>
              <a:ext cx="21275" cy="53950"/>
            </a:xfrm>
            <a:custGeom>
              <a:avLst/>
              <a:gdLst/>
              <a:ahLst/>
              <a:cxnLst/>
              <a:rect l="l" t="t" r="r" b="b"/>
              <a:pathLst>
                <a:path w="851" h="2158" extrusionOk="0">
                  <a:moveTo>
                    <a:pt x="1" y="0"/>
                  </a:moveTo>
                  <a:lnTo>
                    <a:pt x="1" y="2158"/>
                  </a:lnTo>
                  <a:lnTo>
                    <a:pt x="851" y="2158"/>
                  </a:lnTo>
                  <a:lnTo>
                    <a:pt x="851" y="0"/>
                  </a:lnTo>
                  <a:close/>
                </a:path>
              </a:pathLst>
            </a:custGeom>
            <a:solidFill>
              <a:srgbClr val="596C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4"/>
            <p:cNvSpPr/>
            <p:nvPr/>
          </p:nvSpPr>
          <p:spPr>
            <a:xfrm>
              <a:off x="7203525" y="1927625"/>
              <a:ext cx="101400" cy="102800"/>
            </a:xfrm>
            <a:custGeom>
              <a:avLst/>
              <a:gdLst/>
              <a:ahLst/>
              <a:cxnLst/>
              <a:rect l="l" t="t" r="r" b="b"/>
              <a:pathLst>
                <a:path w="4056" h="4112" extrusionOk="0">
                  <a:moveTo>
                    <a:pt x="2028" y="1"/>
                  </a:moveTo>
                  <a:cubicBezTo>
                    <a:pt x="911" y="1"/>
                    <a:pt x="1" y="911"/>
                    <a:pt x="1" y="2028"/>
                  </a:cubicBezTo>
                  <a:lnTo>
                    <a:pt x="1" y="4111"/>
                  </a:lnTo>
                  <a:lnTo>
                    <a:pt x="883" y="4111"/>
                  </a:lnTo>
                  <a:lnTo>
                    <a:pt x="883" y="2028"/>
                  </a:lnTo>
                  <a:cubicBezTo>
                    <a:pt x="883" y="1396"/>
                    <a:pt x="1396" y="883"/>
                    <a:pt x="2028" y="883"/>
                  </a:cubicBezTo>
                  <a:cubicBezTo>
                    <a:pt x="2249" y="883"/>
                    <a:pt x="2455" y="946"/>
                    <a:pt x="2630" y="1055"/>
                  </a:cubicBezTo>
                  <a:cubicBezTo>
                    <a:pt x="2956" y="1256"/>
                    <a:pt x="3173" y="1618"/>
                    <a:pt x="3173" y="2028"/>
                  </a:cubicBezTo>
                  <a:lnTo>
                    <a:pt x="3173" y="4111"/>
                  </a:lnTo>
                  <a:lnTo>
                    <a:pt x="4055" y="4111"/>
                  </a:lnTo>
                  <a:lnTo>
                    <a:pt x="4055" y="2028"/>
                  </a:lnTo>
                  <a:cubicBezTo>
                    <a:pt x="4055" y="1276"/>
                    <a:pt x="3644" y="618"/>
                    <a:pt x="3033" y="268"/>
                  </a:cubicBezTo>
                  <a:cubicBezTo>
                    <a:pt x="2736" y="97"/>
                    <a:pt x="2393" y="1"/>
                    <a:pt x="20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4"/>
            <p:cNvSpPr/>
            <p:nvPr/>
          </p:nvSpPr>
          <p:spPr>
            <a:xfrm>
              <a:off x="7269250" y="1934300"/>
              <a:ext cx="35675" cy="96125"/>
            </a:xfrm>
            <a:custGeom>
              <a:avLst/>
              <a:gdLst/>
              <a:ahLst/>
              <a:cxnLst/>
              <a:rect l="l" t="t" r="r" b="b"/>
              <a:pathLst>
                <a:path w="1427" h="3845" extrusionOk="0">
                  <a:moveTo>
                    <a:pt x="404" y="1"/>
                  </a:moveTo>
                  <a:cubicBezTo>
                    <a:pt x="408" y="18"/>
                    <a:pt x="569" y="597"/>
                    <a:pt x="1" y="788"/>
                  </a:cubicBezTo>
                  <a:cubicBezTo>
                    <a:pt x="327" y="989"/>
                    <a:pt x="544" y="1351"/>
                    <a:pt x="544" y="1761"/>
                  </a:cubicBezTo>
                  <a:lnTo>
                    <a:pt x="544" y="3844"/>
                  </a:lnTo>
                  <a:lnTo>
                    <a:pt x="1426" y="3844"/>
                  </a:lnTo>
                  <a:lnTo>
                    <a:pt x="1426" y="1761"/>
                  </a:lnTo>
                  <a:cubicBezTo>
                    <a:pt x="1426" y="1009"/>
                    <a:pt x="1015" y="351"/>
                    <a:pt x="4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4"/>
            <p:cNvSpPr/>
            <p:nvPr/>
          </p:nvSpPr>
          <p:spPr>
            <a:xfrm>
              <a:off x="7191000" y="2021075"/>
              <a:ext cx="126475" cy="95125"/>
            </a:xfrm>
            <a:custGeom>
              <a:avLst/>
              <a:gdLst/>
              <a:ahLst/>
              <a:cxnLst/>
              <a:rect l="l" t="t" r="r" b="b"/>
              <a:pathLst>
                <a:path w="5059" h="3805" extrusionOk="0">
                  <a:moveTo>
                    <a:pt x="716" y="1"/>
                  </a:moveTo>
                  <a:cubicBezTo>
                    <a:pt x="321" y="1"/>
                    <a:pt x="0" y="321"/>
                    <a:pt x="0" y="716"/>
                  </a:cubicBezTo>
                  <a:lnTo>
                    <a:pt x="0" y="3089"/>
                  </a:lnTo>
                  <a:cubicBezTo>
                    <a:pt x="0" y="3484"/>
                    <a:pt x="321" y="3805"/>
                    <a:pt x="716" y="3805"/>
                  </a:cubicBezTo>
                  <a:lnTo>
                    <a:pt x="4343" y="3805"/>
                  </a:lnTo>
                  <a:cubicBezTo>
                    <a:pt x="4738" y="3805"/>
                    <a:pt x="5059" y="3484"/>
                    <a:pt x="5059" y="3089"/>
                  </a:cubicBezTo>
                  <a:lnTo>
                    <a:pt x="5059" y="716"/>
                  </a:lnTo>
                  <a:cubicBezTo>
                    <a:pt x="5059" y="321"/>
                    <a:pt x="4738" y="1"/>
                    <a:pt x="43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4"/>
            <p:cNvSpPr/>
            <p:nvPr/>
          </p:nvSpPr>
          <p:spPr>
            <a:xfrm>
              <a:off x="7278475" y="2021075"/>
              <a:ext cx="39000" cy="95125"/>
            </a:xfrm>
            <a:custGeom>
              <a:avLst/>
              <a:gdLst/>
              <a:ahLst/>
              <a:cxnLst/>
              <a:rect l="l" t="t" r="r" b="b"/>
              <a:pathLst>
                <a:path w="1560" h="3805" extrusionOk="0">
                  <a:moveTo>
                    <a:pt x="0" y="1"/>
                  </a:moveTo>
                  <a:cubicBezTo>
                    <a:pt x="395" y="1"/>
                    <a:pt x="716" y="321"/>
                    <a:pt x="716" y="716"/>
                  </a:cubicBezTo>
                  <a:lnTo>
                    <a:pt x="716" y="3089"/>
                  </a:lnTo>
                  <a:cubicBezTo>
                    <a:pt x="716" y="3484"/>
                    <a:pt x="395" y="3805"/>
                    <a:pt x="0" y="3805"/>
                  </a:cubicBezTo>
                  <a:lnTo>
                    <a:pt x="844" y="3805"/>
                  </a:lnTo>
                  <a:cubicBezTo>
                    <a:pt x="1239" y="3805"/>
                    <a:pt x="1560" y="3484"/>
                    <a:pt x="1560" y="3089"/>
                  </a:cubicBezTo>
                  <a:lnTo>
                    <a:pt x="1560" y="716"/>
                  </a:lnTo>
                  <a:cubicBezTo>
                    <a:pt x="1560" y="321"/>
                    <a:pt x="1239" y="1"/>
                    <a:pt x="8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4"/>
            <p:cNvSpPr/>
            <p:nvPr/>
          </p:nvSpPr>
          <p:spPr>
            <a:xfrm>
              <a:off x="7239150" y="2045275"/>
              <a:ext cx="30125" cy="46700"/>
            </a:xfrm>
            <a:custGeom>
              <a:avLst/>
              <a:gdLst/>
              <a:ahLst/>
              <a:cxnLst/>
              <a:rect l="l" t="t" r="r" b="b"/>
              <a:pathLst>
                <a:path w="1205" h="1868" extrusionOk="0">
                  <a:moveTo>
                    <a:pt x="603" y="0"/>
                  </a:moveTo>
                  <a:cubicBezTo>
                    <a:pt x="271" y="0"/>
                    <a:pt x="1" y="270"/>
                    <a:pt x="1" y="602"/>
                  </a:cubicBezTo>
                  <a:cubicBezTo>
                    <a:pt x="1" y="800"/>
                    <a:pt x="96" y="973"/>
                    <a:pt x="242" y="1084"/>
                  </a:cubicBezTo>
                  <a:lnTo>
                    <a:pt x="242" y="1507"/>
                  </a:lnTo>
                  <a:cubicBezTo>
                    <a:pt x="242" y="1707"/>
                    <a:pt x="404" y="1868"/>
                    <a:pt x="603" y="1868"/>
                  </a:cubicBezTo>
                  <a:cubicBezTo>
                    <a:pt x="803" y="1868"/>
                    <a:pt x="964" y="1707"/>
                    <a:pt x="964" y="1507"/>
                  </a:cubicBezTo>
                  <a:lnTo>
                    <a:pt x="964" y="1084"/>
                  </a:lnTo>
                  <a:cubicBezTo>
                    <a:pt x="1111" y="973"/>
                    <a:pt x="1205" y="800"/>
                    <a:pt x="1205" y="602"/>
                  </a:cubicBezTo>
                  <a:cubicBezTo>
                    <a:pt x="1205" y="270"/>
                    <a:pt x="936" y="0"/>
                    <a:pt x="6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4"/>
            <p:cNvSpPr/>
            <p:nvPr/>
          </p:nvSpPr>
          <p:spPr>
            <a:xfrm>
              <a:off x="6987350" y="2167550"/>
              <a:ext cx="54325" cy="20975"/>
            </a:xfrm>
            <a:custGeom>
              <a:avLst/>
              <a:gdLst/>
              <a:ahLst/>
              <a:cxnLst/>
              <a:rect l="l" t="t" r="r" b="b"/>
              <a:pathLst>
                <a:path w="2173" h="839" extrusionOk="0">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4"/>
            <p:cNvSpPr/>
            <p:nvPr/>
          </p:nvSpPr>
          <p:spPr>
            <a:xfrm>
              <a:off x="7060550" y="2167550"/>
              <a:ext cx="54300" cy="20975"/>
            </a:xfrm>
            <a:custGeom>
              <a:avLst/>
              <a:gdLst/>
              <a:ahLst/>
              <a:cxnLst/>
              <a:rect l="l" t="t" r="r" b="b"/>
              <a:pathLst>
                <a:path w="2172" h="839" extrusionOk="0">
                  <a:moveTo>
                    <a:pt x="420" y="1"/>
                  </a:moveTo>
                  <a:cubicBezTo>
                    <a:pt x="188" y="1"/>
                    <a:pt x="0" y="188"/>
                    <a:pt x="0" y="419"/>
                  </a:cubicBezTo>
                  <a:cubicBezTo>
                    <a:pt x="0" y="650"/>
                    <a:pt x="188" y="838"/>
                    <a:pt x="420" y="838"/>
                  </a:cubicBezTo>
                  <a:lnTo>
                    <a:pt x="1753" y="838"/>
                  </a:lnTo>
                  <a:cubicBezTo>
                    <a:pt x="1984" y="838"/>
                    <a:pt x="2172" y="650"/>
                    <a:pt x="2172" y="419"/>
                  </a:cubicBezTo>
                  <a:cubicBezTo>
                    <a:pt x="2172" y="187"/>
                    <a:pt x="1984" y="1"/>
                    <a:pt x="17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4"/>
            <p:cNvSpPr/>
            <p:nvPr/>
          </p:nvSpPr>
          <p:spPr>
            <a:xfrm>
              <a:off x="7133775" y="2167550"/>
              <a:ext cx="54300" cy="20975"/>
            </a:xfrm>
            <a:custGeom>
              <a:avLst/>
              <a:gdLst/>
              <a:ahLst/>
              <a:cxnLst/>
              <a:rect l="l" t="t" r="r" b="b"/>
              <a:pathLst>
                <a:path w="2172" h="839" extrusionOk="0">
                  <a:moveTo>
                    <a:pt x="419" y="1"/>
                  </a:moveTo>
                  <a:cubicBezTo>
                    <a:pt x="188" y="1"/>
                    <a:pt x="0" y="188"/>
                    <a:pt x="0" y="419"/>
                  </a:cubicBezTo>
                  <a:cubicBezTo>
                    <a:pt x="0" y="650"/>
                    <a:pt x="188" y="838"/>
                    <a:pt x="419" y="838"/>
                  </a:cubicBezTo>
                  <a:lnTo>
                    <a:pt x="1753" y="838"/>
                  </a:lnTo>
                  <a:cubicBezTo>
                    <a:pt x="1984" y="838"/>
                    <a:pt x="2172" y="650"/>
                    <a:pt x="2172" y="419"/>
                  </a:cubicBezTo>
                  <a:cubicBezTo>
                    <a:pt x="2172" y="187"/>
                    <a:pt x="1984" y="1"/>
                    <a:pt x="17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4"/>
            <p:cNvSpPr/>
            <p:nvPr/>
          </p:nvSpPr>
          <p:spPr>
            <a:xfrm>
              <a:off x="7206950" y="2167550"/>
              <a:ext cx="54325" cy="20975"/>
            </a:xfrm>
            <a:custGeom>
              <a:avLst/>
              <a:gdLst/>
              <a:ahLst/>
              <a:cxnLst/>
              <a:rect l="l" t="t" r="r" b="b"/>
              <a:pathLst>
                <a:path w="2173" h="839" extrusionOk="0">
                  <a:moveTo>
                    <a:pt x="419" y="1"/>
                  </a:moveTo>
                  <a:cubicBezTo>
                    <a:pt x="188" y="1"/>
                    <a:pt x="1" y="188"/>
                    <a:pt x="1" y="419"/>
                  </a:cubicBezTo>
                  <a:cubicBezTo>
                    <a:pt x="1" y="650"/>
                    <a:pt x="188" y="838"/>
                    <a:pt x="419" y="838"/>
                  </a:cubicBezTo>
                  <a:lnTo>
                    <a:pt x="1754" y="838"/>
                  </a:lnTo>
                  <a:cubicBezTo>
                    <a:pt x="1985" y="838"/>
                    <a:pt x="2172" y="650"/>
                    <a:pt x="2172" y="419"/>
                  </a:cubicBezTo>
                  <a:cubicBezTo>
                    <a:pt x="2172" y="187"/>
                    <a:pt x="1985" y="1"/>
                    <a:pt x="17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4"/>
            <p:cNvSpPr/>
            <p:nvPr/>
          </p:nvSpPr>
          <p:spPr>
            <a:xfrm>
              <a:off x="6981875" y="2235100"/>
              <a:ext cx="179600" cy="11050"/>
            </a:xfrm>
            <a:custGeom>
              <a:avLst/>
              <a:gdLst/>
              <a:ahLst/>
              <a:cxnLst/>
              <a:rect l="l" t="t" r="r" b="b"/>
              <a:pathLst>
                <a:path w="7184" h="442" extrusionOk="0">
                  <a:moveTo>
                    <a:pt x="220" y="1"/>
                  </a:moveTo>
                  <a:cubicBezTo>
                    <a:pt x="98" y="1"/>
                    <a:pt x="0" y="99"/>
                    <a:pt x="0" y="221"/>
                  </a:cubicBezTo>
                  <a:cubicBezTo>
                    <a:pt x="0" y="343"/>
                    <a:pt x="98" y="442"/>
                    <a:pt x="220" y="442"/>
                  </a:cubicBezTo>
                  <a:lnTo>
                    <a:pt x="6962" y="442"/>
                  </a:lnTo>
                  <a:cubicBezTo>
                    <a:pt x="7084" y="442"/>
                    <a:pt x="7184" y="343"/>
                    <a:pt x="7184" y="221"/>
                  </a:cubicBezTo>
                  <a:cubicBezTo>
                    <a:pt x="7184" y="99"/>
                    <a:pt x="7084" y="1"/>
                    <a:pt x="6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4"/>
            <p:cNvSpPr/>
            <p:nvPr/>
          </p:nvSpPr>
          <p:spPr>
            <a:xfrm>
              <a:off x="6981875" y="2260125"/>
              <a:ext cx="133925" cy="11100"/>
            </a:xfrm>
            <a:custGeom>
              <a:avLst/>
              <a:gdLst/>
              <a:ahLst/>
              <a:cxnLst/>
              <a:rect l="l" t="t" r="r" b="b"/>
              <a:pathLst>
                <a:path w="5357" h="444" extrusionOk="0">
                  <a:moveTo>
                    <a:pt x="220" y="1"/>
                  </a:moveTo>
                  <a:cubicBezTo>
                    <a:pt x="98" y="1"/>
                    <a:pt x="0" y="100"/>
                    <a:pt x="0" y="222"/>
                  </a:cubicBezTo>
                  <a:cubicBezTo>
                    <a:pt x="0" y="344"/>
                    <a:pt x="98" y="443"/>
                    <a:pt x="220" y="443"/>
                  </a:cubicBezTo>
                  <a:lnTo>
                    <a:pt x="5135" y="443"/>
                  </a:lnTo>
                  <a:cubicBezTo>
                    <a:pt x="5259" y="443"/>
                    <a:pt x="5357" y="344"/>
                    <a:pt x="5357" y="222"/>
                  </a:cubicBezTo>
                  <a:cubicBezTo>
                    <a:pt x="5357" y="100"/>
                    <a:pt x="5257" y="1"/>
                    <a:pt x="5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 name="Google Shape;1006;p35">
            <a:extLst>
              <a:ext uri="{FF2B5EF4-FFF2-40B4-BE49-F238E27FC236}">
                <a16:creationId xmlns:a16="http://schemas.microsoft.com/office/drawing/2014/main" id="{A7F06563-B33B-BECA-C0CD-7EA7B11CC523}"/>
              </a:ext>
            </a:extLst>
          </p:cNvPr>
          <p:cNvCxnSpPr/>
          <p:nvPr/>
        </p:nvCxnSpPr>
        <p:spPr>
          <a:xfrm>
            <a:off x="6938100" y="5928093"/>
            <a:ext cx="2205900" cy="0"/>
          </a:xfrm>
          <a:prstGeom prst="straightConnector1">
            <a:avLst/>
          </a:prstGeom>
          <a:noFill/>
          <a:ln w="19050" cap="flat" cmpd="sng">
            <a:solidFill>
              <a:schemeClr val="lt2"/>
            </a:solidFill>
            <a:prstDash val="solid"/>
            <a:round/>
            <a:headEnd type="none" w="med" len="med"/>
            <a:tailEnd type="none" w="med" len="med"/>
          </a:ln>
        </p:spPr>
      </p:cxnSp>
      <p:sp>
        <p:nvSpPr>
          <p:cNvPr id="3" name="Google Shape;998;p35">
            <a:extLst>
              <a:ext uri="{FF2B5EF4-FFF2-40B4-BE49-F238E27FC236}">
                <a16:creationId xmlns:a16="http://schemas.microsoft.com/office/drawing/2014/main" id="{C1196821-4E56-5BB3-1B50-2F1D5A6EBB81}"/>
              </a:ext>
            </a:extLst>
          </p:cNvPr>
          <p:cNvSpPr txBox="1">
            <a:spLocks/>
          </p:cNvSpPr>
          <p:nvPr/>
        </p:nvSpPr>
        <p:spPr>
          <a:xfrm>
            <a:off x="553477" y="-769073"/>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a:t>NGUYÊN LÝ HOẠT ĐỘNG</a:t>
            </a:r>
            <a:endParaRPr lang="en-US"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35">
                                            <p:txEl>
                                              <p:pRg st="0" end="0"/>
                                            </p:txEl>
                                          </p:spTgt>
                                        </p:tgtEl>
                                        <p:attrNameLst>
                                          <p:attrName>style.visibility</p:attrName>
                                        </p:attrNameLst>
                                      </p:cBhvr>
                                      <p:to>
                                        <p:strVal val="visible"/>
                                      </p:to>
                                    </p:set>
                                    <p:anim calcmode="lin" valueType="num">
                                      <p:cBhvr additive="base">
                                        <p:cTn id="7" dur="750" fill="hold"/>
                                        <p:tgtEl>
                                          <p:spTgt spid="935">
                                            <p:txEl>
                                              <p:pRg st="0" end="0"/>
                                            </p:txEl>
                                          </p:spTgt>
                                        </p:tgtEl>
                                        <p:attrNameLst>
                                          <p:attrName>ppt_x</p:attrName>
                                        </p:attrNameLst>
                                      </p:cBhvr>
                                      <p:tavLst>
                                        <p:tav tm="0">
                                          <p:val>
                                            <p:strVal val="#ppt_x"/>
                                          </p:val>
                                        </p:tav>
                                        <p:tav tm="100000">
                                          <p:val>
                                            <p:strVal val="#ppt_x"/>
                                          </p:val>
                                        </p:tav>
                                      </p:tavLst>
                                    </p:anim>
                                    <p:anim calcmode="lin" valueType="num">
                                      <p:cBhvr additive="base">
                                        <p:cTn id="8" dur="750" fill="hold"/>
                                        <p:tgtEl>
                                          <p:spTgt spid="93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300"/>
                                  </p:stCondLst>
                                  <p:childTnLst>
                                    <p:set>
                                      <p:cBhvr>
                                        <p:cTn id="10" dur="1" fill="hold">
                                          <p:stCondLst>
                                            <p:cond delay="0"/>
                                          </p:stCondLst>
                                        </p:cTn>
                                        <p:tgtEl>
                                          <p:spTgt spid="936">
                                            <p:txEl>
                                              <p:pRg st="0" end="0"/>
                                            </p:txEl>
                                          </p:spTgt>
                                        </p:tgtEl>
                                        <p:attrNameLst>
                                          <p:attrName>style.visibility</p:attrName>
                                        </p:attrNameLst>
                                      </p:cBhvr>
                                      <p:to>
                                        <p:strVal val="visible"/>
                                      </p:to>
                                    </p:set>
                                    <p:anim calcmode="lin" valueType="num">
                                      <p:cBhvr additive="base">
                                        <p:cTn id="11" dur="750" fill="hold"/>
                                        <p:tgtEl>
                                          <p:spTgt spid="936">
                                            <p:txEl>
                                              <p:pRg st="0" end="0"/>
                                            </p:txEl>
                                          </p:spTgt>
                                        </p:tgtEl>
                                        <p:attrNameLst>
                                          <p:attrName>ppt_x</p:attrName>
                                        </p:attrNameLst>
                                      </p:cBhvr>
                                      <p:tavLst>
                                        <p:tav tm="0">
                                          <p:val>
                                            <p:strVal val="#ppt_x"/>
                                          </p:val>
                                        </p:tav>
                                        <p:tav tm="100000">
                                          <p:val>
                                            <p:strVal val="#ppt_x"/>
                                          </p:val>
                                        </p:tav>
                                      </p:tavLst>
                                    </p:anim>
                                    <p:anim calcmode="lin" valueType="num">
                                      <p:cBhvr additive="base">
                                        <p:cTn id="12" dur="750" fill="hold"/>
                                        <p:tgtEl>
                                          <p:spTgt spid="936">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600"/>
                                  </p:stCondLst>
                                  <p:childTnLst>
                                    <p:set>
                                      <p:cBhvr>
                                        <p:cTn id="14" dur="1" fill="hold">
                                          <p:stCondLst>
                                            <p:cond delay="0"/>
                                          </p:stCondLst>
                                        </p:cTn>
                                        <p:tgtEl>
                                          <p:spTgt spid="938">
                                            <p:txEl>
                                              <p:pRg st="0" end="0"/>
                                            </p:txEl>
                                          </p:spTgt>
                                        </p:tgtEl>
                                        <p:attrNameLst>
                                          <p:attrName>style.visibility</p:attrName>
                                        </p:attrNameLst>
                                      </p:cBhvr>
                                      <p:to>
                                        <p:strVal val="visible"/>
                                      </p:to>
                                    </p:set>
                                    <p:anim calcmode="lin" valueType="num">
                                      <p:cBhvr additive="base">
                                        <p:cTn id="15" dur="750" fill="hold"/>
                                        <p:tgtEl>
                                          <p:spTgt spid="938">
                                            <p:txEl>
                                              <p:pRg st="0" end="0"/>
                                            </p:txEl>
                                          </p:spTgt>
                                        </p:tgtEl>
                                        <p:attrNameLst>
                                          <p:attrName>ppt_x</p:attrName>
                                        </p:attrNameLst>
                                      </p:cBhvr>
                                      <p:tavLst>
                                        <p:tav tm="0">
                                          <p:val>
                                            <p:strVal val="#ppt_x"/>
                                          </p:val>
                                        </p:tav>
                                        <p:tav tm="100000">
                                          <p:val>
                                            <p:strVal val="#ppt_x"/>
                                          </p:val>
                                        </p:tav>
                                      </p:tavLst>
                                    </p:anim>
                                    <p:anim calcmode="lin" valueType="num">
                                      <p:cBhvr additive="base">
                                        <p:cTn id="16" dur="750" fill="hold"/>
                                        <p:tgtEl>
                                          <p:spTgt spid="938">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800"/>
                                  </p:stCondLst>
                                  <p:childTnLst>
                                    <p:set>
                                      <p:cBhvr>
                                        <p:cTn id="18" dur="1" fill="hold">
                                          <p:stCondLst>
                                            <p:cond delay="0"/>
                                          </p:stCondLst>
                                        </p:cTn>
                                        <p:tgtEl>
                                          <p:spTgt spid="939">
                                            <p:txEl>
                                              <p:pRg st="0" end="0"/>
                                            </p:txEl>
                                          </p:spTgt>
                                        </p:tgtEl>
                                        <p:attrNameLst>
                                          <p:attrName>style.visibility</p:attrName>
                                        </p:attrNameLst>
                                      </p:cBhvr>
                                      <p:to>
                                        <p:strVal val="visible"/>
                                      </p:to>
                                    </p:set>
                                    <p:anim calcmode="lin" valueType="num">
                                      <p:cBhvr additive="base">
                                        <p:cTn id="19" dur="750" fill="hold"/>
                                        <p:tgtEl>
                                          <p:spTgt spid="939">
                                            <p:txEl>
                                              <p:pRg st="0" end="0"/>
                                            </p:txEl>
                                          </p:spTgt>
                                        </p:tgtEl>
                                        <p:attrNameLst>
                                          <p:attrName>ppt_x</p:attrName>
                                        </p:attrNameLst>
                                      </p:cBhvr>
                                      <p:tavLst>
                                        <p:tav tm="0">
                                          <p:val>
                                            <p:strVal val="#ppt_x"/>
                                          </p:val>
                                        </p:tav>
                                        <p:tav tm="100000">
                                          <p:val>
                                            <p:strVal val="#ppt_x"/>
                                          </p:val>
                                        </p:tav>
                                      </p:tavLst>
                                    </p:anim>
                                    <p:anim calcmode="lin" valueType="num">
                                      <p:cBhvr additive="base">
                                        <p:cTn id="20" dur="750" fill="hold"/>
                                        <p:tgtEl>
                                          <p:spTgt spid="939">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1000"/>
                                  </p:stCondLst>
                                  <p:childTnLst>
                                    <p:set>
                                      <p:cBhvr>
                                        <p:cTn id="22" dur="1" fill="hold">
                                          <p:stCondLst>
                                            <p:cond delay="0"/>
                                          </p:stCondLst>
                                        </p:cTn>
                                        <p:tgtEl>
                                          <p:spTgt spid="940">
                                            <p:txEl>
                                              <p:pRg st="0" end="0"/>
                                            </p:txEl>
                                          </p:spTgt>
                                        </p:tgtEl>
                                        <p:attrNameLst>
                                          <p:attrName>style.visibility</p:attrName>
                                        </p:attrNameLst>
                                      </p:cBhvr>
                                      <p:to>
                                        <p:strVal val="visible"/>
                                      </p:to>
                                    </p:set>
                                    <p:anim calcmode="lin" valueType="num">
                                      <p:cBhvr additive="base">
                                        <p:cTn id="23" dur="750" fill="hold"/>
                                        <p:tgtEl>
                                          <p:spTgt spid="940">
                                            <p:txEl>
                                              <p:pRg st="0" end="0"/>
                                            </p:txEl>
                                          </p:spTgt>
                                        </p:tgtEl>
                                        <p:attrNameLst>
                                          <p:attrName>ppt_x</p:attrName>
                                        </p:attrNameLst>
                                      </p:cBhvr>
                                      <p:tavLst>
                                        <p:tav tm="0">
                                          <p:val>
                                            <p:strVal val="#ppt_x"/>
                                          </p:val>
                                        </p:tav>
                                        <p:tav tm="100000">
                                          <p:val>
                                            <p:strVal val="#ppt_x"/>
                                          </p:val>
                                        </p:tav>
                                      </p:tavLst>
                                    </p:anim>
                                    <p:anim calcmode="lin" valueType="num">
                                      <p:cBhvr additive="base">
                                        <p:cTn id="24" dur="750" fill="hold"/>
                                        <p:tgtEl>
                                          <p:spTgt spid="940">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1200"/>
                                  </p:stCondLst>
                                  <p:childTnLst>
                                    <p:set>
                                      <p:cBhvr>
                                        <p:cTn id="26" dur="1" fill="hold">
                                          <p:stCondLst>
                                            <p:cond delay="0"/>
                                          </p:stCondLst>
                                        </p:cTn>
                                        <p:tgtEl>
                                          <p:spTgt spid="941">
                                            <p:txEl>
                                              <p:pRg st="0" end="0"/>
                                            </p:txEl>
                                          </p:spTgt>
                                        </p:tgtEl>
                                        <p:attrNameLst>
                                          <p:attrName>style.visibility</p:attrName>
                                        </p:attrNameLst>
                                      </p:cBhvr>
                                      <p:to>
                                        <p:strVal val="visible"/>
                                      </p:to>
                                    </p:set>
                                    <p:anim calcmode="lin" valueType="num">
                                      <p:cBhvr additive="base">
                                        <p:cTn id="27" dur="750" fill="hold"/>
                                        <p:tgtEl>
                                          <p:spTgt spid="941">
                                            <p:txEl>
                                              <p:pRg st="0" end="0"/>
                                            </p:txEl>
                                          </p:spTgt>
                                        </p:tgtEl>
                                        <p:attrNameLst>
                                          <p:attrName>ppt_x</p:attrName>
                                        </p:attrNameLst>
                                      </p:cBhvr>
                                      <p:tavLst>
                                        <p:tav tm="0">
                                          <p:val>
                                            <p:strVal val="#ppt_x"/>
                                          </p:val>
                                        </p:tav>
                                        <p:tav tm="100000">
                                          <p:val>
                                            <p:strVal val="#ppt_x"/>
                                          </p:val>
                                        </p:tav>
                                      </p:tavLst>
                                    </p:anim>
                                    <p:anim calcmode="lin" valueType="num">
                                      <p:cBhvr additive="base">
                                        <p:cTn id="28" dur="750" fill="hold"/>
                                        <p:tgtEl>
                                          <p:spTgt spid="941">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1400"/>
                                  </p:stCondLst>
                                  <p:childTnLst>
                                    <p:set>
                                      <p:cBhvr>
                                        <p:cTn id="30" dur="1" fill="hold">
                                          <p:stCondLst>
                                            <p:cond delay="0"/>
                                          </p:stCondLst>
                                        </p:cTn>
                                        <p:tgtEl>
                                          <p:spTgt spid="942"/>
                                        </p:tgtEl>
                                        <p:attrNameLst>
                                          <p:attrName>style.visibility</p:attrName>
                                        </p:attrNameLst>
                                      </p:cBhvr>
                                      <p:to>
                                        <p:strVal val="visible"/>
                                      </p:to>
                                    </p:set>
                                    <p:anim calcmode="lin" valueType="num">
                                      <p:cBhvr additive="base">
                                        <p:cTn id="31" dur="750" fill="hold"/>
                                        <p:tgtEl>
                                          <p:spTgt spid="942"/>
                                        </p:tgtEl>
                                        <p:attrNameLst>
                                          <p:attrName>ppt_x</p:attrName>
                                        </p:attrNameLst>
                                      </p:cBhvr>
                                      <p:tavLst>
                                        <p:tav tm="0">
                                          <p:val>
                                            <p:strVal val="#ppt_x"/>
                                          </p:val>
                                        </p:tav>
                                        <p:tav tm="100000">
                                          <p:val>
                                            <p:strVal val="#ppt_x"/>
                                          </p:val>
                                        </p:tav>
                                      </p:tavLst>
                                    </p:anim>
                                    <p:anim calcmode="lin" valueType="num">
                                      <p:cBhvr additive="base">
                                        <p:cTn id="32" dur="750" fill="hold"/>
                                        <p:tgtEl>
                                          <p:spTgt spid="94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1600"/>
                                  </p:stCondLst>
                                  <p:childTnLst>
                                    <p:set>
                                      <p:cBhvr>
                                        <p:cTn id="34" dur="1" fill="hold">
                                          <p:stCondLst>
                                            <p:cond delay="0"/>
                                          </p:stCondLst>
                                        </p:cTn>
                                        <p:tgtEl>
                                          <p:spTgt spid="943"/>
                                        </p:tgtEl>
                                        <p:attrNameLst>
                                          <p:attrName>style.visibility</p:attrName>
                                        </p:attrNameLst>
                                      </p:cBhvr>
                                      <p:to>
                                        <p:strVal val="visible"/>
                                      </p:to>
                                    </p:set>
                                    <p:anim calcmode="lin" valueType="num">
                                      <p:cBhvr additive="base">
                                        <p:cTn id="35" dur="750" fill="hold"/>
                                        <p:tgtEl>
                                          <p:spTgt spid="943"/>
                                        </p:tgtEl>
                                        <p:attrNameLst>
                                          <p:attrName>ppt_x</p:attrName>
                                        </p:attrNameLst>
                                      </p:cBhvr>
                                      <p:tavLst>
                                        <p:tav tm="0">
                                          <p:val>
                                            <p:strVal val="#ppt_x"/>
                                          </p:val>
                                        </p:tav>
                                        <p:tav tm="100000">
                                          <p:val>
                                            <p:strVal val="#ppt_x"/>
                                          </p:val>
                                        </p:tav>
                                      </p:tavLst>
                                    </p:anim>
                                    <p:anim calcmode="lin" valueType="num">
                                      <p:cBhvr additive="base">
                                        <p:cTn id="36" dur="750" fill="hold"/>
                                        <p:tgtEl>
                                          <p:spTgt spid="94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1800"/>
                                  </p:stCondLst>
                                  <p:childTnLst>
                                    <p:set>
                                      <p:cBhvr>
                                        <p:cTn id="38" dur="1" fill="hold">
                                          <p:stCondLst>
                                            <p:cond delay="0"/>
                                          </p:stCondLst>
                                        </p:cTn>
                                        <p:tgtEl>
                                          <p:spTgt spid="944"/>
                                        </p:tgtEl>
                                        <p:attrNameLst>
                                          <p:attrName>style.visibility</p:attrName>
                                        </p:attrNameLst>
                                      </p:cBhvr>
                                      <p:to>
                                        <p:strVal val="visible"/>
                                      </p:to>
                                    </p:set>
                                    <p:anim calcmode="lin" valueType="num">
                                      <p:cBhvr additive="base">
                                        <p:cTn id="39" dur="750" fill="hold"/>
                                        <p:tgtEl>
                                          <p:spTgt spid="944"/>
                                        </p:tgtEl>
                                        <p:attrNameLst>
                                          <p:attrName>ppt_x</p:attrName>
                                        </p:attrNameLst>
                                      </p:cBhvr>
                                      <p:tavLst>
                                        <p:tav tm="0">
                                          <p:val>
                                            <p:strVal val="#ppt_x"/>
                                          </p:val>
                                        </p:tav>
                                        <p:tav tm="100000">
                                          <p:val>
                                            <p:strVal val="#ppt_x"/>
                                          </p:val>
                                        </p:tav>
                                      </p:tavLst>
                                    </p:anim>
                                    <p:anim calcmode="lin" valueType="num">
                                      <p:cBhvr additive="base">
                                        <p:cTn id="40" dur="750" fill="hold"/>
                                        <p:tgtEl>
                                          <p:spTgt spid="94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2000"/>
                                  </p:stCondLst>
                                  <p:childTnLst>
                                    <p:set>
                                      <p:cBhvr>
                                        <p:cTn id="42" dur="1" fill="hold">
                                          <p:stCondLst>
                                            <p:cond delay="0"/>
                                          </p:stCondLst>
                                        </p:cTn>
                                        <p:tgtEl>
                                          <p:spTgt spid="945"/>
                                        </p:tgtEl>
                                        <p:attrNameLst>
                                          <p:attrName>style.visibility</p:attrName>
                                        </p:attrNameLst>
                                      </p:cBhvr>
                                      <p:to>
                                        <p:strVal val="visible"/>
                                      </p:to>
                                    </p:set>
                                    <p:anim calcmode="lin" valueType="num">
                                      <p:cBhvr additive="base">
                                        <p:cTn id="43" dur="750" fill="hold"/>
                                        <p:tgtEl>
                                          <p:spTgt spid="945"/>
                                        </p:tgtEl>
                                        <p:attrNameLst>
                                          <p:attrName>ppt_x</p:attrName>
                                        </p:attrNameLst>
                                      </p:cBhvr>
                                      <p:tavLst>
                                        <p:tav tm="0">
                                          <p:val>
                                            <p:strVal val="#ppt_x"/>
                                          </p:val>
                                        </p:tav>
                                        <p:tav tm="100000">
                                          <p:val>
                                            <p:strVal val="#ppt_x"/>
                                          </p:val>
                                        </p:tav>
                                      </p:tavLst>
                                    </p:anim>
                                    <p:anim calcmode="lin" valueType="num">
                                      <p:cBhvr additive="base">
                                        <p:cTn id="44" dur="750" fill="hold"/>
                                        <p:tgtEl>
                                          <p:spTgt spid="945"/>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2200"/>
                                  </p:stCondLst>
                                  <p:childTnLst>
                                    <p:set>
                                      <p:cBhvr>
                                        <p:cTn id="46" dur="1" fill="hold">
                                          <p:stCondLst>
                                            <p:cond delay="0"/>
                                          </p:stCondLst>
                                        </p:cTn>
                                        <p:tgtEl>
                                          <p:spTgt spid="958"/>
                                        </p:tgtEl>
                                        <p:attrNameLst>
                                          <p:attrName>style.visibility</p:attrName>
                                        </p:attrNameLst>
                                      </p:cBhvr>
                                      <p:to>
                                        <p:strVal val="visible"/>
                                      </p:to>
                                    </p:set>
                                    <p:anim calcmode="lin" valueType="num">
                                      <p:cBhvr additive="base">
                                        <p:cTn id="47" dur="750" fill="hold"/>
                                        <p:tgtEl>
                                          <p:spTgt spid="958"/>
                                        </p:tgtEl>
                                        <p:attrNameLst>
                                          <p:attrName>ppt_x</p:attrName>
                                        </p:attrNameLst>
                                      </p:cBhvr>
                                      <p:tavLst>
                                        <p:tav tm="0">
                                          <p:val>
                                            <p:strVal val="#ppt_x"/>
                                          </p:val>
                                        </p:tav>
                                        <p:tav tm="100000">
                                          <p:val>
                                            <p:strVal val="#ppt_x"/>
                                          </p:val>
                                        </p:tav>
                                      </p:tavLst>
                                    </p:anim>
                                    <p:anim calcmode="lin" valueType="num">
                                      <p:cBhvr additive="base">
                                        <p:cTn id="48" dur="750" fill="hold"/>
                                        <p:tgtEl>
                                          <p:spTgt spid="95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2300"/>
                                  </p:stCondLst>
                                  <p:childTnLst>
                                    <p:set>
                                      <p:cBhvr>
                                        <p:cTn id="50" dur="1" fill="hold">
                                          <p:stCondLst>
                                            <p:cond delay="0"/>
                                          </p:stCondLst>
                                        </p:cTn>
                                        <p:tgtEl>
                                          <p:spTgt spid="974"/>
                                        </p:tgtEl>
                                        <p:attrNameLst>
                                          <p:attrName>style.visibility</p:attrName>
                                        </p:attrNameLst>
                                      </p:cBhvr>
                                      <p:to>
                                        <p:strVal val="visible"/>
                                      </p:to>
                                    </p:set>
                                    <p:anim calcmode="lin" valueType="num">
                                      <p:cBhvr additive="base">
                                        <p:cTn id="51" dur="750" fill="hold"/>
                                        <p:tgtEl>
                                          <p:spTgt spid="974"/>
                                        </p:tgtEl>
                                        <p:attrNameLst>
                                          <p:attrName>ppt_x</p:attrName>
                                        </p:attrNameLst>
                                      </p:cBhvr>
                                      <p:tavLst>
                                        <p:tav tm="0">
                                          <p:val>
                                            <p:strVal val="#ppt_x"/>
                                          </p:val>
                                        </p:tav>
                                        <p:tav tm="100000">
                                          <p:val>
                                            <p:strVal val="#ppt_x"/>
                                          </p:val>
                                        </p:tav>
                                      </p:tavLst>
                                    </p:anim>
                                    <p:anim calcmode="lin" valueType="num">
                                      <p:cBhvr additive="base">
                                        <p:cTn id="52" dur="750" fill="hold"/>
                                        <p:tgtEl>
                                          <p:spTgt spid="9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5" grpId="0" build="p"/>
      <p:bldP spid="936" grpId="0" build="p"/>
      <p:bldP spid="938" grpId="0" build="p"/>
      <p:bldP spid="939" grpId="0" build="p"/>
      <p:bldP spid="940" grpId="0" build="p"/>
      <p:bldP spid="94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35"/>
          <p:cNvSpPr txBox="1">
            <a:spLocks noGrp="1"/>
          </p:cNvSpPr>
          <p:nvPr>
            <p:ph type="subTitle" idx="1"/>
          </p:nvPr>
        </p:nvSpPr>
        <p:spPr>
          <a:xfrm>
            <a:off x="910653" y="1986821"/>
            <a:ext cx="3430969" cy="572700"/>
          </a:xfrm>
          <a:prstGeom prst="rect">
            <a:avLst/>
          </a:prstGeom>
        </p:spPr>
        <p:txBody>
          <a:bodyPr spcFirstLastPara="1" wrap="square" lIns="91425" tIns="91425" rIns="91425" bIns="91425" anchor="b" anchorCtr="0">
            <a:noAutofit/>
          </a:bodyPr>
          <a:lstStyle/>
          <a:p>
            <a:pPr marL="0" lvl="0" indent="0"/>
            <a:r>
              <a:rPr lang="vi-VN" dirty="0"/>
              <a:t>Bước 1: Tính khoảng cách</a:t>
            </a:r>
          </a:p>
          <a:p>
            <a:pPr marL="0" lvl="0" indent="0"/>
            <a:endParaRPr lang="vi-VN" dirty="0"/>
          </a:p>
        </p:txBody>
      </p:sp>
      <p:sp>
        <p:nvSpPr>
          <p:cNvPr id="995" name="Google Shape;995;p35"/>
          <p:cNvSpPr txBox="1">
            <a:spLocks noGrp="1"/>
          </p:cNvSpPr>
          <p:nvPr>
            <p:ph type="subTitle" idx="6"/>
          </p:nvPr>
        </p:nvSpPr>
        <p:spPr>
          <a:xfrm>
            <a:off x="1373642" y="3467600"/>
            <a:ext cx="2511600" cy="572700"/>
          </a:xfrm>
          <a:prstGeom prst="rect">
            <a:avLst/>
          </a:prstGeom>
        </p:spPr>
        <p:txBody>
          <a:bodyPr spcFirstLastPara="1" wrap="square" lIns="91425" tIns="91425" rIns="91425" bIns="91425" anchor="b" anchorCtr="0">
            <a:noAutofit/>
          </a:bodyPr>
          <a:lstStyle/>
          <a:p>
            <a:pPr marL="0" lvl="0" indent="0"/>
            <a:r>
              <a:rPr lang="vi-VN" dirty="0"/>
              <a:t>Bước 3: Bỏ phiếu</a:t>
            </a:r>
            <a:endParaRPr dirty="0"/>
          </a:p>
        </p:txBody>
      </p:sp>
      <p:sp>
        <p:nvSpPr>
          <p:cNvPr id="996" name="Google Shape;996;p35"/>
          <p:cNvSpPr txBox="1">
            <a:spLocks noGrp="1"/>
          </p:cNvSpPr>
          <p:nvPr>
            <p:ph type="subTitle" idx="7"/>
          </p:nvPr>
        </p:nvSpPr>
        <p:spPr>
          <a:xfrm>
            <a:off x="4883403" y="1681534"/>
            <a:ext cx="3430969" cy="572700"/>
          </a:xfrm>
          <a:prstGeom prst="rect">
            <a:avLst/>
          </a:prstGeom>
        </p:spPr>
        <p:txBody>
          <a:bodyPr spcFirstLastPara="1" wrap="square" lIns="91425" tIns="91425" rIns="91425" bIns="91425" anchor="b" anchorCtr="0">
            <a:noAutofit/>
          </a:bodyPr>
          <a:lstStyle/>
          <a:p>
            <a:pPr marL="0" lvl="0" indent="0"/>
            <a:r>
              <a:rPr lang="vi-VN" dirty="0"/>
              <a:t>Bước 2: Tìm K láng giềng</a:t>
            </a:r>
          </a:p>
        </p:txBody>
      </p:sp>
      <p:sp>
        <p:nvSpPr>
          <p:cNvPr id="997" name="Google Shape;997;p35"/>
          <p:cNvSpPr txBox="1">
            <a:spLocks noGrp="1"/>
          </p:cNvSpPr>
          <p:nvPr>
            <p:ph type="subTitle" idx="8"/>
          </p:nvPr>
        </p:nvSpPr>
        <p:spPr>
          <a:xfrm>
            <a:off x="5258775" y="3467600"/>
            <a:ext cx="2511600" cy="572700"/>
          </a:xfrm>
          <a:prstGeom prst="rect">
            <a:avLst/>
          </a:prstGeom>
        </p:spPr>
        <p:txBody>
          <a:bodyPr spcFirstLastPara="1" wrap="square" lIns="91425" tIns="91425" rIns="91425" bIns="91425" anchor="b" anchorCtr="0">
            <a:noAutofit/>
          </a:bodyPr>
          <a:lstStyle/>
          <a:p>
            <a:pPr marL="0" lvl="0" indent="0"/>
            <a:r>
              <a:rPr lang="vi-VN" dirty="0"/>
              <a:t>Bước 4: Phân loại</a:t>
            </a:r>
            <a:endParaRPr dirty="0"/>
          </a:p>
        </p:txBody>
      </p:sp>
      <p:sp>
        <p:nvSpPr>
          <p:cNvPr id="998" name="Google Shape;998;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NGUYÊN LÝ HOẠT ĐỘNG</a:t>
            </a:r>
            <a:endParaRPr dirty="0"/>
          </a:p>
        </p:txBody>
      </p:sp>
      <p:sp>
        <p:nvSpPr>
          <p:cNvPr id="999" name="Google Shape;999;p35"/>
          <p:cNvSpPr txBox="1">
            <a:spLocks noGrp="1"/>
          </p:cNvSpPr>
          <p:nvPr>
            <p:ph type="subTitle" idx="2"/>
          </p:nvPr>
        </p:nvSpPr>
        <p:spPr>
          <a:xfrm>
            <a:off x="503003" y="2232249"/>
            <a:ext cx="4176943" cy="484800"/>
          </a:xfrm>
          <a:prstGeom prst="rect">
            <a:avLst/>
          </a:prstGeom>
        </p:spPr>
        <p:txBody>
          <a:bodyPr spcFirstLastPara="1" wrap="square" lIns="91425" tIns="91425" rIns="91425" bIns="91425" anchor="t" anchorCtr="0">
            <a:noAutofit/>
          </a:bodyPr>
          <a:lstStyle/>
          <a:p>
            <a:pPr marL="0" lvl="0" indent="0"/>
            <a:r>
              <a:rPr lang="vi-VN" dirty="0"/>
              <a:t>Tính khoảng cách từ điểm dữ liệu mới đến tất cả các điểm trong tập huấn luyện, sử dụng các độ đo như Euclidean, Manhattan, hoặc Minkowski.</a:t>
            </a:r>
          </a:p>
        </p:txBody>
      </p:sp>
      <p:sp>
        <p:nvSpPr>
          <p:cNvPr id="1000" name="Google Shape;1000;p35"/>
          <p:cNvSpPr txBox="1">
            <a:spLocks noGrp="1"/>
          </p:cNvSpPr>
          <p:nvPr>
            <p:ph type="subTitle" idx="3"/>
          </p:nvPr>
        </p:nvSpPr>
        <p:spPr>
          <a:xfrm>
            <a:off x="4679946" y="2269863"/>
            <a:ext cx="4176943" cy="484800"/>
          </a:xfrm>
          <a:prstGeom prst="rect">
            <a:avLst/>
          </a:prstGeom>
        </p:spPr>
        <p:txBody>
          <a:bodyPr spcFirstLastPara="1" wrap="square" lIns="91425" tIns="91425" rIns="91425" bIns="91425" anchor="t" anchorCtr="0">
            <a:noAutofit/>
          </a:bodyPr>
          <a:lstStyle/>
          <a:p>
            <a:pPr marL="0" lvl="0" indent="0"/>
            <a:r>
              <a:rPr lang="vi-VN" dirty="0"/>
              <a:t>Chọn ra K điểm dữ liệu có khoảng cách nhỏ nhất (gần nhất) với điểm mới. Giá trị K là tham số do người dùng định nghĩa.</a:t>
            </a:r>
          </a:p>
        </p:txBody>
      </p:sp>
      <p:sp>
        <p:nvSpPr>
          <p:cNvPr id="1001" name="Google Shape;1001;p35"/>
          <p:cNvSpPr txBox="1">
            <a:spLocks noGrp="1"/>
          </p:cNvSpPr>
          <p:nvPr>
            <p:ph type="subTitle" idx="4"/>
          </p:nvPr>
        </p:nvSpPr>
        <p:spPr>
          <a:xfrm>
            <a:off x="456413" y="4072137"/>
            <a:ext cx="4115587" cy="484800"/>
          </a:xfrm>
          <a:prstGeom prst="rect">
            <a:avLst/>
          </a:prstGeom>
        </p:spPr>
        <p:txBody>
          <a:bodyPr spcFirstLastPara="1" wrap="square" lIns="91425" tIns="91425" rIns="91425" bIns="91425" anchor="t" anchorCtr="0">
            <a:noAutofit/>
          </a:bodyPr>
          <a:lstStyle/>
          <a:p>
            <a:pPr marL="0" lvl="0" indent="0"/>
            <a:r>
              <a:rPr lang="vi-VN" dirty="0"/>
              <a:t>Xác định nhãn của điểm mới dựa trên nhãn phổ biến nhất trong K láng giềng. Với phân loại nhị phân, thường dùng K lẻ để tránh hòa.</a:t>
            </a:r>
            <a:endParaRPr dirty="0"/>
          </a:p>
        </p:txBody>
      </p:sp>
      <p:sp>
        <p:nvSpPr>
          <p:cNvPr id="1002" name="Google Shape;1002;p35"/>
          <p:cNvSpPr txBox="1">
            <a:spLocks noGrp="1"/>
          </p:cNvSpPr>
          <p:nvPr>
            <p:ph type="subTitle" idx="5"/>
          </p:nvPr>
        </p:nvSpPr>
        <p:spPr>
          <a:xfrm>
            <a:off x="4641881" y="4066507"/>
            <a:ext cx="3780963" cy="484800"/>
          </a:xfrm>
          <a:prstGeom prst="rect">
            <a:avLst/>
          </a:prstGeom>
        </p:spPr>
        <p:txBody>
          <a:bodyPr spcFirstLastPara="1" wrap="square" lIns="91425" tIns="91425" rIns="91425" bIns="91425" anchor="t" anchorCtr="0">
            <a:noAutofit/>
          </a:bodyPr>
          <a:lstStyle/>
          <a:p>
            <a:pPr marL="0" lvl="0" indent="0"/>
            <a:r>
              <a:rPr lang="vi-VN" dirty="0"/>
              <a:t>Gán nhãn cho điểm dữ liệu mới dựa trên kết quả bỏ phiếu. Có thể sử dụng trọng số theo khoảng cách để tăng độ chính xác.</a:t>
            </a:r>
            <a:endParaRPr dirty="0"/>
          </a:p>
        </p:txBody>
      </p:sp>
      <p:cxnSp>
        <p:nvCxnSpPr>
          <p:cNvPr id="1003" name="Google Shape;1003;p35"/>
          <p:cNvCxnSpPr/>
          <p:nvPr/>
        </p:nvCxnSpPr>
        <p:spPr>
          <a:xfrm>
            <a:off x="1526500" y="2274475"/>
            <a:ext cx="2205900" cy="0"/>
          </a:xfrm>
          <a:prstGeom prst="straightConnector1">
            <a:avLst/>
          </a:prstGeom>
          <a:noFill/>
          <a:ln w="19050" cap="flat" cmpd="sng">
            <a:solidFill>
              <a:schemeClr val="lt2"/>
            </a:solidFill>
            <a:prstDash val="solid"/>
            <a:round/>
            <a:headEnd type="none" w="med" len="med"/>
            <a:tailEnd type="none" w="med" len="med"/>
          </a:ln>
        </p:spPr>
      </p:cxnSp>
      <p:cxnSp>
        <p:nvCxnSpPr>
          <p:cNvPr id="1004" name="Google Shape;1004;p35"/>
          <p:cNvCxnSpPr/>
          <p:nvPr/>
        </p:nvCxnSpPr>
        <p:spPr>
          <a:xfrm>
            <a:off x="1526500" y="4040300"/>
            <a:ext cx="2205900" cy="0"/>
          </a:xfrm>
          <a:prstGeom prst="straightConnector1">
            <a:avLst/>
          </a:prstGeom>
          <a:noFill/>
          <a:ln w="19050" cap="flat" cmpd="sng">
            <a:solidFill>
              <a:schemeClr val="lt2"/>
            </a:solidFill>
            <a:prstDash val="solid"/>
            <a:round/>
            <a:headEnd type="none" w="med" len="med"/>
            <a:tailEnd type="none" w="med" len="med"/>
          </a:ln>
        </p:spPr>
      </p:cxnSp>
      <p:cxnSp>
        <p:nvCxnSpPr>
          <p:cNvPr id="1005" name="Google Shape;1005;p35"/>
          <p:cNvCxnSpPr/>
          <p:nvPr/>
        </p:nvCxnSpPr>
        <p:spPr>
          <a:xfrm>
            <a:off x="5411625" y="2274475"/>
            <a:ext cx="2205900" cy="0"/>
          </a:xfrm>
          <a:prstGeom prst="straightConnector1">
            <a:avLst/>
          </a:prstGeom>
          <a:noFill/>
          <a:ln w="19050" cap="flat" cmpd="sng">
            <a:solidFill>
              <a:schemeClr val="lt2"/>
            </a:solidFill>
            <a:prstDash val="solid"/>
            <a:round/>
            <a:headEnd type="none" w="med" len="med"/>
            <a:tailEnd type="none" w="med" len="med"/>
          </a:ln>
        </p:spPr>
      </p:cxnSp>
      <p:cxnSp>
        <p:nvCxnSpPr>
          <p:cNvPr id="1006" name="Google Shape;1006;p35"/>
          <p:cNvCxnSpPr/>
          <p:nvPr/>
        </p:nvCxnSpPr>
        <p:spPr>
          <a:xfrm>
            <a:off x="5411625" y="4040300"/>
            <a:ext cx="2205900" cy="0"/>
          </a:xfrm>
          <a:prstGeom prst="straightConnector1">
            <a:avLst/>
          </a:prstGeom>
          <a:noFill/>
          <a:ln w="19050" cap="flat" cmpd="sng">
            <a:solidFill>
              <a:schemeClr val="lt2"/>
            </a:solidFill>
            <a:prstDash val="solid"/>
            <a:round/>
            <a:headEnd type="none" w="med" len="med"/>
            <a:tailEnd type="none" w="med" len="med"/>
          </a:ln>
        </p:spPr>
      </p:cxnSp>
      <p:grpSp>
        <p:nvGrpSpPr>
          <p:cNvPr id="1007" name="Google Shape;1007;p35"/>
          <p:cNvGrpSpPr/>
          <p:nvPr/>
        </p:nvGrpSpPr>
        <p:grpSpPr>
          <a:xfrm>
            <a:off x="6338013" y="1326213"/>
            <a:ext cx="353125" cy="365350"/>
            <a:chOff x="6338013" y="1326213"/>
            <a:chExt cx="353125" cy="365350"/>
          </a:xfrm>
        </p:grpSpPr>
        <p:sp>
          <p:nvSpPr>
            <p:cNvPr id="1008" name="Google Shape;1008;p35"/>
            <p:cNvSpPr/>
            <p:nvPr/>
          </p:nvSpPr>
          <p:spPr>
            <a:xfrm>
              <a:off x="6352038" y="1326213"/>
              <a:ext cx="139200" cy="144825"/>
            </a:xfrm>
            <a:custGeom>
              <a:avLst/>
              <a:gdLst/>
              <a:ahLst/>
              <a:cxnLst/>
              <a:rect l="l" t="t" r="r" b="b"/>
              <a:pathLst>
                <a:path w="5568" h="5793" extrusionOk="0">
                  <a:moveTo>
                    <a:pt x="506" y="0"/>
                  </a:moveTo>
                  <a:cubicBezTo>
                    <a:pt x="228" y="0"/>
                    <a:pt x="1" y="227"/>
                    <a:pt x="1" y="506"/>
                  </a:cubicBezTo>
                  <a:lnTo>
                    <a:pt x="1" y="5285"/>
                  </a:lnTo>
                  <a:cubicBezTo>
                    <a:pt x="1" y="5565"/>
                    <a:pt x="228" y="5792"/>
                    <a:pt x="506" y="5792"/>
                  </a:cubicBezTo>
                  <a:lnTo>
                    <a:pt x="5062" y="5792"/>
                  </a:lnTo>
                  <a:cubicBezTo>
                    <a:pt x="5342" y="5792"/>
                    <a:pt x="5567" y="5565"/>
                    <a:pt x="5567" y="5285"/>
                  </a:cubicBezTo>
                  <a:lnTo>
                    <a:pt x="5567" y="506"/>
                  </a:lnTo>
                  <a:cubicBezTo>
                    <a:pt x="5567" y="227"/>
                    <a:pt x="5342" y="0"/>
                    <a:pt x="50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5"/>
            <p:cNvSpPr/>
            <p:nvPr/>
          </p:nvSpPr>
          <p:spPr>
            <a:xfrm>
              <a:off x="6375488" y="1350913"/>
              <a:ext cx="139200" cy="91125"/>
            </a:xfrm>
            <a:custGeom>
              <a:avLst/>
              <a:gdLst/>
              <a:ahLst/>
              <a:cxnLst/>
              <a:rect l="l" t="t" r="r" b="b"/>
              <a:pathLst>
                <a:path w="5568" h="3645" extrusionOk="0">
                  <a:moveTo>
                    <a:pt x="506" y="1"/>
                  </a:moveTo>
                  <a:cubicBezTo>
                    <a:pt x="226" y="1"/>
                    <a:pt x="1" y="227"/>
                    <a:pt x="1" y="506"/>
                  </a:cubicBezTo>
                  <a:lnTo>
                    <a:pt x="1" y="3140"/>
                  </a:lnTo>
                  <a:cubicBezTo>
                    <a:pt x="1" y="3418"/>
                    <a:pt x="226" y="3645"/>
                    <a:pt x="506" y="3645"/>
                  </a:cubicBezTo>
                  <a:lnTo>
                    <a:pt x="5062" y="3645"/>
                  </a:lnTo>
                  <a:cubicBezTo>
                    <a:pt x="5341" y="3645"/>
                    <a:pt x="5567" y="3418"/>
                    <a:pt x="5567" y="3140"/>
                  </a:cubicBezTo>
                  <a:lnTo>
                    <a:pt x="5567" y="506"/>
                  </a:lnTo>
                  <a:cubicBezTo>
                    <a:pt x="5567" y="227"/>
                    <a:pt x="5341" y="1"/>
                    <a:pt x="50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5"/>
            <p:cNvSpPr/>
            <p:nvPr/>
          </p:nvSpPr>
          <p:spPr>
            <a:xfrm>
              <a:off x="6338013" y="1379588"/>
              <a:ext cx="196250" cy="170200"/>
            </a:xfrm>
            <a:custGeom>
              <a:avLst/>
              <a:gdLst/>
              <a:ahLst/>
              <a:cxnLst/>
              <a:rect l="l" t="t" r="r" b="b"/>
              <a:pathLst>
                <a:path w="7850" h="6808" extrusionOk="0">
                  <a:moveTo>
                    <a:pt x="5542" y="0"/>
                  </a:moveTo>
                  <a:cubicBezTo>
                    <a:pt x="5146" y="0"/>
                    <a:pt x="4786" y="234"/>
                    <a:pt x="4623" y="595"/>
                  </a:cubicBezTo>
                  <a:lnTo>
                    <a:pt x="4524" y="821"/>
                  </a:lnTo>
                  <a:cubicBezTo>
                    <a:pt x="4362" y="1183"/>
                    <a:pt x="4003" y="1416"/>
                    <a:pt x="3605" y="1416"/>
                  </a:cubicBezTo>
                  <a:lnTo>
                    <a:pt x="1006" y="1416"/>
                  </a:lnTo>
                  <a:cubicBezTo>
                    <a:pt x="451" y="1416"/>
                    <a:pt x="0" y="1867"/>
                    <a:pt x="0" y="2421"/>
                  </a:cubicBezTo>
                  <a:lnTo>
                    <a:pt x="0" y="5802"/>
                  </a:lnTo>
                  <a:cubicBezTo>
                    <a:pt x="0" y="6356"/>
                    <a:pt x="451" y="6807"/>
                    <a:pt x="1006" y="6807"/>
                  </a:cubicBezTo>
                  <a:lnTo>
                    <a:pt x="6845" y="6807"/>
                  </a:lnTo>
                  <a:cubicBezTo>
                    <a:pt x="7400" y="6807"/>
                    <a:pt x="7849" y="6358"/>
                    <a:pt x="7849" y="5802"/>
                  </a:cubicBezTo>
                  <a:lnTo>
                    <a:pt x="7849" y="1004"/>
                  </a:lnTo>
                  <a:cubicBezTo>
                    <a:pt x="7849" y="450"/>
                    <a:pt x="7400" y="0"/>
                    <a:pt x="68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5"/>
            <p:cNvSpPr/>
            <p:nvPr/>
          </p:nvSpPr>
          <p:spPr>
            <a:xfrm>
              <a:off x="6369963" y="1442788"/>
              <a:ext cx="80625" cy="11050"/>
            </a:xfrm>
            <a:custGeom>
              <a:avLst/>
              <a:gdLst/>
              <a:ahLst/>
              <a:cxnLst/>
              <a:rect l="l" t="t" r="r" b="b"/>
              <a:pathLst>
                <a:path w="3225" h="442" extrusionOk="0">
                  <a:moveTo>
                    <a:pt x="222" y="1"/>
                  </a:moveTo>
                  <a:cubicBezTo>
                    <a:pt x="100" y="1"/>
                    <a:pt x="1" y="99"/>
                    <a:pt x="1" y="221"/>
                  </a:cubicBezTo>
                  <a:cubicBezTo>
                    <a:pt x="1" y="342"/>
                    <a:pt x="100" y="442"/>
                    <a:pt x="222" y="442"/>
                  </a:cubicBezTo>
                  <a:lnTo>
                    <a:pt x="3005" y="442"/>
                  </a:lnTo>
                  <a:cubicBezTo>
                    <a:pt x="3127" y="442"/>
                    <a:pt x="3225" y="342"/>
                    <a:pt x="3225" y="221"/>
                  </a:cubicBezTo>
                  <a:cubicBezTo>
                    <a:pt x="3225" y="99"/>
                    <a:pt x="3127" y="1"/>
                    <a:pt x="3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5"/>
            <p:cNvSpPr/>
            <p:nvPr/>
          </p:nvSpPr>
          <p:spPr>
            <a:xfrm>
              <a:off x="6369963" y="1465613"/>
              <a:ext cx="57225" cy="11050"/>
            </a:xfrm>
            <a:custGeom>
              <a:avLst/>
              <a:gdLst/>
              <a:ahLst/>
              <a:cxnLst/>
              <a:rect l="l" t="t" r="r" b="b"/>
              <a:pathLst>
                <a:path w="2289" h="442" extrusionOk="0">
                  <a:moveTo>
                    <a:pt x="222" y="1"/>
                  </a:moveTo>
                  <a:cubicBezTo>
                    <a:pt x="99" y="1"/>
                    <a:pt x="1" y="99"/>
                    <a:pt x="1" y="220"/>
                  </a:cubicBezTo>
                  <a:cubicBezTo>
                    <a:pt x="1" y="342"/>
                    <a:pt x="100" y="442"/>
                    <a:pt x="222" y="442"/>
                  </a:cubicBezTo>
                  <a:lnTo>
                    <a:pt x="2067" y="442"/>
                  </a:lnTo>
                  <a:cubicBezTo>
                    <a:pt x="2189" y="442"/>
                    <a:pt x="2288" y="342"/>
                    <a:pt x="2288" y="220"/>
                  </a:cubicBezTo>
                  <a:cubicBezTo>
                    <a:pt x="2288" y="99"/>
                    <a:pt x="2189" y="1"/>
                    <a:pt x="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5"/>
            <p:cNvSpPr/>
            <p:nvPr/>
          </p:nvSpPr>
          <p:spPr>
            <a:xfrm>
              <a:off x="6508913" y="1326213"/>
              <a:ext cx="139200" cy="144825"/>
            </a:xfrm>
            <a:custGeom>
              <a:avLst/>
              <a:gdLst/>
              <a:ahLst/>
              <a:cxnLst/>
              <a:rect l="l" t="t" r="r" b="b"/>
              <a:pathLst>
                <a:path w="5568" h="5793" extrusionOk="0">
                  <a:moveTo>
                    <a:pt x="506" y="0"/>
                  </a:moveTo>
                  <a:cubicBezTo>
                    <a:pt x="228" y="0"/>
                    <a:pt x="1" y="227"/>
                    <a:pt x="1" y="506"/>
                  </a:cubicBezTo>
                  <a:lnTo>
                    <a:pt x="1" y="5285"/>
                  </a:lnTo>
                  <a:cubicBezTo>
                    <a:pt x="1" y="5565"/>
                    <a:pt x="228" y="5792"/>
                    <a:pt x="506" y="5792"/>
                  </a:cubicBezTo>
                  <a:lnTo>
                    <a:pt x="5062" y="5792"/>
                  </a:lnTo>
                  <a:cubicBezTo>
                    <a:pt x="5342" y="5792"/>
                    <a:pt x="5567" y="5565"/>
                    <a:pt x="5567" y="5285"/>
                  </a:cubicBezTo>
                  <a:lnTo>
                    <a:pt x="5567" y="506"/>
                  </a:lnTo>
                  <a:cubicBezTo>
                    <a:pt x="5567" y="227"/>
                    <a:pt x="5342" y="0"/>
                    <a:pt x="50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5"/>
            <p:cNvSpPr/>
            <p:nvPr/>
          </p:nvSpPr>
          <p:spPr>
            <a:xfrm>
              <a:off x="6532363" y="1350913"/>
              <a:ext cx="139200" cy="91125"/>
            </a:xfrm>
            <a:custGeom>
              <a:avLst/>
              <a:gdLst/>
              <a:ahLst/>
              <a:cxnLst/>
              <a:rect l="l" t="t" r="r" b="b"/>
              <a:pathLst>
                <a:path w="5568" h="3645" extrusionOk="0">
                  <a:moveTo>
                    <a:pt x="506" y="1"/>
                  </a:moveTo>
                  <a:cubicBezTo>
                    <a:pt x="226" y="1"/>
                    <a:pt x="1" y="227"/>
                    <a:pt x="1" y="506"/>
                  </a:cubicBezTo>
                  <a:lnTo>
                    <a:pt x="1" y="3140"/>
                  </a:lnTo>
                  <a:cubicBezTo>
                    <a:pt x="1" y="3418"/>
                    <a:pt x="226" y="3645"/>
                    <a:pt x="506" y="3645"/>
                  </a:cubicBezTo>
                  <a:lnTo>
                    <a:pt x="5062" y="3645"/>
                  </a:lnTo>
                  <a:cubicBezTo>
                    <a:pt x="5341" y="3645"/>
                    <a:pt x="5567" y="3418"/>
                    <a:pt x="5567" y="3140"/>
                  </a:cubicBezTo>
                  <a:lnTo>
                    <a:pt x="5567" y="506"/>
                  </a:lnTo>
                  <a:cubicBezTo>
                    <a:pt x="5567" y="227"/>
                    <a:pt x="5341" y="1"/>
                    <a:pt x="50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5"/>
            <p:cNvSpPr/>
            <p:nvPr/>
          </p:nvSpPr>
          <p:spPr>
            <a:xfrm>
              <a:off x="6494913" y="1379588"/>
              <a:ext cx="196225" cy="170200"/>
            </a:xfrm>
            <a:custGeom>
              <a:avLst/>
              <a:gdLst/>
              <a:ahLst/>
              <a:cxnLst/>
              <a:rect l="l" t="t" r="r" b="b"/>
              <a:pathLst>
                <a:path w="7849" h="6808" extrusionOk="0">
                  <a:moveTo>
                    <a:pt x="5541" y="0"/>
                  </a:moveTo>
                  <a:cubicBezTo>
                    <a:pt x="5145" y="0"/>
                    <a:pt x="4785" y="234"/>
                    <a:pt x="4624" y="595"/>
                  </a:cubicBezTo>
                  <a:lnTo>
                    <a:pt x="4523" y="821"/>
                  </a:lnTo>
                  <a:cubicBezTo>
                    <a:pt x="4361" y="1183"/>
                    <a:pt x="4002" y="1416"/>
                    <a:pt x="3605" y="1416"/>
                  </a:cubicBezTo>
                  <a:lnTo>
                    <a:pt x="1005" y="1416"/>
                  </a:lnTo>
                  <a:cubicBezTo>
                    <a:pt x="450" y="1416"/>
                    <a:pt x="1" y="1867"/>
                    <a:pt x="1" y="2421"/>
                  </a:cubicBezTo>
                  <a:lnTo>
                    <a:pt x="1" y="5802"/>
                  </a:lnTo>
                  <a:cubicBezTo>
                    <a:pt x="1" y="6356"/>
                    <a:pt x="450" y="6807"/>
                    <a:pt x="1005" y="6807"/>
                  </a:cubicBezTo>
                  <a:lnTo>
                    <a:pt x="6844" y="6807"/>
                  </a:lnTo>
                  <a:cubicBezTo>
                    <a:pt x="7399" y="6807"/>
                    <a:pt x="7848" y="6358"/>
                    <a:pt x="7848" y="5802"/>
                  </a:cubicBezTo>
                  <a:lnTo>
                    <a:pt x="7848" y="1004"/>
                  </a:lnTo>
                  <a:cubicBezTo>
                    <a:pt x="7848" y="450"/>
                    <a:pt x="7399" y="0"/>
                    <a:pt x="68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5"/>
            <p:cNvSpPr/>
            <p:nvPr/>
          </p:nvSpPr>
          <p:spPr>
            <a:xfrm>
              <a:off x="6644388" y="1379588"/>
              <a:ext cx="46750" cy="170150"/>
            </a:xfrm>
            <a:custGeom>
              <a:avLst/>
              <a:gdLst/>
              <a:ahLst/>
              <a:cxnLst/>
              <a:rect l="l" t="t" r="r" b="b"/>
              <a:pathLst>
                <a:path w="1870" h="6806" extrusionOk="0">
                  <a:moveTo>
                    <a:pt x="0" y="0"/>
                  </a:moveTo>
                  <a:cubicBezTo>
                    <a:pt x="554" y="0"/>
                    <a:pt x="1005" y="450"/>
                    <a:pt x="1005" y="1004"/>
                  </a:cubicBezTo>
                  <a:lnTo>
                    <a:pt x="1005" y="5802"/>
                  </a:lnTo>
                  <a:cubicBezTo>
                    <a:pt x="1005" y="6356"/>
                    <a:pt x="554" y="6806"/>
                    <a:pt x="0" y="6806"/>
                  </a:cubicBezTo>
                  <a:lnTo>
                    <a:pt x="865" y="6806"/>
                  </a:lnTo>
                  <a:cubicBezTo>
                    <a:pt x="1420" y="6806"/>
                    <a:pt x="1869" y="6356"/>
                    <a:pt x="1869" y="5802"/>
                  </a:cubicBezTo>
                  <a:lnTo>
                    <a:pt x="1869" y="1004"/>
                  </a:lnTo>
                  <a:cubicBezTo>
                    <a:pt x="1869" y="450"/>
                    <a:pt x="1420" y="0"/>
                    <a:pt x="8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5"/>
            <p:cNvSpPr/>
            <p:nvPr/>
          </p:nvSpPr>
          <p:spPr>
            <a:xfrm>
              <a:off x="6526838" y="1442788"/>
              <a:ext cx="80625" cy="11050"/>
            </a:xfrm>
            <a:custGeom>
              <a:avLst/>
              <a:gdLst/>
              <a:ahLst/>
              <a:cxnLst/>
              <a:rect l="l" t="t" r="r" b="b"/>
              <a:pathLst>
                <a:path w="3225" h="442" extrusionOk="0">
                  <a:moveTo>
                    <a:pt x="222" y="1"/>
                  </a:moveTo>
                  <a:cubicBezTo>
                    <a:pt x="100" y="1"/>
                    <a:pt x="1" y="99"/>
                    <a:pt x="1" y="221"/>
                  </a:cubicBezTo>
                  <a:cubicBezTo>
                    <a:pt x="1" y="342"/>
                    <a:pt x="100" y="442"/>
                    <a:pt x="222" y="442"/>
                  </a:cubicBezTo>
                  <a:lnTo>
                    <a:pt x="3005" y="442"/>
                  </a:lnTo>
                  <a:cubicBezTo>
                    <a:pt x="3127" y="442"/>
                    <a:pt x="3225" y="342"/>
                    <a:pt x="3225" y="221"/>
                  </a:cubicBezTo>
                  <a:cubicBezTo>
                    <a:pt x="3225" y="99"/>
                    <a:pt x="3127" y="1"/>
                    <a:pt x="3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5"/>
            <p:cNvSpPr/>
            <p:nvPr/>
          </p:nvSpPr>
          <p:spPr>
            <a:xfrm>
              <a:off x="6526838" y="1465613"/>
              <a:ext cx="57225" cy="11050"/>
            </a:xfrm>
            <a:custGeom>
              <a:avLst/>
              <a:gdLst/>
              <a:ahLst/>
              <a:cxnLst/>
              <a:rect l="l" t="t" r="r" b="b"/>
              <a:pathLst>
                <a:path w="2289" h="442" extrusionOk="0">
                  <a:moveTo>
                    <a:pt x="222" y="1"/>
                  </a:moveTo>
                  <a:cubicBezTo>
                    <a:pt x="100" y="1"/>
                    <a:pt x="1" y="99"/>
                    <a:pt x="1" y="220"/>
                  </a:cubicBezTo>
                  <a:cubicBezTo>
                    <a:pt x="1" y="342"/>
                    <a:pt x="100" y="442"/>
                    <a:pt x="222" y="442"/>
                  </a:cubicBezTo>
                  <a:lnTo>
                    <a:pt x="2067" y="442"/>
                  </a:lnTo>
                  <a:cubicBezTo>
                    <a:pt x="2189" y="442"/>
                    <a:pt x="2288" y="342"/>
                    <a:pt x="2288" y="220"/>
                  </a:cubicBezTo>
                  <a:cubicBezTo>
                    <a:pt x="2288" y="99"/>
                    <a:pt x="2189" y="1"/>
                    <a:pt x="20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5"/>
            <p:cNvSpPr/>
            <p:nvPr/>
          </p:nvSpPr>
          <p:spPr>
            <a:xfrm>
              <a:off x="6405538" y="1510138"/>
              <a:ext cx="193350" cy="181425"/>
            </a:xfrm>
            <a:custGeom>
              <a:avLst/>
              <a:gdLst/>
              <a:ahLst/>
              <a:cxnLst/>
              <a:rect l="l" t="t" r="r" b="b"/>
              <a:pathLst>
                <a:path w="7734" h="7257" extrusionOk="0">
                  <a:moveTo>
                    <a:pt x="3866" y="0"/>
                  </a:moveTo>
                  <a:cubicBezTo>
                    <a:pt x="3737" y="0"/>
                    <a:pt x="3608" y="12"/>
                    <a:pt x="3481" y="37"/>
                  </a:cubicBezTo>
                  <a:lnTo>
                    <a:pt x="680" y="570"/>
                  </a:lnTo>
                  <a:cubicBezTo>
                    <a:pt x="276" y="647"/>
                    <a:pt x="0" y="1022"/>
                    <a:pt x="48" y="1431"/>
                  </a:cubicBezTo>
                  <a:lnTo>
                    <a:pt x="423" y="4608"/>
                  </a:lnTo>
                  <a:cubicBezTo>
                    <a:pt x="461" y="4934"/>
                    <a:pt x="577" y="5246"/>
                    <a:pt x="767" y="5512"/>
                  </a:cubicBezTo>
                  <a:cubicBezTo>
                    <a:pt x="1148" y="6050"/>
                    <a:pt x="1970" y="6813"/>
                    <a:pt x="3693" y="7236"/>
                  </a:cubicBezTo>
                  <a:cubicBezTo>
                    <a:pt x="3750" y="7250"/>
                    <a:pt x="3808" y="7257"/>
                    <a:pt x="3866" y="7257"/>
                  </a:cubicBezTo>
                  <a:cubicBezTo>
                    <a:pt x="3925" y="7257"/>
                    <a:pt x="3983" y="7250"/>
                    <a:pt x="4041" y="7236"/>
                  </a:cubicBezTo>
                  <a:cubicBezTo>
                    <a:pt x="5763" y="6813"/>
                    <a:pt x="6585" y="6050"/>
                    <a:pt x="6967" y="5512"/>
                  </a:cubicBezTo>
                  <a:cubicBezTo>
                    <a:pt x="7156" y="5246"/>
                    <a:pt x="7272" y="4934"/>
                    <a:pt x="7311" y="4608"/>
                  </a:cubicBezTo>
                  <a:lnTo>
                    <a:pt x="7685" y="1431"/>
                  </a:lnTo>
                  <a:cubicBezTo>
                    <a:pt x="7734" y="1024"/>
                    <a:pt x="7458" y="647"/>
                    <a:pt x="7054" y="570"/>
                  </a:cubicBezTo>
                  <a:lnTo>
                    <a:pt x="5154" y="209"/>
                  </a:lnTo>
                  <a:lnTo>
                    <a:pt x="4253" y="37"/>
                  </a:lnTo>
                  <a:cubicBezTo>
                    <a:pt x="4125" y="12"/>
                    <a:pt x="3996" y="0"/>
                    <a:pt x="38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5"/>
            <p:cNvSpPr/>
            <p:nvPr/>
          </p:nvSpPr>
          <p:spPr>
            <a:xfrm>
              <a:off x="6506538" y="1515363"/>
              <a:ext cx="92350" cy="175675"/>
            </a:xfrm>
            <a:custGeom>
              <a:avLst/>
              <a:gdLst/>
              <a:ahLst/>
              <a:cxnLst/>
              <a:rect l="l" t="t" r="r" b="b"/>
              <a:pathLst>
                <a:path w="3694" h="7027" extrusionOk="0">
                  <a:moveTo>
                    <a:pt x="1114" y="0"/>
                  </a:moveTo>
                  <a:cubicBezTo>
                    <a:pt x="1620" y="97"/>
                    <a:pt x="1991" y="535"/>
                    <a:pt x="1998" y="1051"/>
                  </a:cubicBezTo>
                  <a:cubicBezTo>
                    <a:pt x="2022" y="2608"/>
                    <a:pt x="1829" y="5779"/>
                    <a:pt x="1" y="7027"/>
                  </a:cubicBezTo>
                  <a:cubicBezTo>
                    <a:pt x="1723" y="6604"/>
                    <a:pt x="2545" y="5841"/>
                    <a:pt x="2927" y="5303"/>
                  </a:cubicBezTo>
                  <a:cubicBezTo>
                    <a:pt x="3116" y="5037"/>
                    <a:pt x="3232" y="4725"/>
                    <a:pt x="3271" y="4399"/>
                  </a:cubicBezTo>
                  <a:lnTo>
                    <a:pt x="3645" y="1222"/>
                  </a:lnTo>
                  <a:cubicBezTo>
                    <a:pt x="3694" y="815"/>
                    <a:pt x="3418" y="438"/>
                    <a:pt x="3014" y="361"/>
                  </a:cubicBezTo>
                  <a:lnTo>
                    <a:pt x="111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5"/>
            <p:cNvSpPr/>
            <p:nvPr/>
          </p:nvSpPr>
          <p:spPr>
            <a:xfrm>
              <a:off x="6428938" y="1532213"/>
              <a:ext cx="146550" cy="137175"/>
            </a:xfrm>
            <a:custGeom>
              <a:avLst/>
              <a:gdLst/>
              <a:ahLst/>
              <a:cxnLst/>
              <a:rect l="l" t="t" r="r" b="b"/>
              <a:pathLst>
                <a:path w="5862" h="5487" extrusionOk="0">
                  <a:moveTo>
                    <a:pt x="2931" y="1"/>
                  </a:moveTo>
                  <a:cubicBezTo>
                    <a:pt x="2857" y="1"/>
                    <a:pt x="2783" y="8"/>
                    <a:pt x="2710" y="22"/>
                  </a:cubicBezTo>
                  <a:lnTo>
                    <a:pt x="1" y="537"/>
                  </a:lnTo>
                  <a:lnTo>
                    <a:pt x="363" y="3621"/>
                  </a:lnTo>
                  <a:cubicBezTo>
                    <a:pt x="386" y="3805"/>
                    <a:pt x="450" y="3976"/>
                    <a:pt x="552" y="4118"/>
                  </a:cubicBezTo>
                  <a:cubicBezTo>
                    <a:pt x="800" y="4470"/>
                    <a:pt x="1440" y="5111"/>
                    <a:pt x="2931" y="5486"/>
                  </a:cubicBezTo>
                  <a:cubicBezTo>
                    <a:pt x="3481" y="5348"/>
                    <a:pt x="3915" y="5174"/>
                    <a:pt x="4255" y="4991"/>
                  </a:cubicBezTo>
                  <a:cubicBezTo>
                    <a:pt x="4841" y="4677"/>
                    <a:pt x="5153" y="4340"/>
                    <a:pt x="5310" y="4118"/>
                  </a:cubicBezTo>
                  <a:cubicBezTo>
                    <a:pt x="5411" y="3976"/>
                    <a:pt x="5476" y="3805"/>
                    <a:pt x="5497" y="3621"/>
                  </a:cubicBezTo>
                  <a:lnTo>
                    <a:pt x="5861" y="537"/>
                  </a:lnTo>
                  <a:lnTo>
                    <a:pt x="5102" y="393"/>
                  </a:lnTo>
                  <a:lnTo>
                    <a:pt x="3152" y="22"/>
                  </a:lnTo>
                  <a:cubicBezTo>
                    <a:pt x="3079" y="8"/>
                    <a:pt x="3005" y="1"/>
                    <a:pt x="29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5"/>
            <p:cNvSpPr/>
            <p:nvPr/>
          </p:nvSpPr>
          <p:spPr>
            <a:xfrm>
              <a:off x="6535313" y="1542013"/>
              <a:ext cx="40175" cy="114975"/>
            </a:xfrm>
            <a:custGeom>
              <a:avLst/>
              <a:gdLst/>
              <a:ahLst/>
              <a:cxnLst/>
              <a:rect l="l" t="t" r="r" b="b"/>
              <a:pathLst>
                <a:path w="1607" h="4599" extrusionOk="0">
                  <a:moveTo>
                    <a:pt x="847" y="1"/>
                  </a:moveTo>
                  <a:lnTo>
                    <a:pt x="847" y="1"/>
                  </a:lnTo>
                  <a:cubicBezTo>
                    <a:pt x="864" y="1140"/>
                    <a:pt x="763" y="3124"/>
                    <a:pt x="0" y="4599"/>
                  </a:cubicBezTo>
                  <a:cubicBezTo>
                    <a:pt x="586" y="4285"/>
                    <a:pt x="898" y="3948"/>
                    <a:pt x="1055" y="3726"/>
                  </a:cubicBezTo>
                  <a:cubicBezTo>
                    <a:pt x="1156" y="3584"/>
                    <a:pt x="1221" y="3413"/>
                    <a:pt x="1242" y="3229"/>
                  </a:cubicBezTo>
                  <a:lnTo>
                    <a:pt x="1606" y="145"/>
                  </a:lnTo>
                  <a:lnTo>
                    <a:pt x="847" y="1"/>
                  </a:ln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5"/>
            <p:cNvSpPr/>
            <p:nvPr/>
          </p:nvSpPr>
          <p:spPr>
            <a:xfrm>
              <a:off x="6464963" y="1559513"/>
              <a:ext cx="81900" cy="73650"/>
            </a:xfrm>
            <a:custGeom>
              <a:avLst/>
              <a:gdLst/>
              <a:ahLst/>
              <a:cxnLst/>
              <a:rect l="l" t="t" r="r" b="b"/>
              <a:pathLst>
                <a:path w="3276" h="2946" extrusionOk="0">
                  <a:moveTo>
                    <a:pt x="2773" y="0"/>
                  </a:moveTo>
                  <a:cubicBezTo>
                    <a:pt x="2625" y="0"/>
                    <a:pt x="2480" y="75"/>
                    <a:pt x="2396" y="209"/>
                  </a:cubicBezTo>
                  <a:lnTo>
                    <a:pt x="1426" y="1771"/>
                  </a:lnTo>
                  <a:lnTo>
                    <a:pt x="821" y="1097"/>
                  </a:lnTo>
                  <a:cubicBezTo>
                    <a:pt x="734" y="999"/>
                    <a:pt x="613" y="950"/>
                    <a:pt x="491" y="950"/>
                  </a:cubicBezTo>
                  <a:cubicBezTo>
                    <a:pt x="387" y="950"/>
                    <a:pt x="281" y="987"/>
                    <a:pt x="198" y="1062"/>
                  </a:cubicBezTo>
                  <a:cubicBezTo>
                    <a:pt x="16" y="1226"/>
                    <a:pt x="0" y="1505"/>
                    <a:pt x="163" y="1687"/>
                  </a:cubicBezTo>
                  <a:lnTo>
                    <a:pt x="1161" y="2798"/>
                  </a:lnTo>
                  <a:cubicBezTo>
                    <a:pt x="1245" y="2892"/>
                    <a:pt x="1365" y="2945"/>
                    <a:pt x="1490" y="2945"/>
                  </a:cubicBezTo>
                  <a:cubicBezTo>
                    <a:pt x="1503" y="2945"/>
                    <a:pt x="1515" y="2945"/>
                    <a:pt x="1528" y="2944"/>
                  </a:cubicBezTo>
                  <a:cubicBezTo>
                    <a:pt x="1666" y="2931"/>
                    <a:pt x="1791" y="2856"/>
                    <a:pt x="1865" y="2737"/>
                  </a:cubicBezTo>
                  <a:lnTo>
                    <a:pt x="3146" y="676"/>
                  </a:lnTo>
                  <a:cubicBezTo>
                    <a:pt x="3275" y="468"/>
                    <a:pt x="3212" y="195"/>
                    <a:pt x="3005" y="67"/>
                  </a:cubicBezTo>
                  <a:cubicBezTo>
                    <a:pt x="2932" y="22"/>
                    <a:pt x="2852" y="0"/>
                    <a:pt x="27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4" name="Google Shape;1024;p35"/>
          <p:cNvGrpSpPr/>
          <p:nvPr/>
        </p:nvGrpSpPr>
        <p:grpSpPr>
          <a:xfrm>
            <a:off x="2433200" y="3070388"/>
            <a:ext cx="365375" cy="365375"/>
            <a:chOff x="2433200" y="3070388"/>
            <a:chExt cx="365375" cy="365375"/>
          </a:xfrm>
        </p:grpSpPr>
        <p:sp>
          <p:nvSpPr>
            <p:cNvPr id="1025" name="Google Shape;1025;p35"/>
            <p:cNvSpPr/>
            <p:nvPr/>
          </p:nvSpPr>
          <p:spPr>
            <a:xfrm>
              <a:off x="2433200" y="3109113"/>
              <a:ext cx="365375" cy="326650"/>
            </a:xfrm>
            <a:custGeom>
              <a:avLst/>
              <a:gdLst/>
              <a:ahLst/>
              <a:cxnLst/>
              <a:rect l="l" t="t" r="r" b="b"/>
              <a:pathLst>
                <a:path w="14615" h="13066" extrusionOk="0">
                  <a:moveTo>
                    <a:pt x="883" y="0"/>
                  </a:moveTo>
                  <a:cubicBezTo>
                    <a:pt x="395" y="0"/>
                    <a:pt x="1" y="397"/>
                    <a:pt x="1" y="884"/>
                  </a:cubicBezTo>
                  <a:lnTo>
                    <a:pt x="1" y="12184"/>
                  </a:lnTo>
                  <a:cubicBezTo>
                    <a:pt x="1" y="12671"/>
                    <a:pt x="395" y="13066"/>
                    <a:pt x="883" y="13066"/>
                  </a:cubicBezTo>
                  <a:lnTo>
                    <a:pt x="13731" y="13066"/>
                  </a:lnTo>
                  <a:cubicBezTo>
                    <a:pt x="14220" y="13066"/>
                    <a:pt x="14614" y="12671"/>
                    <a:pt x="14614" y="12184"/>
                  </a:cubicBezTo>
                  <a:lnTo>
                    <a:pt x="14614" y="884"/>
                  </a:lnTo>
                  <a:cubicBezTo>
                    <a:pt x="14614" y="397"/>
                    <a:pt x="14220" y="0"/>
                    <a:pt x="137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5"/>
            <p:cNvSpPr/>
            <p:nvPr/>
          </p:nvSpPr>
          <p:spPr>
            <a:xfrm>
              <a:off x="2746600" y="3109113"/>
              <a:ext cx="51975" cy="326650"/>
            </a:xfrm>
            <a:custGeom>
              <a:avLst/>
              <a:gdLst/>
              <a:ahLst/>
              <a:cxnLst/>
              <a:rect l="l" t="t" r="r" b="b"/>
              <a:pathLst>
                <a:path w="2079" h="13066" extrusionOk="0">
                  <a:moveTo>
                    <a:pt x="884" y="0"/>
                  </a:moveTo>
                  <a:lnTo>
                    <a:pt x="884" y="12184"/>
                  </a:lnTo>
                  <a:cubicBezTo>
                    <a:pt x="884" y="12671"/>
                    <a:pt x="488" y="13066"/>
                    <a:pt x="1" y="13066"/>
                  </a:cubicBezTo>
                  <a:lnTo>
                    <a:pt x="1195" y="13066"/>
                  </a:lnTo>
                  <a:cubicBezTo>
                    <a:pt x="1684" y="13066"/>
                    <a:pt x="2078" y="12671"/>
                    <a:pt x="2078" y="12184"/>
                  </a:cubicBezTo>
                  <a:lnTo>
                    <a:pt x="2078" y="884"/>
                  </a:lnTo>
                  <a:cubicBezTo>
                    <a:pt x="2078" y="397"/>
                    <a:pt x="1684" y="0"/>
                    <a:pt x="1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5"/>
            <p:cNvSpPr/>
            <p:nvPr/>
          </p:nvSpPr>
          <p:spPr>
            <a:xfrm>
              <a:off x="2433200" y="3070388"/>
              <a:ext cx="365375" cy="60825"/>
            </a:xfrm>
            <a:custGeom>
              <a:avLst/>
              <a:gdLst/>
              <a:ahLst/>
              <a:cxnLst/>
              <a:rect l="l" t="t" r="r" b="b"/>
              <a:pathLst>
                <a:path w="14615" h="2433" extrusionOk="0">
                  <a:moveTo>
                    <a:pt x="883" y="1"/>
                  </a:moveTo>
                  <a:cubicBezTo>
                    <a:pt x="395" y="1"/>
                    <a:pt x="1" y="396"/>
                    <a:pt x="1" y="883"/>
                  </a:cubicBezTo>
                  <a:lnTo>
                    <a:pt x="1" y="2433"/>
                  </a:lnTo>
                  <a:lnTo>
                    <a:pt x="14614" y="2433"/>
                  </a:lnTo>
                  <a:lnTo>
                    <a:pt x="14614" y="883"/>
                  </a:lnTo>
                  <a:cubicBezTo>
                    <a:pt x="14614" y="396"/>
                    <a:pt x="14220" y="1"/>
                    <a:pt x="1373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5"/>
            <p:cNvSpPr/>
            <p:nvPr/>
          </p:nvSpPr>
          <p:spPr>
            <a:xfrm>
              <a:off x="2746600" y="3070388"/>
              <a:ext cx="51975" cy="60825"/>
            </a:xfrm>
            <a:custGeom>
              <a:avLst/>
              <a:gdLst/>
              <a:ahLst/>
              <a:cxnLst/>
              <a:rect l="l" t="t" r="r" b="b"/>
              <a:pathLst>
                <a:path w="2079" h="2433" extrusionOk="0">
                  <a:moveTo>
                    <a:pt x="1" y="1"/>
                  </a:moveTo>
                  <a:cubicBezTo>
                    <a:pt x="488" y="1"/>
                    <a:pt x="884" y="396"/>
                    <a:pt x="884" y="883"/>
                  </a:cubicBezTo>
                  <a:lnTo>
                    <a:pt x="884" y="2433"/>
                  </a:lnTo>
                  <a:lnTo>
                    <a:pt x="2078" y="2433"/>
                  </a:lnTo>
                  <a:lnTo>
                    <a:pt x="2078" y="883"/>
                  </a:lnTo>
                  <a:cubicBezTo>
                    <a:pt x="2078" y="396"/>
                    <a:pt x="1684" y="1"/>
                    <a:pt x="119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5"/>
            <p:cNvSpPr/>
            <p:nvPr/>
          </p:nvSpPr>
          <p:spPr>
            <a:xfrm>
              <a:off x="2459700" y="3087838"/>
              <a:ext cx="25225" cy="25250"/>
            </a:xfrm>
            <a:custGeom>
              <a:avLst/>
              <a:gdLst/>
              <a:ahLst/>
              <a:cxnLst/>
              <a:rect l="l" t="t" r="r" b="b"/>
              <a:pathLst>
                <a:path w="1009" h="1010" extrusionOk="0">
                  <a:moveTo>
                    <a:pt x="504" y="0"/>
                  </a:moveTo>
                  <a:cubicBezTo>
                    <a:pt x="226" y="0"/>
                    <a:pt x="0" y="225"/>
                    <a:pt x="0" y="506"/>
                  </a:cubicBezTo>
                  <a:cubicBezTo>
                    <a:pt x="0" y="784"/>
                    <a:pt x="226" y="1010"/>
                    <a:pt x="504" y="1010"/>
                  </a:cubicBezTo>
                  <a:cubicBezTo>
                    <a:pt x="783" y="1010"/>
                    <a:pt x="1008" y="784"/>
                    <a:pt x="1008" y="506"/>
                  </a:cubicBezTo>
                  <a:cubicBezTo>
                    <a:pt x="1008" y="225"/>
                    <a:pt x="783" y="0"/>
                    <a:pt x="5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5"/>
            <p:cNvSpPr/>
            <p:nvPr/>
          </p:nvSpPr>
          <p:spPr>
            <a:xfrm>
              <a:off x="2505350" y="3087838"/>
              <a:ext cx="25250" cy="25250"/>
            </a:xfrm>
            <a:custGeom>
              <a:avLst/>
              <a:gdLst/>
              <a:ahLst/>
              <a:cxnLst/>
              <a:rect l="l" t="t" r="r" b="b"/>
              <a:pathLst>
                <a:path w="1010" h="1010" extrusionOk="0">
                  <a:moveTo>
                    <a:pt x="505" y="0"/>
                  </a:moveTo>
                  <a:cubicBezTo>
                    <a:pt x="225" y="0"/>
                    <a:pt x="0" y="225"/>
                    <a:pt x="0" y="506"/>
                  </a:cubicBezTo>
                  <a:cubicBezTo>
                    <a:pt x="0" y="784"/>
                    <a:pt x="225" y="1010"/>
                    <a:pt x="505" y="1010"/>
                  </a:cubicBezTo>
                  <a:cubicBezTo>
                    <a:pt x="784" y="1010"/>
                    <a:pt x="1009" y="784"/>
                    <a:pt x="1009" y="506"/>
                  </a:cubicBezTo>
                  <a:cubicBezTo>
                    <a:pt x="1009" y="225"/>
                    <a:pt x="784" y="0"/>
                    <a:pt x="5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35"/>
            <p:cNvSpPr/>
            <p:nvPr/>
          </p:nvSpPr>
          <p:spPr>
            <a:xfrm>
              <a:off x="2560700" y="3087838"/>
              <a:ext cx="168625" cy="25250"/>
            </a:xfrm>
            <a:custGeom>
              <a:avLst/>
              <a:gdLst/>
              <a:ahLst/>
              <a:cxnLst/>
              <a:rect l="l" t="t" r="r" b="b"/>
              <a:pathLst>
                <a:path w="6745" h="1010" extrusionOk="0">
                  <a:moveTo>
                    <a:pt x="505" y="0"/>
                  </a:moveTo>
                  <a:cubicBezTo>
                    <a:pt x="226" y="0"/>
                    <a:pt x="1" y="227"/>
                    <a:pt x="1" y="506"/>
                  </a:cubicBezTo>
                  <a:cubicBezTo>
                    <a:pt x="1" y="784"/>
                    <a:pt x="226" y="1010"/>
                    <a:pt x="505" y="1010"/>
                  </a:cubicBezTo>
                  <a:lnTo>
                    <a:pt x="6241" y="1010"/>
                  </a:lnTo>
                  <a:cubicBezTo>
                    <a:pt x="6520" y="1010"/>
                    <a:pt x="6745" y="784"/>
                    <a:pt x="6745" y="506"/>
                  </a:cubicBezTo>
                  <a:cubicBezTo>
                    <a:pt x="6745" y="227"/>
                    <a:pt x="6520" y="0"/>
                    <a:pt x="62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35"/>
            <p:cNvSpPr/>
            <p:nvPr/>
          </p:nvSpPr>
          <p:spPr>
            <a:xfrm>
              <a:off x="2544150" y="3231288"/>
              <a:ext cx="139325" cy="137875"/>
            </a:xfrm>
            <a:custGeom>
              <a:avLst/>
              <a:gdLst/>
              <a:ahLst/>
              <a:cxnLst/>
              <a:rect l="l" t="t" r="r" b="b"/>
              <a:pathLst>
                <a:path w="5573" h="5515" extrusionOk="0">
                  <a:moveTo>
                    <a:pt x="1521" y="1"/>
                  </a:moveTo>
                  <a:cubicBezTo>
                    <a:pt x="1329" y="1"/>
                    <a:pt x="1174" y="156"/>
                    <a:pt x="1174" y="347"/>
                  </a:cubicBezTo>
                  <a:lnTo>
                    <a:pt x="1174" y="2685"/>
                  </a:lnTo>
                  <a:lnTo>
                    <a:pt x="468" y="2685"/>
                  </a:lnTo>
                  <a:cubicBezTo>
                    <a:pt x="152" y="2685"/>
                    <a:pt x="1" y="3073"/>
                    <a:pt x="233" y="3287"/>
                  </a:cubicBezTo>
                  <a:lnTo>
                    <a:pt x="2553" y="5423"/>
                  </a:lnTo>
                  <a:cubicBezTo>
                    <a:pt x="2619" y="5484"/>
                    <a:pt x="2703" y="5515"/>
                    <a:pt x="2787" y="5515"/>
                  </a:cubicBezTo>
                  <a:cubicBezTo>
                    <a:pt x="2871" y="5515"/>
                    <a:pt x="2956" y="5484"/>
                    <a:pt x="3022" y="5423"/>
                  </a:cubicBezTo>
                  <a:lnTo>
                    <a:pt x="5341" y="3287"/>
                  </a:lnTo>
                  <a:cubicBezTo>
                    <a:pt x="5573" y="3073"/>
                    <a:pt x="5422" y="2685"/>
                    <a:pt x="5105" y="2685"/>
                  </a:cubicBezTo>
                  <a:lnTo>
                    <a:pt x="4400" y="2685"/>
                  </a:lnTo>
                  <a:lnTo>
                    <a:pt x="4400" y="347"/>
                  </a:lnTo>
                  <a:cubicBezTo>
                    <a:pt x="4400" y="155"/>
                    <a:pt x="4244" y="1"/>
                    <a:pt x="40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5"/>
            <p:cNvSpPr/>
            <p:nvPr/>
          </p:nvSpPr>
          <p:spPr>
            <a:xfrm>
              <a:off x="2538450" y="3369138"/>
              <a:ext cx="150750" cy="26175"/>
            </a:xfrm>
            <a:custGeom>
              <a:avLst/>
              <a:gdLst/>
              <a:ahLst/>
              <a:cxnLst/>
              <a:rect l="l" t="t" r="r" b="b"/>
              <a:pathLst>
                <a:path w="6030" h="1047" extrusionOk="0">
                  <a:moveTo>
                    <a:pt x="524" y="0"/>
                  </a:moveTo>
                  <a:cubicBezTo>
                    <a:pt x="236" y="0"/>
                    <a:pt x="1" y="234"/>
                    <a:pt x="1" y="524"/>
                  </a:cubicBezTo>
                  <a:cubicBezTo>
                    <a:pt x="1" y="812"/>
                    <a:pt x="236" y="1046"/>
                    <a:pt x="524" y="1046"/>
                  </a:cubicBezTo>
                  <a:lnTo>
                    <a:pt x="5507" y="1046"/>
                  </a:lnTo>
                  <a:cubicBezTo>
                    <a:pt x="5795" y="1046"/>
                    <a:pt x="6029" y="812"/>
                    <a:pt x="6029" y="524"/>
                  </a:cubicBezTo>
                  <a:cubicBezTo>
                    <a:pt x="6029" y="235"/>
                    <a:pt x="5795" y="0"/>
                    <a:pt x="55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5"/>
            <p:cNvSpPr/>
            <p:nvPr/>
          </p:nvSpPr>
          <p:spPr>
            <a:xfrm>
              <a:off x="2539350" y="3167488"/>
              <a:ext cx="148975" cy="87250"/>
            </a:xfrm>
            <a:custGeom>
              <a:avLst/>
              <a:gdLst/>
              <a:ahLst/>
              <a:cxnLst/>
              <a:rect l="l" t="t" r="r" b="b"/>
              <a:pathLst>
                <a:path w="5959" h="3490" extrusionOk="0">
                  <a:moveTo>
                    <a:pt x="2979" y="1"/>
                  </a:moveTo>
                  <a:cubicBezTo>
                    <a:pt x="1773" y="1"/>
                    <a:pt x="711" y="611"/>
                    <a:pt x="84" y="1541"/>
                  </a:cubicBezTo>
                  <a:cubicBezTo>
                    <a:pt x="1" y="1664"/>
                    <a:pt x="1" y="1826"/>
                    <a:pt x="84" y="1949"/>
                  </a:cubicBezTo>
                  <a:cubicBezTo>
                    <a:pt x="711" y="2879"/>
                    <a:pt x="1773" y="3490"/>
                    <a:pt x="2979" y="3490"/>
                  </a:cubicBezTo>
                  <a:cubicBezTo>
                    <a:pt x="3285" y="3490"/>
                    <a:pt x="3582" y="3450"/>
                    <a:pt x="3865" y="3376"/>
                  </a:cubicBezTo>
                  <a:cubicBezTo>
                    <a:pt x="3918" y="3362"/>
                    <a:pt x="3971" y="3347"/>
                    <a:pt x="4023" y="3330"/>
                  </a:cubicBezTo>
                  <a:cubicBezTo>
                    <a:pt x="4786" y="3092"/>
                    <a:pt x="5436" y="2598"/>
                    <a:pt x="5874" y="1949"/>
                  </a:cubicBezTo>
                  <a:cubicBezTo>
                    <a:pt x="5958" y="1826"/>
                    <a:pt x="5958" y="1664"/>
                    <a:pt x="5874" y="1541"/>
                  </a:cubicBezTo>
                  <a:cubicBezTo>
                    <a:pt x="5428" y="878"/>
                    <a:pt x="4761" y="379"/>
                    <a:pt x="3978" y="145"/>
                  </a:cubicBezTo>
                  <a:cubicBezTo>
                    <a:pt x="3942" y="134"/>
                    <a:pt x="3903" y="124"/>
                    <a:pt x="3865" y="114"/>
                  </a:cubicBezTo>
                  <a:cubicBezTo>
                    <a:pt x="3582" y="40"/>
                    <a:pt x="3285" y="1"/>
                    <a:pt x="29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5"/>
            <p:cNvSpPr/>
            <p:nvPr/>
          </p:nvSpPr>
          <p:spPr>
            <a:xfrm>
              <a:off x="2638800" y="3171088"/>
              <a:ext cx="49525" cy="79650"/>
            </a:xfrm>
            <a:custGeom>
              <a:avLst/>
              <a:gdLst/>
              <a:ahLst/>
              <a:cxnLst/>
              <a:rect l="l" t="t" r="r" b="b"/>
              <a:pathLst>
                <a:path w="1981" h="3186" extrusionOk="0">
                  <a:moveTo>
                    <a:pt x="0" y="1"/>
                  </a:moveTo>
                  <a:cubicBezTo>
                    <a:pt x="399" y="720"/>
                    <a:pt x="836" y="1964"/>
                    <a:pt x="45" y="3186"/>
                  </a:cubicBezTo>
                  <a:cubicBezTo>
                    <a:pt x="808" y="2948"/>
                    <a:pt x="1458" y="2454"/>
                    <a:pt x="1896" y="1805"/>
                  </a:cubicBezTo>
                  <a:cubicBezTo>
                    <a:pt x="1980" y="1682"/>
                    <a:pt x="1980" y="1520"/>
                    <a:pt x="1896" y="1397"/>
                  </a:cubicBezTo>
                  <a:cubicBezTo>
                    <a:pt x="1450" y="734"/>
                    <a:pt x="783" y="235"/>
                    <a:pt x="0" y="1"/>
                  </a:cubicBezTo>
                  <a:close/>
                </a:path>
              </a:pathLst>
            </a:custGeom>
            <a:solidFill>
              <a:srgbClr val="878787">
                <a:alpha val="132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5"/>
            <p:cNvSpPr/>
            <p:nvPr/>
          </p:nvSpPr>
          <p:spPr>
            <a:xfrm>
              <a:off x="2591475" y="3187063"/>
              <a:ext cx="48075" cy="48100"/>
            </a:xfrm>
            <a:custGeom>
              <a:avLst/>
              <a:gdLst/>
              <a:ahLst/>
              <a:cxnLst/>
              <a:rect l="l" t="t" r="r" b="b"/>
              <a:pathLst>
                <a:path w="1923" h="1924" extrusionOk="0">
                  <a:moveTo>
                    <a:pt x="962" y="0"/>
                  </a:moveTo>
                  <a:cubicBezTo>
                    <a:pt x="430" y="0"/>
                    <a:pt x="1" y="430"/>
                    <a:pt x="1" y="962"/>
                  </a:cubicBezTo>
                  <a:cubicBezTo>
                    <a:pt x="1" y="1493"/>
                    <a:pt x="430" y="1924"/>
                    <a:pt x="962" y="1924"/>
                  </a:cubicBezTo>
                  <a:cubicBezTo>
                    <a:pt x="1493" y="1924"/>
                    <a:pt x="1923" y="1493"/>
                    <a:pt x="1923" y="962"/>
                  </a:cubicBezTo>
                  <a:cubicBezTo>
                    <a:pt x="1923" y="430"/>
                    <a:pt x="1493" y="0"/>
                    <a:pt x="962" y="0"/>
                  </a:cubicBezTo>
                  <a:close/>
                </a:path>
              </a:pathLst>
            </a:custGeom>
            <a:solidFill>
              <a:srgbClr val="596C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2533525" y="3161963"/>
              <a:ext cx="160625" cy="98300"/>
            </a:xfrm>
            <a:custGeom>
              <a:avLst/>
              <a:gdLst/>
              <a:ahLst/>
              <a:cxnLst/>
              <a:rect l="l" t="t" r="r" b="b"/>
              <a:pathLst>
                <a:path w="6425" h="3932" extrusionOk="0">
                  <a:moveTo>
                    <a:pt x="3212" y="441"/>
                  </a:moveTo>
                  <a:cubicBezTo>
                    <a:pt x="3493" y="441"/>
                    <a:pt x="3773" y="476"/>
                    <a:pt x="4042" y="548"/>
                  </a:cubicBezTo>
                  <a:cubicBezTo>
                    <a:pt x="4043" y="548"/>
                    <a:pt x="4046" y="549"/>
                    <a:pt x="4048" y="549"/>
                  </a:cubicBezTo>
                  <a:cubicBezTo>
                    <a:pt x="4151" y="576"/>
                    <a:pt x="4255" y="609"/>
                    <a:pt x="4354" y="647"/>
                  </a:cubicBezTo>
                  <a:cubicBezTo>
                    <a:pt x="4990" y="884"/>
                    <a:pt x="5540" y="1315"/>
                    <a:pt x="5925" y="1885"/>
                  </a:cubicBezTo>
                  <a:cubicBezTo>
                    <a:pt x="5942" y="1909"/>
                    <a:pt x="5949" y="1938"/>
                    <a:pt x="5949" y="1966"/>
                  </a:cubicBezTo>
                  <a:cubicBezTo>
                    <a:pt x="5949" y="1994"/>
                    <a:pt x="5942" y="2022"/>
                    <a:pt x="5925" y="2047"/>
                  </a:cubicBezTo>
                  <a:cubicBezTo>
                    <a:pt x="5554" y="2596"/>
                    <a:pt x="5030" y="3016"/>
                    <a:pt x="4423" y="3258"/>
                  </a:cubicBezTo>
                  <a:cubicBezTo>
                    <a:pt x="4300" y="3307"/>
                    <a:pt x="4172" y="3349"/>
                    <a:pt x="4042" y="3384"/>
                  </a:cubicBezTo>
                  <a:cubicBezTo>
                    <a:pt x="3773" y="3454"/>
                    <a:pt x="3493" y="3491"/>
                    <a:pt x="3212" y="3491"/>
                  </a:cubicBezTo>
                  <a:cubicBezTo>
                    <a:pt x="2124" y="3491"/>
                    <a:pt x="1109" y="2950"/>
                    <a:pt x="500" y="2047"/>
                  </a:cubicBezTo>
                  <a:cubicBezTo>
                    <a:pt x="466" y="1997"/>
                    <a:pt x="466" y="1934"/>
                    <a:pt x="500" y="1885"/>
                  </a:cubicBezTo>
                  <a:cubicBezTo>
                    <a:pt x="1109" y="980"/>
                    <a:pt x="2124" y="441"/>
                    <a:pt x="3212" y="441"/>
                  </a:cubicBezTo>
                  <a:close/>
                  <a:moveTo>
                    <a:pt x="3212" y="0"/>
                  </a:moveTo>
                  <a:cubicBezTo>
                    <a:pt x="1977" y="0"/>
                    <a:pt x="826" y="612"/>
                    <a:pt x="135" y="1638"/>
                  </a:cubicBezTo>
                  <a:cubicBezTo>
                    <a:pt x="0" y="1837"/>
                    <a:pt x="0" y="2095"/>
                    <a:pt x="135" y="2294"/>
                  </a:cubicBezTo>
                  <a:cubicBezTo>
                    <a:pt x="826" y="3319"/>
                    <a:pt x="1977" y="3932"/>
                    <a:pt x="3212" y="3932"/>
                  </a:cubicBezTo>
                  <a:cubicBezTo>
                    <a:pt x="3495" y="3932"/>
                    <a:pt x="3776" y="3900"/>
                    <a:pt x="4049" y="3835"/>
                  </a:cubicBezTo>
                  <a:cubicBezTo>
                    <a:pt x="4084" y="3828"/>
                    <a:pt x="4119" y="3820"/>
                    <a:pt x="4154" y="3810"/>
                  </a:cubicBezTo>
                  <a:cubicBezTo>
                    <a:pt x="4589" y="3697"/>
                    <a:pt x="4997" y="3505"/>
                    <a:pt x="5358" y="3247"/>
                  </a:cubicBezTo>
                  <a:cubicBezTo>
                    <a:pt x="5721" y="2991"/>
                    <a:pt x="6037" y="2669"/>
                    <a:pt x="6291" y="2294"/>
                  </a:cubicBezTo>
                  <a:cubicBezTo>
                    <a:pt x="6425" y="2095"/>
                    <a:pt x="6425" y="1837"/>
                    <a:pt x="6291" y="1638"/>
                  </a:cubicBezTo>
                  <a:cubicBezTo>
                    <a:pt x="5784" y="888"/>
                    <a:pt x="5025" y="349"/>
                    <a:pt x="4154" y="121"/>
                  </a:cubicBezTo>
                  <a:cubicBezTo>
                    <a:pt x="4153" y="121"/>
                    <a:pt x="4151" y="121"/>
                    <a:pt x="4150" y="119"/>
                  </a:cubicBezTo>
                  <a:cubicBezTo>
                    <a:pt x="4116" y="111"/>
                    <a:pt x="4083" y="103"/>
                    <a:pt x="4049" y="96"/>
                  </a:cubicBezTo>
                  <a:cubicBezTo>
                    <a:pt x="3776" y="33"/>
                    <a:pt x="3495" y="0"/>
                    <a:pt x="32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2634750" y="3164338"/>
              <a:ext cx="59400" cy="93550"/>
            </a:xfrm>
            <a:custGeom>
              <a:avLst/>
              <a:gdLst/>
              <a:ahLst/>
              <a:cxnLst/>
              <a:rect l="l" t="t" r="r" b="b"/>
              <a:pathLst>
                <a:path w="2376" h="3742" extrusionOk="0">
                  <a:moveTo>
                    <a:pt x="0" y="1"/>
                  </a:moveTo>
                  <a:lnTo>
                    <a:pt x="0" y="1"/>
                  </a:lnTo>
                  <a:cubicBezTo>
                    <a:pt x="95" y="146"/>
                    <a:pt x="204" y="334"/>
                    <a:pt x="307" y="552"/>
                  </a:cubicBezTo>
                  <a:cubicBezTo>
                    <a:pt x="942" y="789"/>
                    <a:pt x="1491" y="1220"/>
                    <a:pt x="1876" y="1790"/>
                  </a:cubicBezTo>
                  <a:cubicBezTo>
                    <a:pt x="1893" y="1814"/>
                    <a:pt x="1901" y="1843"/>
                    <a:pt x="1901" y="1871"/>
                  </a:cubicBezTo>
                  <a:cubicBezTo>
                    <a:pt x="1901" y="1899"/>
                    <a:pt x="1893" y="1927"/>
                    <a:pt x="1876" y="1952"/>
                  </a:cubicBezTo>
                  <a:cubicBezTo>
                    <a:pt x="1505" y="2501"/>
                    <a:pt x="981" y="2921"/>
                    <a:pt x="375" y="3163"/>
                  </a:cubicBezTo>
                  <a:cubicBezTo>
                    <a:pt x="280" y="3357"/>
                    <a:pt x="157" y="3550"/>
                    <a:pt x="1" y="3742"/>
                  </a:cubicBezTo>
                  <a:cubicBezTo>
                    <a:pt x="35" y="3733"/>
                    <a:pt x="70" y="3725"/>
                    <a:pt x="105" y="3715"/>
                  </a:cubicBezTo>
                  <a:cubicBezTo>
                    <a:pt x="540" y="3602"/>
                    <a:pt x="948" y="3410"/>
                    <a:pt x="1311" y="3154"/>
                  </a:cubicBezTo>
                  <a:cubicBezTo>
                    <a:pt x="1672" y="2896"/>
                    <a:pt x="1988" y="2574"/>
                    <a:pt x="2242" y="2199"/>
                  </a:cubicBezTo>
                  <a:cubicBezTo>
                    <a:pt x="2376" y="2000"/>
                    <a:pt x="2376" y="1742"/>
                    <a:pt x="2242" y="1543"/>
                  </a:cubicBezTo>
                  <a:cubicBezTo>
                    <a:pt x="1735" y="793"/>
                    <a:pt x="976" y="254"/>
                    <a:pt x="105" y="26"/>
                  </a:cubicBezTo>
                  <a:cubicBezTo>
                    <a:pt x="104" y="26"/>
                    <a:pt x="102" y="26"/>
                    <a:pt x="101" y="24"/>
                  </a:cubicBezTo>
                  <a:cubicBezTo>
                    <a:pt x="67" y="16"/>
                    <a:pt x="34" y="8"/>
                    <a:pt x="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35"/>
          <p:cNvGrpSpPr/>
          <p:nvPr/>
        </p:nvGrpSpPr>
        <p:grpSpPr>
          <a:xfrm>
            <a:off x="2484113" y="1266163"/>
            <a:ext cx="290625" cy="365350"/>
            <a:chOff x="2484113" y="1266163"/>
            <a:chExt cx="290625" cy="365350"/>
          </a:xfrm>
        </p:grpSpPr>
        <p:sp>
          <p:nvSpPr>
            <p:cNvPr id="1040" name="Google Shape;1040;p35"/>
            <p:cNvSpPr/>
            <p:nvPr/>
          </p:nvSpPr>
          <p:spPr>
            <a:xfrm>
              <a:off x="2591788" y="1329263"/>
              <a:ext cx="49350" cy="120875"/>
            </a:xfrm>
            <a:custGeom>
              <a:avLst/>
              <a:gdLst/>
              <a:ahLst/>
              <a:cxnLst/>
              <a:rect l="l" t="t" r="r" b="b"/>
              <a:pathLst>
                <a:path w="1974" h="4835" extrusionOk="0">
                  <a:moveTo>
                    <a:pt x="988" y="0"/>
                  </a:moveTo>
                  <a:cubicBezTo>
                    <a:pt x="443" y="0"/>
                    <a:pt x="0" y="460"/>
                    <a:pt x="0" y="1007"/>
                  </a:cubicBezTo>
                  <a:lnTo>
                    <a:pt x="0" y="3655"/>
                  </a:lnTo>
                  <a:cubicBezTo>
                    <a:pt x="0" y="4115"/>
                    <a:pt x="188" y="4533"/>
                    <a:pt x="490" y="4835"/>
                  </a:cubicBezTo>
                  <a:lnTo>
                    <a:pt x="1125" y="4223"/>
                  </a:lnTo>
                  <a:cubicBezTo>
                    <a:pt x="976" y="4079"/>
                    <a:pt x="882" y="3879"/>
                    <a:pt x="882" y="3655"/>
                  </a:cubicBezTo>
                  <a:lnTo>
                    <a:pt x="882" y="1968"/>
                  </a:lnTo>
                  <a:cubicBezTo>
                    <a:pt x="917" y="1972"/>
                    <a:pt x="952" y="1973"/>
                    <a:pt x="987" y="1973"/>
                  </a:cubicBezTo>
                  <a:cubicBezTo>
                    <a:pt x="1532" y="1973"/>
                    <a:pt x="1973" y="1532"/>
                    <a:pt x="1973" y="988"/>
                  </a:cubicBezTo>
                  <a:cubicBezTo>
                    <a:pt x="1973" y="449"/>
                    <a:pt x="1542" y="12"/>
                    <a:pt x="1006" y="1"/>
                  </a:cubicBezTo>
                  <a:cubicBezTo>
                    <a:pt x="1000" y="0"/>
                    <a:pt x="994" y="0"/>
                    <a:pt x="9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2605638" y="1266163"/>
              <a:ext cx="20500" cy="92325"/>
            </a:xfrm>
            <a:custGeom>
              <a:avLst/>
              <a:gdLst/>
              <a:ahLst/>
              <a:cxnLst/>
              <a:rect l="l" t="t" r="r" b="b"/>
              <a:pathLst>
                <a:path w="820" h="3693" extrusionOk="0">
                  <a:moveTo>
                    <a:pt x="125" y="0"/>
                  </a:moveTo>
                  <a:cubicBezTo>
                    <a:pt x="57" y="0"/>
                    <a:pt x="1" y="56"/>
                    <a:pt x="1" y="126"/>
                  </a:cubicBezTo>
                  <a:lnTo>
                    <a:pt x="1" y="3272"/>
                  </a:lnTo>
                  <a:cubicBezTo>
                    <a:pt x="1" y="3492"/>
                    <a:pt x="170" y="3682"/>
                    <a:pt x="390" y="3692"/>
                  </a:cubicBezTo>
                  <a:cubicBezTo>
                    <a:pt x="397" y="3693"/>
                    <a:pt x="403" y="3693"/>
                    <a:pt x="410" y="3693"/>
                  </a:cubicBezTo>
                  <a:cubicBezTo>
                    <a:pt x="636" y="3693"/>
                    <a:pt x="820" y="3509"/>
                    <a:pt x="820" y="3283"/>
                  </a:cubicBezTo>
                  <a:lnTo>
                    <a:pt x="820" y="126"/>
                  </a:lnTo>
                  <a:cubicBezTo>
                    <a:pt x="820" y="56"/>
                    <a:pt x="764" y="0"/>
                    <a:pt x="6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2484113" y="1408238"/>
              <a:ext cx="290625" cy="223275"/>
            </a:xfrm>
            <a:custGeom>
              <a:avLst/>
              <a:gdLst/>
              <a:ahLst/>
              <a:cxnLst/>
              <a:rect l="l" t="t" r="r" b="b"/>
              <a:pathLst>
                <a:path w="11625" h="8931" extrusionOk="0">
                  <a:moveTo>
                    <a:pt x="1366" y="0"/>
                  </a:moveTo>
                  <a:cubicBezTo>
                    <a:pt x="702" y="0"/>
                    <a:pt x="149" y="473"/>
                    <a:pt x="26" y="1102"/>
                  </a:cubicBezTo>
                  <a:cubicBezTo>
                    <a:pt x="9" y="1187"/>
                    <a:pt x="1" y="1275"/>
                    <a:pt x="1" y="1367"/>
                  </a:cubicBezTo>
                  <a:lnTo>
                    <a:pt x="1" y="7565"/>
                  </a:lnTo>
                  <a:cubicBezTo>
                    <a:pt x="1" y="7656"/>
                    <a:pt x="9" y="7744"/>
                    <a:pt x="26" y="7829"/>
                  </a:cubicBezTo>
                  <a:cubicBezTo>
                    <a:pt x="149" y="8458"/>
                    <a:pt x="702" y="8931"/>
                    <a:pt x="1366" y="8931"/>
                  </a:cubicBezTo>
                  <a:lnTo>
                    <a:pt x="10258" y="8931"/>
                  </a:lnTo>
                  <a:cubicBezTo>
                    <a:pt x="10921" y="8931"/>
                    <a:pt x="11474" y="8458"/>
                    <a:pt x="11598" y="7829"/>
                  </a:cubicBezTo>
                  <a:cubicBezTo>
                    <a:pt x="11614" y="7744"/>
                    <a:pt x="11624" y="7656"/>
                    <a:pt x="11624" y="7565"/>
                  </a:cubicBezTo>
                  <a:lnTo>
                    <a:pt x="11624" y="1367"/>
                  </a:lnTo>
                  <a:cubicBezTo>
                    <a:pt x="11624" y="1275"/>
                    <a:pt x="11614" y="1187"/>
                    <a:pt x="11598" y="1102"/>
                  </a:cubicBezTo>
                  <a:cubicBezTo>
                    <a:pt x="11474" y="473"/>
                    <a:pt x="10921" y="0"/>
                    <a:pt x="102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p:nvPr/>
          </p:nvSpPr>
          <p:spPr>
            <a:xfrm>
              <a:off x="2709213" y="1408238"/>
              <a:ext cx="65525" cy="223275"/>
            </a:xfrm>
            <a:custGeom>
              <a:avLst/>
              <a:gdLst/>
              <a:ahLst/>
              <a:cxnLst/>
              <a:rect l="l" t="t" r="r" b="b"/>
              <a:pathLst>
                <a:path w="2621" h="8931" extrusionOk="0">
                  <a:moveTo>
                    <a:pt x="1" y="0"/>
                  </a:moveTo>
                  <a:cubicBezTo>
                    <a:pt x="755" y="0"/>
                    <a:pt x="1367" y="612"/>
                    <a:pt x="1367" y="1367"/>
                  </a:cubicBezTo>
                  <a:lnTo>
                    <a:pt x="1367" y="7566"/>
                  </a:lnTo>
                  <a:cubicBezTo>
                    <a:pt x="1367" y="8319"/>
                    <a:pt x="755" y="8931"/>
                    <a:pt x="1" y="8931"/>
                  </a:cubicBezTo>
                  <a:lnTo>
                    <a:pt x="1254" y="8931"/>
                  </a:lnTo>
                  <a:cubicBezTo>
                    <a:pt x="2008" y="8931"/>
                    <a:pt x="2620" y="8319"/>
                    <a:pt x="2620" y="7566"/>
                  </a:cubicBezTo>
                  <a:lnTo>
                    <a:pt x="2620" y="1367"/>
                  </a:lnTo>
                  <a:cubicBezTo>
                    <a:pt x="2620" y="612"/>
                    <a:pt x="2008" y="0"/>
                    <a:pt x="125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5"/>
            <p:cNvSpPr/>
            <p:nvPr/>
          </p:nvSpPr>
          <p:spPr>
            <a:xfrm>
              <a:off x="2633688" y="1375563"/>
              <a:ext cx="60775" cy="84675"/>
            </a:xfrm>
            <a:custGeom>
              <a:avLst/>
              <a:gdLst/>
              <a:ahLst/>
              <a:cxnLst/>
              <a:rect l="l" t="t" r="r" b="b"/>
              <a:pathLst>
                <a:path w="2431" h="3387" extrusionOk="0">
                  <a:moveTo>
                    <a:pt x="975" y="0"/>
                  </a:moveTo>
                  <a:cubicBezTo>
                    <a:pt x="875" y="0"/>
                    <a:pt x="779" y="76"/>
                    <a:pt x="779" y="194"/>
                  </a:cubicBezTo>
                  <a:lnTo>
                    <a:pt x="779" y="1786"/>
                  </a:lnTo>
                  <a:cubicBezTo>
                    <a:pt x="779" y="2120"/>
                    <a:pt x="576" y="2414"/>
                    <a:pt x="282" y="2533"/>
                  </a:cubicBezTo>
                  <a:cubicBezTo>
                    <a:pt x="122" y="2598"/>
                    <a:pt x="13" y="2746"/>
                    <a:pt x="9" y="2917"/>
                  </a:cubicBezTo>
                  <a:lnTo>
                    <a:pt x="7" y="2940"/>
                  </a:lnTo>
                  <a:cubicBezTo>
                    <a:pt x="0" y="3195"/>
                    <a:pt x="208" y="3386"/>
                    <a:pt x="444" y="3386"/>
                  </a:cubicBezTo>
                  <a:cubicBezTo>
                    <a:pt x="497" y="3386"/>
                    <a:pt x="552" y="3377"/>
                    <a:pt x="607" y="3355"/>
                  </a:cubicBezTo>
                  <a:cubicBezTo>
                    <a:pt x="1224" y="3110"/>
                    <a:pt x="1661" y="2507"/>
                    <a:pt x="1661" y="1803"/>
                  </a:cubicBezTo>
                  <a:lnTo>
                    <a:pt x="2177" y="1803"/>
                  </a:lnTo>
                  <a:cubicBezTo>
                    <a:pt x="2341" y="1803"/>
                    <a:pt x="2431" y="1609"/>
                    <a:pt x="2324" y="1485"/>
                  </a:cubicBezTo>
                  <a:lnTo>
                    <a:pt x="1120" y="68"/>
                  </a:lnTo>
                  <a:cubicBezTo>
                    <a:pt x="1080" y="21"/>
                    <a:pt x="1027" y="0"/>
                    <a:pt x="97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5"/>
            <p:cNvSpPr/>
            <p:nvPr/>
          </p:nvSpPr>
          <p:spPr>
            <a:xfrm>
              <a:off x="2484113" y="1435763"/>
              <a:ext cx="290625" cy="168225"/>
            </a:xfrm>
            <a:custGeom>
              <a:avLst/>
              <a:gdLst/>
              <a:ahLst/>
              <a:cxnLst/>
              <a:rect l="l" t="t" r="r" b="b"/>
              <a:pathLst>
                <a:path w="11625" h="6729" extrusionOk="0">
                  <a:moveTo>
                    <a:pt x="26" y="1"/>
                  </a:moveTo>
                  <a:cubicBezTo>
                    <a:pt x="9" y="86"/>
                    <a:pt x="1" y="174"/>
                    <a:pt x="1" y="266"/>
                  </a:cubicBezTo>
                  <a:lnTo>
                    <a:pt x="1" y="551"/>
                  </a:lnTo>
                  <a:lnTo>
                    <a:pt x="3428" y="3365"/>
                  </a:lnTo>
                  <a:lnTo>
                    <a:pt x="1" y="6179"/>
                  </a:lnTo>
                  <a:lnTo>
                    <a:pt x="1" y="6464"/>
                  </a:lnTo>
                  <a:cubicBezTo>
                    <a:pt x="1" y="6555"/>
                    <a:pt x="9" y="6643"/>
                    <a:pt x="26" y="6728"/>
                  </a:cubicBezTo>
                  <a:lnTo>
                    <a:pt x="3775" y="3649"/>
                  </a:lnTo>
                  <a:lnTo>
                    <a:pt x="4622" y="4345"/>
                  </a:lnTo>
                  <a:cubicBezTo>
                    <a:pt x="4968" y="4628"/>
                    <a:pt x="5390" y="4769"/>
                    <a:pt x="5812" y="4769"/>
                  </a:cubicBezTo>
                  <a:cubicBezTo>
                    <a:pt x="6234" y="4769"/>
                    <a:pt x="6657" y="4628"/>
                    <a:pt x="7001" y="4345"/>
                  </a:cubicBezTo>
                  <a:lnTo>
                    <a:pt x="7848" y="3649"/>
                  </a:lnTo>
                  <a:lnTo>
                    <a:pt x="11598" y="6728"/>
                  </a:lnTo>
                  <a:cubicBezTo>
                    <a:pt x="11614" y="6643"/>
                    <a:pt x="11624" y="6555"/>
                    <a:pt x="11624" y="6464"/>
                  </a:cubicBezTo>
                  <a:lnTo>
                    <a:pt x="11624" y="6179"/>
                  </a:lnTo>
                  <a:lnTo>
                    <a:pt x="8195" y="3365"/>
                  </a:lnTo>
                  <a:lnTo>
                    <a:pt x="11624" y="551"/>
                  </a:lnTo>
                  <a:lnTo>
                    <a:pt x="11624" y="266"/>
                  </a:lnTo>
                  <a:cubicBezTo>
                    <a:pt x="11624" y="174"/>
                    <a:pt x="11614" y="86"/>
                    <a:pt x="11598" y="1"/>
                  </a:cubicBezTo>
                  <a:lnTo>
                    <a:pt x="6721" y="4004"/>
                  </a:lnTo>
                  <a:cubicBezTo>
                    <a:pt x="6458" y="4220"/>
                    <a:pt x="6135" y="4328"/>
                    <a:pt x="5812" y="4328"/>
                  </a:cubicBezTo>
                  <a:cubicBezTo>
                    <a:pt x="5489" y="4328"/>
                    <a:pt x="5166" y="4220"/>
                    <a:pt x="4902" y="4004"/>
                  </a:cubicBezTo>
                  <a:lnTo>
                    <a:pt x="2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6" name="Google Shape;1046;p35"/>
          <p:cNvGrpSpPr/>
          <p:nvPr/>
        </p:nvGrpSpPr>
        <p:grpSpPr>
          <a:xfrm>
            <a:off x="6322988" y="3089750"/>
            <a:ext cx="358475" cy="365375"/>
            <a:chOff x="6322988" y="3089750"/>
            <a:chExt cx="358475" cy="365375"/>
          </a:xfrm>
        </p:grpSpPr>
        <p:sp>
          <p:nvSpPr>
            <p:cNvPr id="1047" name="Google Shape;1047;p35"/>
            <p:cNvSpPr/>
            <p:nvPr/>
          </p:nvSpPr>
          <p:spPr>
            <a:xfrm>
              <a:off x="6322988" y="3089750"/>
              <a:ext cx="188950" cy="110850"/>
            </a:xfrm>
            <a:custGeom>
              <a:avLst/>
              <a:gdLst/>
              <a:ahLst/>
              <a:cxnLst/>
              <a:rect l="l" t="t" r="r" b="b"/>
              <a:pathLst>
                <a:path w="7558" h="4434" extrusionOk="0">
                  <a:moveTo>
                    <a:pt x="404" y="1"/>
                  </a:moveTo>
                  <a:cubicBezTo>
                    <a:pt x="181" y="1"/>
                    <a:pt x="0" y="181"/>
                    <a:pt x="0" y="404"/>
                  </a:cubicBezTo>
                  <a:lnTo>
                    <a:pt x="0" y="4030"/>
                  </a:lnTo>
                  <a:cubicBezTo>
                    <a:pt x="0" y="4252"/>
                    <a:pt x="181" y="4433"/>
                    <a:pt x="404" y="4433"/>
                  </a:cubicBezTo>
                  <a:lnTo>
                    <a:pt x="7155" y="4433"/>
                  </a:lnTo>
                  <a:cubicBezTo>
                    <a:pt x="7377" y="4433"/>
                    <a:pt x="7558" y="4252"/>
                    <a:pt x="7558" y="4030"/>
                  </a:cubicBezTo>
                  <a:lnTo>
                    <a:pt x="7558" y="404"/>
                  </a:lnTo>
                  <a:cubicBezTo>
                    <a:pt x="7558" y="181"/>
                    <a:pt x="7377" y="1"/>
                    <a:pt x="71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5"/>
            <p:cNvSpPr/>
            <p:nvPr/>
          </p:nvSpPr>
          <p:spPr>
            <a:xfrm>
              <a:off x="6498913" y="3245850"/>
              <a:ext cx="139450" cy="145100"/>
            </a:xfrm>
            <a:custGeom>
              <a:avLst/>
              <a:gdLst/>
              <a:ahLst/>
              <a:cxnLst/>
              <a:rect l="l" t="t" r="r" b="b"/>
              <a:pathLst>
                <a:path w="5578" h="5804" extrusionOk="0">
                  <a:moveTo>
                    <a:pt x="507" y="1"/>
                  </a:moveTo>
                  <a:cubicBezTo>
                    <a:pt x="227" y="1"/>
                    <a:pt x="0" y="228"/>
                    <a:pt x="0" y="508"/>
                  </a:cubicBezTo>
                  <a:lnTo>
                    <a:pt x="0" y="5297"/>
                  </a:lnTo>
                  <a:cubicBezTo>
                    <a:pt x="0" y="5577"/>
                    <a:pt x="227" y="5804"/>
                    <a:pt x="507" y="5804"/>
                  </a:cubicBezTo>
                  <a:lnTo>
                    <a:pt x="5071" y="5804"/>
                  </a:lnTo>
                  <a:cubicBezTo>
                    <a:pt x="5351" y="5804"/>
                    <a:pt x="5578" y="5577"/>
                    <a:pt x="5578" y="5297"/>
                  </a:cubicBezTo>
                  <a:lnTo>
                    <a:pt x="5578" y="508"/>
                  </a:lnTo>
                  <a:cubicBezTo>
                    <a:pt x="5578" y="228"/>
                    <a:pt x="5351" y="1"/>
                    <a:pt x="5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5"/>
            <p:cNvSpPr/>
            <p:nvPr/>
          </p:nvSpPr>
          <p:spPr>
            <a:xfrm>
              <a:off x="6522363" y="3270625"/>
              <a:ext cx="139450" cy="91325"/>
            </a:xfrm>
            <a:custGeom>
              <a:avLst/>
              <a:gdLst/>
              <a:ahLst/>
              <a:cxnLst/>
              <a:rect l="l" t="t" r="r" b="b"/>
              <a:pathLst>
                <a:path w="5578" h="3653" extrusionOk="0">
                  <a:moveTo>
                    <a:pt x="507" y="1"/>
                  </a:moveTo>
                  <a:cubicBezTo>
                    <a:pt x="227" y="1"/>
                    <a:pt x="0" y="228"/>
                    <a:pt x="0" y="506"/>
                  </a:cubicBezTo>
                  <a:lnTo>
                    <a:pt x="0" y="3145"/>
                  </a:lnTo>
                  <a:cubicBezTo>
                    <a:pt x="0" y="3425"/>
                    <a:pt x="227" y="3652"/>
                    <a:pt x="507" y="3652"/>
                  </a:cubicBezTo>
                  <a:lnTo>
                    <a:pt x="5072" y="3652"/>
                  </a:lnTo>
                  <a:cubicBezTo>
                    <a:pt x="5351" y="3652"/>
                    <a:pt x="5578" y="3425"/>
                    <a:pt x="5578" y="3145"/>
                  </a:cubicBezTo>
                  <a:lnTo>
                    <a:pt x="5578" y="506"/>
                  </a:lnTo>
                  <a:cubicBezTo>
                    <a:pt x="5578" y="228"/>
                    <a:pt x="5351" y="1"/>
                    <a:pt x="5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5"/>
            <p:cNvSpPr/>
            <p:nvPr/>
          </p:nvSpPr>
          <p:spPr>
            <a:xfrm>
              <a:off x="6484838" y="3299350"/>
              <a:ext cx="196625" cy="155775"/>
            </a:xfrm>
            <a:custGeom>
              <a:avLst/>
              <a:gdLst/>
              <a:ahLst/>
              <a:cxnLst/>
              <a:rect l="l" t="t" r="r" b="b"/>
              <a:pathLst>
                <a:path w="7865" h="6231" extrusionOk="0">
                  <a:moveTo>
                    <a:pt x="5551" y="0"/>
                  </a:moveTo>
                  <a:cubicBezTo>
                    <a:pt x="5154" y="0"/>
                    <a:pt x="4794" y="234"/>
                    <a:pt x="4633" y="596"/>
                  </a:cubicBezTo>
                  <a:lnTo>
                    <a:pt x="4532" y="823"/>
                  </a:lnTo>
                  <a:cubicBezTo>
                    <a:pt x="4370" y="1186"/>
                    <a:pt x="4010" y="1420"/>
                    <a:pt x="3612" y="1420"/>
                  </a:cubicBezTo>
                  <a:lnTo>
                    <a:pt x="1007" y="1420"/>
                  </a:lnTo>
                  <a:cubicBezTo>
                    <a:pt x="451" y="1420"/>
                    <a:pt x="0" y="1870"/>
                    <a:pt x="0" y="2426"/>
                  </a:cubicBezTo>
                  <a:lnTo>
                    <a:pt x="0" y="5224"/>
                  </a:lnTo>
                  <a:cubicBezTo>
                    <a:pt x="0" y="5779"/>
                    <a:pt x="451" y="6230"/>
                    <a:pt x="1007" y="6230"/>
                  </a:cubicBezTo>
                  <a:lnTo>
                    <a:pt x="6858" y="6230"/>
                  </a:lnTo>
                  <a:cubicBezTo>
                    <a:pt x="7413" y="6230"/>
                    <a:pt x="7864" y="5779"/>
                    <a:pt x="7864" y="5224"/>
                  </a:cubicBezTo>
                  <a:lnTo>
                    <a:pt x="7864" y="1007"/>
                  </a:lnTo>
                  <a:cubicBezTo>
                    <a:pt x="7864" y="451"/>
                    <a:pt x="7413" y="0"/>
                    <a:pt x="68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5"/>
            <p:cNvSpPr/>
            <p:nvPr/>
          </p:nvSpPr>
          <p:spPr>
            <a:xfrm>
              <a:off x="6634613" y="3299350"/>
              <a:ext cx="46850" cy="155775"/>
            </a:xfrm>
            <a:custGeom>
              <a:avLst/>
              <a:gdLst/>
              <a:ahLst/>
              <a:cxnLst/>
              <a:rect l="l" t="t" r="r" b="b"/>
              <a:pathLst>
                <a:path w="1874" h="6231" extrusionOk="0">
                  <a:moveTo>
                    <a:pt x="0" y="0"/>
                  </a:moveTo>
                  <a:cubicBezTo>
                    <a:pt x="556" y="0"/>
                    <a:pt x="1007" y="451"/>
                    <a:pt x="1007" y="1007"/>
                  </a:cubicBezTo>
                  <a:lnTo>
                    <a:pt x="1007" y="5224"/>
                  </a:lnTo>
                  <a:cubicBezTo>
                    <a:pt x="1007" y="5779"/>
                    <a:pt x="556" y="6230"/>
                    <a:pt x="0" y="6230"/>
                  </a:cubicBezTo>
                  <a:lnTo>
                    <a:pt x="867" y="6230"/>
                  </a:lnTo>
                  <a:cubicBezTo>
                    <a:pt x="1422" y="6230"/>
                    <a:pt x="1873" y="5779"/>
                    <a:pt x="1873" y="5224"/>
                  </a:cubicBezTo>
                  <a:lnTo>
                    <a:pt x="1873" y="1007"/>
                  </a:lnTo>
                  <a:cubicBezTo>
                    <a:pt x="1873" y="451"/>
                    <a:pt x="1422" y="0"/>
                    <a:pt x="8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35"/>
            <p:cNvSpPr/>
            <p:nvPr/>
          </p:nvSpPr>
          <p:spPr>
            <a:xfrm>
              <a:off x="6516863" y="3362700"/>
              <a:ext cx="80775" cy="11050"/>
            </a:xfrm>
            <a:custGeom>
              <a:avLst/>
              <a:gdLst/>
              <a:ahLst/>
              <a:cxnLst/>
              <a:rect l="l" t="t" r="r" b="b"/>
              <a:pathLst>
                <a:path w="3231" h="442" extrusionOk="0">
                  <a:moveTo>
                    <a:pt x="220" y="0"/>
                  </a:moveTo>
                  <a:cubicBezTo>
                    <a:pt x="98" y="0"/>
                    <a:pt x="0" y="98"/>
                    <a:pt x="0" y="220"/>
                  </a:cubicBezTo>
                  <a:cubicBezTo>
                    <a:pt x="0" y="342"/>
                    <a:pt x="98" y="441"/>
                    <a:pt x="220" y="441"/>
                  </a:cubicBezTo>
                  <a:lnTo>
                    <a:pt x="3009" y="441"/>
                  </a:lnTo>
                  <a:cubicBezTo>
                    <a:pt x="3131" y="441"/>
                    <a:pt x="3230" y="342"/>
                    <a:pt x="3230" y="220"/>
                  </a:cubicBezTo>
                  <a:cubicBezTo>
                    <a:pt x="3230" y="98"/>
                    <a:pt x="3131" y="0"/>
                    <a:pt x="300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35"/>
            <p:cNvSpPr/>
            <p:nvPr/>
          </p:nvSpPr>
          <p:spPr>
            <a:xfrm>
              <a:off x="6516863" y="3385550"/>
              <a:ext cx="57275" cy="11050"/>
            </a:xfrm>
            <a:custGeom>
              <a:avLst/>
              <a:gdLst/>
              <a:ahLst/>
              <a:cxnLst/>
              <a:rect l="l" t="t" r="r" b="b"/>
              <a:pathLst>
                <a:path w="2291" h="442" extrusionOk="0">
                  <a:moveTo>
                    <a:pt x="220" y="0"/>
                  </a:moveTo>
                  <a:cubicBezTo>
                    <a:pt x="98" y="0"/>
                    <a:pt x="0" y="100"/>
                    <a:pt x="0" y="222"/>
                  </a:cubicBezTo>
                  <a:cubicBezTo>
                    <a:pt x="0" y="343"/>
                    <a:pt x="98" y="441"/>
                    <a:pt x="220" y="441"/>
                  </a:cubicBezTo>
                  <a:lnTo>
                    <a:pt x="2071" y="441"/>
                  </a:lnTo>
                  <a:cubicBezTo>
                    <a:pt x="2193" y="441"/>
                    <a:pt x="2291" y="343"/>
                    <a:pt x="2291" y="222"/>
                  </a:cubicBezTo>
                  <a:cubicBezTo>
                    <a:pt x="2291" y="100"/>
                    <a:pt x="2193" y="0"/>
                    <a:pt x="20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35"/>
            <p:cNvSpPr/>
            <p:nvPr/>
          </p:nvSpPr>
          <p:spPr>
            <a:xfrm>
              <a:off x="6376563" y="3267100"/>
              <a:ext cx="73600" cy="83325"/>
            </a:xfrm>
            <a:custGeom>
              <a:avLst/>
              <a:gdLst/>
              <a:ahLst/>
              <a:cxnLst/>
              <a:rect l="l" t="t" r="r" b="b"/>
              <a:pathLst>
                <a:path w="2944" h="3333" extrusionOk="0">
                  <a:moveTo>
                    <a:pt x="506" y="1"/>
                  </a:moveTo>
                  <a:cubicBezTo>
                    <a:pt x="226" y="1"/>
                    <a:pt x="1" y="227"/>
                    <a:pt x="1" y="506"/>
                  </a:cubicBezTo>
                  <a:cubicBezTo>
                    <a:pt x="1" y="1307"/>
                    <a:pt x="309" y="2078"/>
                    <a:pt x="856" y="2658"/>
                  </a:cubicBezTo>
                  <a:lnTo>
                    <a:pt x="767" y="2855"/>
                  </a:lnTo>
                  <a:cubicBezTo>
                    <a:pt x="664" y="3081"/>
                    <a:pt x="832" y="3333"/>
                    <a:pt x="1073" y="3333"/>
                  </a:cubicBezTo>
                  <a:cubicBezTo>
                    <a:pt x="1084" y="3333"/>
                    <a:pt x="1095" y="3332"/>
                    <a:pt x="1107" y="3331"/>
                  </a:cubicBezTo>
                  <a:lnTo>
                    <a:pt x="2550" y="3191"/>
                  </a:lnTo>
                  <a:cubicBezTo>
                    <a:pt x="2809" y="3165"/>
                    <a:pt x="2944" y="2869"/>
                    <a:pt x="2793" y="2658"/>
                  </a:cubicBezTo>
                  <a:lnTo>
                    <a:pt x="1950" y="1478"/>
                  </a:lnTo>
                  <a:cubicBezTo>
                    <a:pt x="1881" y="1382"/>
                    <a:pt x="1778" y="1336"/>
                    <a:pt x="1675" y="1336"/>
                  </a:cubicBezTo>
                  <a:cubicBezTo>
                    <a:pt x="1550" y="1336"/>
                    <a:pt x="1425" y="1404"/>
                    <a:pt x="1366" y="1535"/>
                  </a:cubicBezTo>
                  <a:lnTo>
                    <a:pt x="1328" y="1619"/>
                  </a:lnTo>
                  <a:cubicBezTo>
                    <a:pt x="1124" y="1287"/>
                    <a:pt x="1012" y="902"/>
                    <a:pt x="1012" y="506"/>
                  </a:cubicBezTo>
                  <a:cubicBezTo>
                    <a:pt x="1012" y="227"/>
                    <a:pt x="785" y="1"/>
                    <a:pt x="50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5"/>
            <p:cNvSpPr/>
            <p:nvPr/>
          </p:nvSpPr>
          <p:spPr>
            <a:xfrm>
              <a:off x="6571713" y="3124175"/>
              <a:ext cx="73600" cy="83350"/>
            </a:xfrm>
            <a:custGeom>
              <a:avLst/>
              <a:gdLst/>
              <a:ahLst/>
              <a:cxnLst/>
              <a:rect l="l" t="t" r="r" b="b"/>
              <a:pathLst>
                <a:path w="2944" h="3334" extrusionOk="0">
                  <a:moveTo>
                    <a:pt x="1871" y="1"/>
                  </a:moveTo>
                  <a:cubicBezTo>
                    <a:pt x="1860" y="1"/>
                    <a:pt x="1849" y="1"/>
                    <a:pt x="1837" y="3"/>
                  </a:cubicBezTo>
                  <a:lnTo>
                    <a:pt x="394" y="144"/>
                  </a:lnTo>
                  <a:cubicBezTo>
                    <a:pt x="135" y="169"/>
                    <a:pt x="0" y="465"/>
                    <a:pt x="151" y="676"/>
                  </a:cubicBezTo>
                  <a:lnTo>
                    <a:pt x="994" y="1856"/>
                  </a:lnTo>
                  <a:cubicBezTo>
                    <a:pt x="1062" y="1952"/>
                    <a:pt x="1166" y="1998"/>
                    <a:pt x="1269" y="1998"/>
                  </a:cubicBezTo>
                  <a:cubicBezTo>
                    <a:pt x="1394" y="1998"/>
                    <a:pt x="1519" y="1929"/>
                    <a:pt x="1578" y="1799"/>
                  </a:cubicBezTo>
                  <a:lnTo>
                    <a:pt x="1616" y="1715"/>
                  </a:lnTo>
                  <a:cubicBezTo>
                    <a:pt x="1820" y="2047"/>
                    <a:pt x="1932" y="2432"/>
                    <a:pt x="1932" y="2828"/>
                  </a:cubicBezTo>
                  <a:cubicBezTo>
                    <a:pt x="1932" y="3106"/>
                    <a:pt x="2159" y="3333"/>
                    <a:pt x="2438" y="3333"/>
                  </a:cubicBezTo>
                  <a:cubicBezTo>
                    <a:pt x="2718" y="3333"/>
                    <a:pt x="2943" y="3106"/>
                    <a:pt x="2943" y="2828"/>
                  </a:cubicBezTo>
                  <a:cubicBezTo>
                    <a:pt x="2943" y="2027"/>
                    <a:pt x="2635" y="1256"/>
                    <a:pt x="2088" y="676"/>
                  </a:cubicBezTo>
                  <a:lnTo>
                    <a:pt x="2177" y="479"/>
                  </a:lnTo>
                  <a:cubicBezTo>
                    <a:pt x="2280" y="253"/>
                    <a:pt x="2112" y="1"/>
                    <a:pt x="187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5"/>
            <p:cNvSpPr/>
            <p:nvPr/>
          </p:nvSpPr>
          <p:spPr>
            <a:xfrm>
              <a:off x="6349088" y="3115850"/>
              <a:ext cx="188975" cy="110850"/>
            </a:xfrm>
            <a:custGeom>
              <a:avLst/>
              <a:gdLst/>
              <a:ahLst/>
              <a:cxnLst/>
              <a:rect l="l" t="t" r="r" b="b"/>
              <a:pathLst>
                <a:path w="7559" h="4434" extrusionOk="0">
                  <a:moveTo>
                    <a:pt x="404" y="1"/>
                  </a:moveTo>
                  <a:cubicBezTo>
                    <a:pt x="181" y="1"/>
                    <a:pt x="1" y="182"/>
                    <a:pt x="1" y="406"/>
                  </a:cubicBezTo>
                  <a:lnTo>
                    <a:pt x="1" y="4030"/>
                  </a:lnTo>
                  <a:cubicBezTo>
                    <a:pt x="1" y="4253"/>
                    <a:pt x="181" y="4434"/>
                    <a:pt x="404" y="4434"/>
                  </a:cubicBezTo>
                  <a:lnTo>
                    <a:pt x="7155" y="4434"/>
                  </a:lnTo>
                  <a:cubicBezTo>
                    <a:pt x="7378" y="4434"/>
                    <a:pt x="7558" y="4253"/>
                    <a:pt x="7558" y="4030"/>
                  </a:cubicBezTo>
                  <a:lnTo>
                    <a:pt x="7558" y="406"/>
                  </a:lnTo>
                  <a:cubicBezTo>
                    <a:pt x="7558" y="182"/>
                    <a:pt x="7378" y="1"/>
                    <a:pt x="7155"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5"/>
            <p:cNvSpPr/>
            <p:nvPr/>
          </p:nvSpPr>
          <p:spPr>
            <a:xfrm>
              <a:off x="6509263" y="3115850"/>
              <a:ext cx="28800" cy="110850"/>
            </a:xfrm>
            <a:custGeom>
              <a:avLst/>
              <a:gdLst/>
              <a:ahLst/>
              <a:cxnLst/>
              <a:rect l="l" t="t" r="r" b="b"/>
              <a:pathLst>
                <a:path w="1152" h="4434" extrusionOk="0">
                  <a:moveTo>
                    <a:pt x="0" y="1"/>
                  </a:moveTo>
                  <a:cubicBezTo>
                    <a:pt x="224" y="1"/>
                    <a:pt x="405" y="182"/>
                    <a:pt x="405" y="406"/>
                  </a:cubicBezTo>
                  <a:lnTo>
                    <a:pt x="405" y="4030"/>
                  </a:lnTo>
                  <a:cubicBezTo>
                    <a:pt x="405" y="4253"/>
                    <a:pt x="224" y="4434"/>
                    <a:pt x="0" y="4434"/>
                  </a:cubicBezTo>
                  <a:lnTo>
                    <a:pt x="748" y="4434"/>
                  </a:lnTo>
                  <a:cubicBezTo>
                    <a:pt x="971" y="4434"/>
                    <a:pt x="1151" y="4253"/>
                    <a:pt x="1151" y="4030"/>
                  </a:cubicBezTo>
                  <a:lnTo>
                    <a:pt x="1151" y="406"/>
                  </a:lnTo>
                  <a:cubicBezTo>
                    <a:pt x="1151" y="182"/>
                    <a:pt x="971" y="1"/>
                    <a:pt x="7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5"/>
            <p:cNvSpPr/>
            <p:nvPr/>
          </p:nvSpPr>
          <p:spPr>
            <a:xfrm>
              <a:off x="6420188" y="3125175"/>
              <a:ext cx="47450" cy="92250"/>
            </a:xfrm>
            <a:custGeom>
              <a:avLst/>
              <a:gdLst/>
              <a:ahLst/>
              <a:cxnLst/>
              <a:rect l="l" t="t" r="r" b="b"/>
              <a:pathLst>
                <a:path w="1898" h="3690" extrusionOk="0">
                  <a:moveTo>
                    <a:pt x="920" y="0"/>
                  </a:moveTo>
                  <a:cubicBezTo>
                    <a:pt x="798" y="0"/>
                    <a:pt x="699" y="98"/>
                    <a:pt x="699" y="220"/>
                  </a:cubicBezTo>
                  <a:lnTo>
                    <a:pt x="699" y="374"/>
                  </a:lnTo>
                  <a:cubicBezTo>
                    <a:pt x="682" y="378"/>
                    <a:pt x="665" y="383"/>
                    <a:pt x="647" y="388"/>
                  </a:cubicBezTo>
                  <a:cubicBezTo>
                    <a:pt x="377" y="469"/>
                    <a:pt x="174" y="700"/>
                    <a:pt x="119" y="992"/>
                  </a:cubicBezTo>
                  <a:cubicBezTo>
                    <a:pt x="69" y="1258"/>
                    <a:pt x="156" y="1517"/>
                    <a:pt x="345" y="1665"/>
                  </a:cubicBezTo>
                  <a:cubicBezTo>
                    <a:pt x="507" y="1791"/>
                    <a:pt x="733" y="1900"/>
                    <a:pt x="1123" y="2037"/>
                  </a:cubicBezTo>
                  <a:cubicBezTo>
                    <a:pt x="1424" y="2144"/>
                    <a:pt x="1406" y="2400"/>
                    <a:pt x="1393" y="2476"/>
                  </a:cubicBezTo>
                  <a:cubicBezTo>
                    <a:pt x="1361" y="2669"/>
                    <a:pt x="1199" y="2877"/>
                    <a:pt x="919" y="2879"/>
                  </a:cubicBezTo>
                  <a:cubicBezTo>
                    <a:pt x="902" y="2879"/>
                    <a:pt x="886" y="2879"/>
                    <a:pt x="870" y="2879"/>
                  </a:cubicBezTo>
                  <a:cubicBezTo>
                    <a:pt x="649" y="2879"/>
                    <a:pt x="561" y="2858"/>
                    <a:pt x="373" y="2735"/>
                  </a:cubicBezTo>
                  <a:cubicBezTo>
                    <a:pt x="335" y="2711"/>
                    <a:pt x="294" y="2699"/>
                    <a:pt x="252" y="2699"/>
                  </a:cubicBezTo>
                  <a:cubicBezTo>
                    <a:pt x="181" y="2699"/>
                    <a:pt x="110" y="2734"/>
                    <a:pt x="67" y="2799"/>
                  </a:cubicBezTo>
                  <a:cubicBezTo>
                    <a:pt x="0" y="2901"/>
                    <a:pt x="30" y="3037"/>
                    <a:pt x="132" y="3104"/>
                  </a:cubicBezTo>
                  <a:cubicBezTo>
                    <a:pt x="353" y="3250"/>
                    <a:pt x="509" y="3299"/>
                    <a:pt x="699" y="3314"/>
                  </a:cubicBezTo>
                  <a:lnTo>
                    <a:pt x="699" y="3468"/>
                  </a:lnTo>
                  <a:cubicBezTo>
                    <a:pt x="699" y="3590"/>
                    <a:pt x="798" y="3689"/>
                    <a:pt x="920" y="3689"/>
                  </a:cubicBezTo>
                  <a:cubicBezTo>
                    <a:pt x="1042" y="3689"/>
                    <a:pt x="1140" y="3590"/>
                    <a:pt x="1140" y="3468"/>
                  </a:cubicBezTo>
                  <a:lnTo>
                    <a:pt x="1140" y="3293"/>
                  </a:lnTo>
                  <a:cubicBezTo>
                    <a:pt x="1526" y="3199"/>
                    <a:pt x="1774" y="2872"/>
                    <a:pt x="1827" y="2548"/>
                  </a:cubicBezTo>
                  <a:cubicBezTo>
                    <a:pt x="1897" y="2131"/>
                    <a:pt x="1679" y="1767"/>
                    <a:pt x="1270" y="1623"/>
                  </a:cubicBezTo>
                  <a:cubicBezTo>
                    <a:pt x="1032" y="1538"/>
                    <a:pt x="768" y="1435"/>
                    <a:pt x="618" y="1318"/>
                  </a:cubicBezTo>
                  <a:cubicBezTo>
                    <a:pt x="559" y="1272"/>
                    <a:pt x="534" y="1176"/>
                    <a:pt x="553" y="1074"/>
                  </a:cubicBezTo>
                  <a:cubicBezTo>
                    <a:pt x="572" y="973"/>
                    <a:pt x="640" y="852"/>
                    <a:pt x="775" y="811"/>
                  </a:cubicBezTo>
                  <a:cubicBezTo>
                    <a:pt x="841" y="791"/>
                    <a:pt x="902" y="783"/>
                    <a:pt x="957" y="783"/>
                  </a:cubicBezTo>
                  <a:cubicBezTo>
                    <a:pt x="1150" y="783"/>
                    <a:pt x="1273" y="879"/>
                    <a:pt x="1290" y="894"/>
                  </a:cubicBezTo>
                  <a:cubicBezTo>
                    <a:pt x="1331" y="928"/>
                    <a:pt x="1381" y="945"/>
                    <a:pt x="1430" y="945"/>
                  </a:cubicBezTo>
                  <a:cubicBezTo>
                    <a:pt x="1494" y="945"/>
                    <a:pt x="1557" y="917"/>
                    <a:pt x="1601" y="866"/>
                  </a:cubicBezTo>
                  <a:cubicBezTo>
                    <a:pt x="1679" y="772"/>
                    <a:pt x="1666" y="632"/>
                    <a:pt x="1573" y="555"/>
                  </a:cubicBezTo>
                  <a:cubicBezTo>
                    <a:pt x="1531" y="520"/>
                    <a:pt x="1377" y="402"/>
                    <a:pt x="1140" y="359"/>
                  </a:cubicBezTo>
                  <a:lnTo>
                    <a:pt x="1140" y="220"/>
                  </a:lnTo>
                  <a:cubicBezTo>
                    <a:pt x="1140" y="98"/>
                    <a:pt x="1042" y="0"/>
                    <a:pt x="92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5"/>
            <p:cNvSpPr/>
            <p:nvPr/>
          </p:nvSpPr>
          <p:spPr>
            <a:xfrm>
              <a:off x="6475663" y="3165775"/>
              <a:ext cx="34175" cy="11050"/>
            </a:xfrm>
            <a:custGeom>
              <a:avLst/>
              <a:gdLst/>
              <a:ahLst/>
              <a:cxnLst/>
              <a:rect l="l" t="t" r="r" b="b"/>
              <a:pathLst>
                <a:path w="1367" h="442" extrusionOk="0">
                  <a:moveTo>
                    <a:pt x="222" y="0"/>
                  </a:moveTo>
                  <a:cubicBezTo>
                    <a:pt x="100" y="0"/>
                    <a:pt x="0" y="98"/>
                    <a:pt x="0" y="220"/>
                  </a:cubicBezTo>
                  <a:cubicBezTo>
                    <a:pt x="0" y="342"/>
                    <a:pt x="100" y="441"/>
                    <a:pt x="222" y="441"/>
                  </a:cubicBezTo>
                  <a:lnTo>
                    <a:pt x="1146" y="441"/>
                  </a:lnTo>
                  <a:cubicBezTo>
                    <a:pt x="1267" y="441"/>
                    <a:pt x="1367" y="342"/>
                    <a:pt x="1367" y="220"/>
                  </a:cubicBezTo>
                  <a:cubicBezTo>
                    <a:pt x="1367" y="98"/>
                    <a:pt x="1267" y="0"/>
                    <a:pt x="114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5"/>
            <p:cNvSpPr/>
            <p:nvPr/>
          </p:nvSpPr>
          <p:spPr>
            <a:xfrm>
              <a:off x="6377313" y="3165775"/>
              <a:ext cx="34175" cy="11050"/>
            </a:xfrm>
            <a:custGeom>
              <a:avLst/>
              <a:gdLst/>
              <a:ahLst/>
              <a:cxnLst/>
              <a:rect l="l" t="t" r="r" b="b"/>
              <a:pathLst>
                <a:path w="1367" h="442" extrusionOk="0">
                  <a:moveTo>
                    <a:pt x="221" y="0"/>
                  </a:moveTo>
                  <a:cubicBezTo>
                    <a:pt x="100" y="0"/>
                    <a:pt x="0" y="98"/>
                    <a:pt x="0" y="220"/>
                  </a:cubicBezTo>
                  <a:cubicBezTo>
                    <a:pt x="0" y="342"/>
                    <a:pt x="100" y="441"/>
                    <a:pt x="221" y="441"/>
                  </a:cubicBezTo>
                  <a:lnTo>
                    <a:pt x="1145" y="441"/>
                  </a:lnTo>
                  <a:cubicBezTo>
                    <a:pt x="1267" y="441"/>
                    <a:pt x="1367" y="342"/>
                    <a:pt x="1367" y="220"/>
                  </a:cubicBezTo>
                  <a:cubicBezTo>
                    <a:pt x="1367" y="98"/>
                    <a:pt x="1267" y="0"/>
                    <a:pt x="11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grpSp>
        <p:nvGrpSpPr>
          <p:cNvPr id="1178" name="Google Shape;1178;p37"/>
          <p:cNvGrpSpPr/>
          <p:nvPr/>
        </p:nvGrpSpPr>
        <p:grpSpPr>
          <a:xfrm>
            <a:off x="129625" y="342262"/>
            <a:ext cx="597776" cy="667776"/>
            <a:chOff x="-1981011" y="3336622"/>
            <a:chExt cx="536748" cy="599601"/>
          </a:xfrm>
        </p:grpSpPr>
        <p:sp>
          <p:nvSpPr>
            <p:cNvPr id="1179" name="Google Shape;1179;p37"/>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7"/>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7"/>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7"/>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3" name="Google Shape;1183;p37"/>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37"/>
          <p:cNvGrpSpPr/>
          <p:nvPr/>
        </p:nvGrpSpPr>
        <p:grpSpPr>
          <a:xfrm>
            <a:off x="159525" y="1065017"/>
            <a:ext cx="1111141" cy="1006507"/>
            <a:chOff x="7443684" y="123535"/>
            <a:chExt cx="968230" cy="877130"/>
          </a:xfrm>
        </p:grpSpPr>
        <p:sp>
          <p:nvSpPr>
            <p:cNvPr id="1185" name="Google Shape;1185;p37"/>
            <p:cNvSpPr/>
            <p:nvPr/>
          </p:nvSpPr>
          <p:spPr>
            <a:xfrm>
              <a:off x="8225567" y="539901"/>
              <a:ext cx="26291" cy="17747"/>
            </a:xfrm>
            <a:custGeom>
              <a:avLst/>
              <a:gdLst/>
              <a:ahLst/>
              <a:cxnLst/>
              <a:rect l="l" t="t" r="r" b="b"/>
              <a:pathLst>
                <a:path w="320" h="216" extrusionOk="0">
                  <a:moveTo>
                    <a:pt x="49" y="1"/>
                  </a:moveTo>
                  <a:cubicBezTo>
                    <a:pt x="34" y="1"/>
                    <a:pt x="20" y="8"/>
                    <a:pt x="12" y="22"/>
                  </a:cubicBezTo>
                  <a:cubicBezTo>
                    <a:pt x="1" y="42"/>
                    <a:pt x="7" y="68"/>
                    <a:pt x="28" y="81"/>
                  </a:cubicBezTo>
                  <a:lnTo>
                    <a:pt x="248" y="210"/>
                  </a:lnTo>
                  <a:cubicBezTo>
                    <a:pt x="255" y="215"/>
                    <a:pt x="263" y="216"/>
                    <a:pt x="270" y="216"/>
                  </a:cubicBezTo>
                  <a:cubicBezTo>
                    <a:pt x="284" y="216"/>
                    <a:pt x="299" y="209"/>
                    <a:pt x="307" y="194"/>
                  </a:cubicBezTo>
                  <a:cubicBezTo>
                    <a:pt x="319" y="174"/>
                    <a:pt x="312" y="148"/>
                    <a:pt x="292" y="136"/>
                  </a:cubicBezTo>
                  <a:lnTo>
                    <a:pt x="70" y="6"/>
                  </a:lnTo>
                  <a:cubicBezTo>
                    <a:pt x="64" y="3"/>
                    <a:pt x="56" y="1"/>
                    <a:pt x="49"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7"/>
            <p:cNvSpPr/>
            <p:nvPr/>
          </p:nvSpPr>
          <p:spPr>
            <a:xfrm>
              <a:off x="8134866" y="441807"/>
              <a:ext cx="26373" cy="17829"/>
            </a:xfrm>
            <a:custGeom>
              <a:avLst/>
              <a:gdLst/>
              <a:ahLst/>
              <a:cxnLst/>
              <a:rect l="l" t="t" r="r" b="b"/>
              <a:pathLst>
                <a:path w="321" h="217" extrusionOk="0">
                  <a:moveTo>
                    <a:pt x="271" y="1"/>
                  </a:moveTo>
                  <a:cubicBezTo>
                    <a:pt x="264" y="1"/>
                    <a:pt x="256" y="3"/>
                    <a:pt x="250" y="7"/>
                  </a:cubicBezTo>
                  <a:lnTo>
                    <a:pt x="29" y="136"/>
                  </a:lnTo>
                  <a:cubicBezTo>
                    <a:pt x="8" y="148"/>
                    <a:pt x="1" y="175"/>
                    <a:pt x="13" y="195"/>
                  </a:cubicBezTo>
                  <a:cubicBezTo>
                    <a:pt x="21" y="208"/>
                    <a:pt x="36" y="216"/>
                    <a:pt x="51" y="216"/>
                  </a:cubicBezTo>
                  <a:cubicBezTo>
                    <a:pt x="57" y="216"/>
                    <a:pt x="65" y="214"/>
                    <a:pt x="72" y="211"/>
                  </a:cubicBezTo>
                  <a:lnTo>
                    <a:pt x="293" y="81"/>
                  </a:lnTo>
                  <a:cubicBezTo>
                    <a:pt x="314" y="69"/>
                    <a:pt x="321" y="43"/>
                    <a:pt x="308" y="23"/>
                  </a:cubicBezTo>
                  <a:cubicBezTo>
                    <a:pt x="300" y="9"/>
                    <a:pt x="286" y="1"/>
                    <a:pt x="271"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7"/>
            <p:cNvSpPr/>
            <p:nvPr/>
          </p:nvSpPr>
          <p:spPr>
            <a:xfrm>
              <a:off x="7761629" y="864582"/>
              <a:ext cx="26373" cy="17664"/>
            </a:xfrm>
            <a:custGeom>
              <a:avLst/>
              <a:gdLst/>
              <a:ahLst/>
              <a:cxnLst/>
              <a:rect l="l" t="t" r="r" b="b"/>
              <a:pathLst>
                <a:path w="321" h="215" extrusionOk="0">
                  <a:moveTo>
                    <a:pt x="270" y="0"/>
                  </a:moveTo>
                  <a:cubicBezTo>
                    <a:pt x="263" y="0"/>
                    <a:pt x="256" y="2"/>
                    <a:pt x="249" y="6"/>
                  </a:cubicBezTo>
                  <a:lnTo>
                    <a:pt x="27" y="134"/>
                  </a:lnTo>
                  <a:cubicBezTo>
                    <a:pt x="7" y="145"/>
                    <a:pt x="0" y="172"/>
                    <a:pt x="12" y="193"/>
                  </a:cubicBezTo>
                  <a:cubicBezTo>
                    <a:pt x="20" y="206"/>
                    <a:pt x="34" y="214"/>
                    <a:pt x="49" y="214"/>
                  </a:cubicBezTo>
                  <a:cubicBezTo>
                    <a:pt x="57" y="214"/>
                    <a:pt x="63" y="212"/>
                    <a:pt x="70" y="208"/>
                  </a:cubicBezTo>
                  <a:lnTo>
                    <a:pt x="292" y="80"/>
                  </a:lnTo>
                  <a:cubicBezTo>
                    <a:pt x="312" y="68"/>
                    <a:pt x="320" y="42"/>
                    <a:pt x="308" y="21"/>
                  </a:cubicBezTo>
                  <a:cubicBezTo>
                    <a:pt x="300" y="8"/>
                    <a:pt x="285" y="0"/>
                    <a:pt x="270" y="0"/>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7"/>
            <p:cNvSpPr/>
            <p:nvPr/>
          </p:nvSpPr>
          <p:spPr>
            <a:xfrm>
              <a:off x="8054024" y="598150"/>
              <a:ext cx="78709" cy="79120"/>
            </a:xfrm>
            <a:custGeom>
              <a:avLst/>
              <a:gdLst/>
              <a:ahLst/>
              <a:cxnLst/>
              <a:rect l="l" t="t" r="r" b="b"/>
              <a:pathLst>
                <a:path w="958" h="963" extrusionOk="0">
                  <a:moveTo>
                    <a:pt x="661" y="0"/>
                  </a:moveTo>
                  <a:lnTo>
                    <a:pt x="1" y="428"/>
                  </a:lnTo>
                  <a:lnTo>
                    <a:pt x="931" y="963"/>
                  </a:lnTo>
                  <a:lnTo>
                    <a:pt x="958" y="163"/>
                  </a:lnTo>
                  <a:lnTo>
                    <a:pt x="6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7"/>
            <p:cNvSpPr/>
            <p:nvPr/>
          </p:nvSpPr>
          <p:spPr>
            <a:xfrm>
              <a:off x="8164360" y="357762"/>
              <a:ext cx="117489" cy="133428"/>
            </a:xfrm>
            <a:custGeom>
              <a:avLst/>
              <a:gdLst/>
              <a:ahLst/>
              <a:cxnLst/>
              <a:rect l="l" t="t" r="r" b="b"/>
              <a:pathLst>
                <a:path w="1430" h="1624" extrusionOk="0">
                  <a:moveTo>
                    <a:pt x="997" y="0"/>
                  </a:moveTo>
                  <a:cubicBezTo>
                    <a:pt x="837" y="0"/>
                    <a:pt x="645" y="98"/>
                    <a:pt x="467" y="288"/>
                  </a:cubicBezTo>
                  <a:cubicBezTo>
                    <a:pt x="149" y="629"/>
                    <a:pt x="0" y="1141"/>
                    <a:pt x="136" y="1431"/>
                  </a:cubicBezTo>
                  <a:cubicBezTo>
                    <a:pt x="198" y="1560"/>
                    <a:pt x="305" y="1624"/>
                    <a:pt x="434" y="1624"/>
                  </a:cubicBezTo>
                  <a:cubicBezTo>
                    <a:pt x="593" y="1624"/>
                    <a:pt x="785" y="1526"/>
                    <a:pt x="962" y="1337"/>
                  </a:cubicBezTo>
                  <a:cubicBezTo>
                    <a:pt x="1282" y="995"/>
                    <a:pt x="1429" y="483"/>
                    <a:pt x="1293" y="193"/>
                  </a:cubicBezTo>
                  <a:cubicBezTo>
                    <a:pt x="1232" y="64"/>
                    <a:pt x="1125" y="0"/>
                    <a:pt x="9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7"/>
            <p:cNvSpPr/>
            <p:nvPr/>
          </p:nvSpPr>
          <p:spPr>
            <a:xfrm>
              <a:off x="8123611" y="197722"/>
              <a:ext cx="114942" cy="68439"/>
            </a:xfrm>
            <a:custGeom>
              <a:avLst/>
              <a:gdLst/>
              <a:ahLst/>
              <a:cxnLst/>
              <a:rect l="l" t="t" r="r" b="b"/>
              <a:pathLst>
                <a:path w="1399" h="833" extrusionOk="0">
                  <a:moveTo>
                    <a:pt x="378" y="0"/>
                  </a:moveTo>
                  <a:lnTo>
                    <a:pt x="1" y="223"/>
                  </a:lnTo>
                  <a:lnTo>
                    <a:pt x="522" y="522"/>
                  </a:lnTo>
                  <a:lnTo>
                    <a:pt x="983" y="833"/>
                  </a:lnTo>
                  <a:lnTo>
                    <a:pt x="1398" y="587"/>
                  </a:lnTo>
                  <a:lnTo>
                    <a:pt x="3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7"/>
            <p:cNvSpPr/>
            <p:nvPr/>
          </p:nvSpPr>
          <p:spPr>
            <a:xfrm>
              <a:off x="7989038" y="235185"/>
              <a:ext cx="141151" cy="182067"/>
            </a:xfrm>
            <a:custGeom>
              <a:avLst/>
              <a:gdLst/>
              <a:ahLst/>
              <a:cxnLst/>
              <a:rect l="l" t="t" r="r" b="b"/>
              <a:pathLst>
                <a:path w="1718" h="2216" extrusionOk="0">
                  <a:moveTo>
                    <a:pt x="653" y="1"/>
                  </a:moveTo>
                  <a:lnTo>
                    <a:pt x="696" y="758"/>
                  </a:lnTo>
                  <a:lnTo>
                    <a:pt x="406" y="1270"/>
                  </a:lnTo>
                  <a:lnTo>
                    <a:pt x="90" y="1437"/>
                  </a:lnTo>
                  <a:lnTo>
                    <a:pt x="113" y="1450"/>
                  </a:lnTo>
                  <a:lnTo>
                    <a:pt x="0" y="1786"/>
                  </a:lnTo>
                  <a:lnTo>
                    <a:pt x="748" y="2215"/>
                  </a:lnTo>
                  <a:lnTo>
                    <a:pt x="1427" y="1855"/>
                  </a:lnTo>
                  <a:lnTo>
                    <a:pt x="1717" y="1344"/>
                  </a:lnTo>
                  <a:lnTo>
                    <a:pt x="1675" y="586"/>
                  </a:lnTo>
                  <a:lnTo>
                    <a:pt x="6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7"/>
            <p:cNvSpPr/>
            <p:nvPr/>
          </p:nvSpPr>
          <p:spPr>
            <a:xfrm>
              <a:off x="7998076" y="586237"/>
              <a:ext cx="54554" cy="48064"/>
            </a:xfrm>
            <a:custGeom>
              <a:avLst/>
              <a:gdLst/>
              <a:ahLst/>
              <a:cxnLst/>
              <a:rect l="l" t="t" r="r" b="b"/>
              <a:pathLst>
                <a:path w="664" h="585" extrusionOk="0">
                  <a:moveTo>
                    <a:pt x="207" y="1"/>
                  </a:moveTo>
                  <a:lnTo>
                    <a:pt x="1" y="204"/>
                  </a:lnTo>
                  <a:lnTo>
                    <a:pt x="664" y="584"/>
                  </a:lnTo>
                  <a:lnTo>
                    <a:pt x="457" y="144"/>
                  </a:lnTo>
                  <a:lnTo>
                    <a:pt x="2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7"/>
            <p:cNvSpPr/>
            <p:nvPr/>
          </p:nvSpPr>
          <p:spPr>
            <a:xfrm>
              <a:off x="8015000" y="518212"/>
              <a:ext cx="61620" cy="79860"/>
            </a:xfrm>
            <a:custGeom>
              <a:avLst/>
              <a:gdLst/>
              <a:ahLst/>
              <a:cxnLst/>
              <a:rect l="l" t="t" r="r" b="b"/>
              <a:pathLst>
                <a:path w="750" h="972" extrusionOk="0">
                  <a:moveTo>
                    <a:pt x="484" y="0"/>
                  </a:moveTo>
                  <a:lnTo>
                    <a:pt x="484" y="351"/>
                  </a:lnTo>
                  <a:lnTo>
                    <a:pt x="1" y="829"/>
                  </a:lnTo>
                  <a:lnTo>
                    <a:pt x="251" y="972"/>
                  </a:lnTo>
                  <a:lnTo>
                    <a:pt x="749" y="152"/>
                  </a:lnTo>
                  <a:lnTo>
                    <a:pt x="4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7"/>
            <p:cNvSpPr/>
            <p:nvPr/>
          </p:nvSpPr>
          <p:spPr>
            <a:xfrm>
              <a:off x="8054681" y="481982"/>
              <a:ext cx="21937" cy="48803"/>
            </a:xfrm>
            <a:custGeom>
              <a:avLst/>
              <a:gdLst/>
              <a:ahLst/>
              <a:cxnLst/>
              <a:rect l="l" t="t" r="r" b="b"/>
              <a:pathLst>
                <a:path w="267" h="594" extrusionOk="0">
                  <a:moveTo>
                    <a:pt x="1" y="1"/>
                  </a:moveTo>
                  <a:lnTo>
                    <a:pt x="1" y="441"/>
                  </a:lnTo>
                  <a:lnTo>
                    <a:pt x="266" y="593"/>
                  </a:lnTo>
                  <a:lnTo>
                    <a:pt x="266" y="593"/>
                  </a:lnTo>
                  <a:lnTo>
                    <a:pt x="262" y="116"/>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7"/>
            <p:cNvSpPr/>
            <p:nvPr/>
          </p:nvSpPr>
          <p:spPr>
            <a:xfrm>
              <a:off x="8042687" y="192464"/>
              <a:ext cx="123815" cy="90951"/>
            </a:xfrm>
            <a:custGeom>
              <a:avLst/>
              <a:gdLst/>
              <a:ahLst/>
              <a:cxnLst/>
              <a:rect l="l" t="t" r="r" b="b"/>
              <a:pathLst>
                <a:path w="1507" h="1107" extrusionOk="0">
                  <a:moveTo>
                    <a:pt x="486" y="0"/>
                  </a:moveTo>
                  <a:lnTo>
                    <a:pt x="0" y="521"/>
                  </a:lnTo>
                  <a:lnTo>
                    <a:pt x="1022" y="1106"/>
                  </a:lnTo>
                  <a:lnTo>
                    <a:pt x="1507" y="586"/>
                  </a:lnTo>
                  <a:lnTo>
                    <a:pt x="986" y="287"/>
                  </a:lnTo>
                  <a:lnTo>
                    <a:pt x="4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7"/>
            <p:cNvSpPr/>
            <p:nvPr/>
          </p:nvSpPr>
          <p:spPr>
            <a:xfrm>
              <a:off x="8154584" y="123535"/>
              <a:ext cx="239003" cy="127348"/>
            </a:xfrm>
            <a:custGeom>
              <a:avLst/>
              <a:gdLst/>
              <a:ahLst/>
              <a:cxnLst/>
              <a:rect l="l" t="t" r="r" b="b"/>
              <a:pathLst>
                <a:path w="2909" h="1550" extrusionOk="0">
                  <a:moveTo>
                    <a:pt x="940" y="0"/>
                  </a:moveTo>
                  <a:lnTo>
                    <a:pt x="450" y="57"/>
                  </a:lnTo>
                  <a:lnTo>
                    <a:pt x="1" y="903"/>
                  </a:lnTo>
                  <a:lnTo>
                    <a:pt x="1021" y="1489"/>
                  </a:lnTo>
                  <a:lnTo>
                    <a:pt x="1470" y="642"/>
                  </a:lnTo>
                  <a:lnTo>
                    <a:pt x="1960" y="587"/>
                  </a:lnTo>
                  <a:lnTo>
                    <a:pt x="1960" y="587"/>
                  </a:lnTo>
                  <a:lnTo>
                    <a:pt x="1933" y="1385"/>
                  </a:lnTo>
                  <a:lnTo>
                    <a:pt x="2230" y="1550"/>
                  </a:lnTo>
                  <a:lnTo>
                    <a:pt x="2908" y="1110"/>
                  </a:lnTo>
                  <a:lnTo>
                    <a:pt x="1888" y="523"/>
                  </a:lnTo>
                  <a:lnTo>
                    <a:pt x="1876" y="538"/>
                  </a:lnTo>
                  <a:cubicBezTo>
                    <a:pt x="1870" y="534"/>
                    <a:pt x="940" y="0"/>
                    <a:pt x="9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7"/>
            <p:cNvSpPr/>
            <p:nvPr/>
          </p:nvSpPr>
          <p:spPr>
            <a:xfrm>
              <a:off x="7693357" y="474587"/>
              <a:ext cx="42888" cy="45270"/>
            </a:xfrm>
            <a:custGeom>
              <a:avLst/>
              <a:gdLst/>
              <a:ahLst/>
              <a:cxnLst/>
              <a:rect l="l" t="t" r="r" b="b"/>
              <a:pathLst>
                <a:path w="522" h="551" extrusionOk="0">
                  <a:moveTo>
                    <a:pt x="522" y="1"/>
                  </a:moveTo>
                  <a:cubicBezTo>
                    <a:pt x="519" y="1"/>
                    <a:pt x="0" y="550"/>
                    <a:pt x="0" y="550"/>
                  </a:cubicBezTo>
                  <a:lnTo>
                    <a:pt x="522" y="1"/>
                  </a:lnTo>
                  <a:cubicBezTo>
                    <a:pt x="522" y="1"/>
                    <a:pt x="522" y="1"/>
                    <a:pt x="522" y="1"/>
                  </a:cubicBezTo>
                  <a:close/>
                </a:path>
              </a:pathLst>
            </a:custGeom>
            <a:solidFill>
              <a:srgbClr val="008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7"/>
            <p:cNvSpPr/>
            <p:nvPr/>
          </p:nvSpPr>
          <p:spPr>
            <a:xfrm>
              <a:off x="7720880" y="574982"/>
              <a:ext cx="140083" cy="180916"/>
            </a:xfrm>
            <a:custGeom>
              <a:avLst/>
              <a:gdLst/>
              <a:ahLst/>
              <a:cxnLst/>
              <a:rect l="l" t="t" r="r" b="b"/>
              <a:pathLst>
                <a:path w="1705" h="2202" extrusionOk="0">
                  <a:moveTo>
                    <a:pt x="1233" y="1"/>
                  </a:moveTo>
                  <a:cubicBezTo>
                    <a:pt x="1118" y="1"/>
                    <a:pt x="989" y="38"/>
                    <a:pt x="852" y="118"/>
                  </a:cubicBezTo>
                  <a:cubicBezTo>
                    <a:pt x="789" y="154"/>
                    <a:pt x="728" y="198"/>
                    <a:pt x="669" y="247"/>
                  </a:cubicBezTo>
                  <a:cubicBezTo>
                    <a:pt x="345" y="515"/>
                    <a:pt x="92" y="955"/>
                    <a:pt x="21" y="1370"/>
                  </a:cubicBezTo>
                  <a:cubicBezTo>
                    <a:pt x="8" y="1445"/>
                    <a:pt x="1" y="1521"/>
                    <a:pt x="1" y="1593"/>
                  </a:cubicBezTo>
                  <a:cubicBezTo>
                    <a:pt x="1" y="1978"/>
                    <a:pt x="192" y="2202"/>
                    <a:pt x="472" y="2202"/>
                  </a:cubicBezTo>
                  <a:cubicBezTo>
                    <a:pt x="586" y="2202"/>
                    <a:pt x="715" y="2164"/>
                    <a:pt x="852" y="2085"/>
                  </a:cubicBezTo>
                  <a:cubicBezTo>
                    <a:pt x="1323" y="1813"/>
                    <a:pt x="1705" y="1152"/>
                    <a:pt x="1705" y="610"/>
                  </a:cubicBezTo>
                  <a:cubicBezTo>
                    <a:pt x="1705" y="224"/>
                    <a:pt x="1513" y="1"/>
                    <a:pt x="12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7"/>
            <p:cNvSpPr/>
            <p:nvPr/>
          </p:nvSpPr>
          <p:spPr>
            <a:xfrm>
              <a:off x="7443684" y="605626"/>
              <a:ext cx="172372" cy="178287"/>
            </a:xfrm>
            <a:custGeom>
              <a:avLst/>
              <a:gdLst/>
              <a:ahLst/>
              <a:cxnLst/>
              <a:rect l="l" t="t" r="r" b="b"/>
              <a:pathLst>
                <a:path w="2098" h="2170" extrusionOk="0">
                  <a:moveTo>
                    <a:pt x="1082" y="0"/>
                  </a:moveTo>
                  <a:lnTo>
                    <a:pt x="867" y="727"/>
                  </a:lnTo>
                  <a:lnTo>
                    <a:pt x="0" y="1583"/>
                  </a:lnTo>
                  <a:lnTo>
                    <a:pt x="1015" y="2169"/>
                  </a:lnTo>
                  <a:lnTo>
                    <a:pt x="1882" y="1312"/>
                  </a:lnTo>
                  <a:lnTo>
                    <a:pt x="2098" y="587"/>
                  </a:lnTo>
                  <a:lnTo>
                    <a:pt x="10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7"/>
            <p:cNvSpPr/>
            <p:nvPr/>
          </p:nvSpPr>
          <p:spPr>
            <a:xfrm>
              <a:off x="7500125" y="545570"/>
              <a:ext cx="115928" cy="108287"/>
            </a:xfrm>
            <a:custGeom>
              <a:avLst/>
              <a:gdLst/>
              <a:ahLst/>
              <a:cxnLst/>
              <a:rect l="l" t="t" r="r" b="b"/>
              <a:pathLst>
                <a:path w="1411" h="1318" extrusionOk="0">
                  <a:moveTo>
                    <a:pt x="0" y="0"/>
                  </a:moveTo>
                  <a:lnTo>
                    <a:pt x="395" y="731"/>
                  </a:lnTo>
                  <a:lnTo>
                    <a:pt x="1411" y="1318"/>
                  </a:lnTo>
                  <a:lnTo>
                    <a:pt x="1016"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7"/>
            <p:cNvSpPr/>
            <p:nvPr/>
          </p:nvSpPr>
          <p:spPr>
            <a:xfrm>
              <a:off x="7443684" y="735679"/>
              <a:ext cx="172372" cy="240975"/>
            </a:xfrm>
            <a:custGeom>
              <a:avLst/>
              <a:gdLst/>
              <a:ahLst/>
              <a:cxnLst/>
              <a:rect l="l" t="t" r="r" b="b"/>
              <a:pathLst>
                <a:path w="2098" h="2933" extrusionOk="0">
                  <a:moveTo>
                    <a:pt x="0" y="0"/>
                  </a:moveTo>
                  <a:lnTo>
                    <a:pt x="0" y="826"/>
                  </a:lnTo>
                  <a:lnTo>
                    <a:pt x="1001" y="1405"/>
                  </a:lnTo>
                  <a:lnTo>
                    <a:pt x="687" y="2346"/>
                  </a:lnTo>
                  <a:lnTo>
                    <a:pt x="1194" y="2639"/>
                  </a:lnTo>
                  <a:lnTo>
                    <a:pt x="1703" y="2933"/>
                  </a:lnTo>
                  <a:lnTo>
                    <a:pt x="2098" y="1745"/>
                  </a:lnTo>
                  <a:lnTo>
                    <a:pt x="1409" y="1347"/>
                  </a:lnTo>
                  <a:lnTo>
                    <a:pt x="1015" y="1413"/>
                  </a:lnTo>
                  <a:lnTo>
                    <a:pt x="1015"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7"/>
            <p:cNvSpPr/>
            <p:nvPr/>
          </p:nvSpPr>
          <p:spPr>
            <a:xfrm>
              <a:off x="7679309" y="919380"/>
              <a:ext cx="82324" cy="67700"/>
            </a:xfrm>
            <a:custGeom>
              <a:avLst/>
              <a:gdLst/>
              <a:ahLst/>
              <a:cxnLst/>
              <a:rect l="l" t="t" r="r" b="b"/>
              <a:pathLst>
                <a:path w="1002" h="824" extrusionOk="0">
                  <a:moveTo>
                    <a:pt x="693" y="1"/>
                  </a:moveTo>
                  <a:lnTo>
                    <a:pt x="171" y="53"/>
                  </a:lnTo>
                  <a:lnTo>
                    <a:pt x="0" y="246"/>
                  </a:lnTo>
                  <a:lnTo>
                    <a:pt x="1001" y="824"/>
                  </a:lnTo>
                  <a:lnTo>
                    <a:pt x="6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7"/>
            <p:cNvSpPr/>
            <p:nvPr/>
          </p:nvSpPr>
          <p:spPr>
            <a:xfrm>
              <a:off x="7500125" y="329582"/>
              <a:ext cx="261515" cy="264144"/>
            </a:xfrm>
            <a:custGeom>
              <a:avLst/>
              <a:gdLst/>
              <a:ahLst/>
              <a:cxnLst/>
              <a:rect l="l" t="t" r="r" b="b"/>
              <a:pathLst>
                <a:path w="3183" h="3215" extrusionOk="0">
                  <a:moveTo>
                    <a:pt x="2167" y="0"/>
                  </a:moveTo>
                  <a:lnTo>
                    <a:pt x="1859" y="1175"/>
                  </a:lnTo>
                  <a:lnTo>
                    <a:pt x="1338" y="1729"/>
                  </a:lnTo>
                  <a:lnTo>
                    <a:pt x="507" y="1752"/>
                  </a:lnTo>
                  <a:lnTo>
                    <a:pt x="0" y="2629"/>
                  </a:lnTo>
                  <a:lnTo>
                    <a:pt x="1016" y="3215"/>
                  </a:lnTo>
                  <a:lnTo>
                    <a:pt x="1521" y="2339"/>
                  </a:lnTo>
                  <a:lnTo>
                    <a:pt x="2352" y="2315"/>
                  </a:lnTo>
                  <a:lnTo>
                    <a:pt x="2875" y="1761"/>
                  </a:lnTo>
                  <a:lnTo>
                    <a:pt x="2877" y="1750"/>
                  </a:lnTo>
                  <a:lnTo>
                    <a:pt x="3182" y="587"/>
                  </a:lnTo>
                  <a:lnTo>
                    <a:pt x="21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7"/>
            <p:cNvSpPr/>
            <p:nvPr/>
          </p:nvSpPr>
          <p:spPr>
            <a:xfrm>
              <a:off x="7678076" y="282096"/>
              <a:ext cx="278687" cy="129402"/>
            </a:xfrm>
            <a:custGeom>
              <a:avLst/>
              <a:gdLst/>
              <a:ahLst/>
              <a:cxnLst/>
              <a:rect l="l" t="t" r="r" b="b"/>
              <a:pathLst>
                <a:path w="3392" h="1575" extrusionOk="0">
                  <a:moveTo>
                    <a:pt x="2377" y="0"/>
                  </a:moveTo>
                  <a:lnTo>
                    <a:pt x="1717" y="744"/>
                  </a:lnTo>
                  <a:lnTo>
                    <a:pt x="716" y="165"/>
                  </a:lnTo>
                  <a:lnTo>
                    <a:pt x="1" y="578"/>
                  </a:lnTo>
                  <a:lnTo>
                    <a:pt x="1016" y="1165"/>
                  </a:lnTo>
                  <a:lnTo>
                    <a:pt x="1731" y="752"/>
                  </a:lnTo>
                  <a:lnTo>
                    <a:pt x="1871" y="1125"/>
                  </a:lnTo>
                  <a:lnTo>
                    <a:pt x="2040" y="1575"/>
                  </a:lnTo>
                  <a:lnTo>
                    <a:pt x="2560" y="1523"/>
                  </a:lnTo>
                  <a:lnTo>
                    <a:pt x="3391" y="587"/>
                  </a:lnTo>
                  <a:lnTo>
                    <a:pt x="2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7"/>
            <p:cNvSpPr/>
            <p:nvPr/>
          </p:nvSpPr>
          <p:spPr>
            <a:xfrm>
              <a:off x="7965788" y="436549"/>
              <a:ext cx="84378" cy="54554"/>
            </a:xfrm>
            <a:custGeom>
              <a:avLst/>
              <a:gdLst/>
              <a:ahLst/>
              <a:cxnLst/>
              <a:rect l="l" t="t" r="r" b="b"/>
              <a:pathLst>
                <a:path w="1027" h="664" extrusionOk="0">
                  <a:moveTo>
                    <a:pt x="63" y="1"/>
                  </a:moveTo>
                  <a:lnTo>
                    <a:pt x="1" y="187"/>
                  </a:lnTo>
                  <a:lnTo>
                    <a:pt x="216" y="663"/>
                  </a:lnTo>
                  <a:lnTo>
                    <a:pt x="1026" y="528"/>
                  </a:lnTo>
                  <a:lnTo>
                    <a:pt x="835" y="443"/>
                  </a:lnTo>
                  <a:lnTo>
                    <a:pt x="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7"/>
            <p:cNvSpPr/>
            <p:nvPr/>
          </p:nvSpPr>
          <p:spPr>
            <a:xfrm>
              <a:off x="7970882" y="381916"/>
              <a:ext cx="79613" cy="91115"/>
            </a:xfrm>
            <a:custGeom>
              <a:avLst/>
              <a:gdLst/>
              <a:ahLst/>
              <a:cxnLst/>
              <a:rect l="l" t="t" r="r" b="b"/>
              <a:pathLst>
                <a:path w="969" h="1109" extrusionOk="0">
                  <a:moveTo>
                    <a:pt x="221" y="0"/>
                  </a:moveTo>
                  <a:lnTo>
                    <a:pt x="20" y="606"/>
                  </a:lnTo>
                  <a:lnTo>
                    <a:pt x="1" y="666"/>
                  </a:lnTo>
                  <a:lnTo>
                    <a:pt x="773" y="1108"/>
                  </a:lnTo>
                  <a:lnTo>
                    <a:pt x="969" y="429"/>
                  </a:lnTo>
                  <a:lnTo>
                    <a:pt x="2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7"/>
            <p:cNvSpPr/>
            <p:nvPr/>
          </p:nvSpPr>
          <p:spPr>
            <a:xfrm>
              <a:off x="7526991" y="330322"/>
              <a:ext cx="527796" cy="670343"/>
            </a:xfrm>
            <a:custGeom>
              <a:avLst/>
              <a:gdLst/>
              <a:ahLst/>
              <a:cxnLst/>
              <a:rect l="l" t="t" r="r" b="b"/>
              <a:pathLst>
                <a:path w="6424" h="8159" extrusionOk="0">
                  <a:moveTo>
                    <a:pt x="3592" y="2978"/>
                  </a:moveTo>
                  <a:cubicBezTo>
                    <a:pt x="3872" y="2978"/>
                    <a:pt x="4065" y="3201"/>
                    <a:pt x="4065" y="3587"/>
                  </a:cubicBezTo>
                  <a:cubicBezTo>
                    <a:pt x="4065" y="4130"/>
                    <a:pt x="3683" y="4791"/>
                    <a:pt x="3212" y="5063"/>
                  </a:cubicBezTo>
                  <a:cubicBezTo>
                    <a:pt x="3076" y="5142"/>
                    <a:pt x="2947" y="5179"/>
                    <a:pt x="2832" y="5179"/>
                  </a:cubicBezTo>
                  <a:cubicBezTo>
                    <a:pt x="2553" y="5179"/>
                    <a:pt x="2361" y="4957"/>
                    <a:pt x="2361" y="4571"/>
                  </a:cubicBezTo>
                  <a:cubicBezTo>
                    <a:pt x="2361" y="4499"/>
                    <a:pt x="2368" y="4423"/>
                    <a:pt x="2381" y="4348"/>
                  </a:cubicBezTo>
                  <a:cubicBezTo>
                    <a:pt x="2452" y="3933"/>
                    <a:pt x="2707" y="3493"/>
                    <a:pt x="3029" y="3224"/>
                  </a:cubicBezTo>
                  <a:cubicBezTo>
                    <a:pt x="3088" y="3176"/>
                    <a:pt x="3149" y="3132"/>
                    <a:pt x="3212" y="3095"/>
                  </a:cubicBezTo>
                  <a:cubicBezTo>
                    <a:pt x="3349" y="3016"/>
                    <a:pt x="3478" y="2978"/>
                    <a:pt x="3592" y="2978"/>
                  </a:cubicBezTo>
                  <a:close/>
                  <a:moveTo>
                    <a:pt x="5230" y="0"/>
                  </a:moveTo>
                  <a:lnTo>
                    <a:pt x="4399" y="936"/>
                  </a:lnTo>
                  <a:lnTo>
                    <a:pt x="3879" y="988"/>
                  </a:lnTo>
                  <a:lnTo>
                    <a:pt x="3710" y="538"/>
                  </a:lnTo>
                  <a:lnTo>
                    <a:pt x="3570" y="165"/>
                  </a:lnTo>
                  <a:lnTo>
                    <a:pt x="2855" y="578"/>
                  </a:lnTo>
                  <a:lnTo>
                    <a:pt x="2550" y="1741"/>
                  </a:lnTo>
                  <a:lnTo>
                    <a:pt x="2548" y="1752"/>
                  </a:lnTo>
                  <a:cubicBezTo>
                    <a:pt x="2547" y="1757"/>
                    <a:pt x="2025" y="2306"/>
                    <a:pt x="2025" y="2306"/>
                  </a:cubicBezTo>
                  <a:lnTo>
                    <a:pt x="1194" y="2330"/>
                  </a:lnTo>
                  <a:lnTo>
                    <a:pt x="689" y="3206"/>
                  </a:lnTo>
                  <a:lnTo>
                    <a:pt x="1084" y="3938"/>
                  </a:lnTo>
                  <a:lnTo>
                    <a:pt x="868" y="4664"/>
                  </a:lnTo>
                  <a:lnTo>
                    <a:pt x="1" y="5520"/>
                  </a:lnTo>
                  <a:lnTo>
                    <a:pt x="1" y="6347"/>
                  </a:lnTo>
                  <a:lnTo>
                    <a:pt x="395" y="6281"/>
                  </a:lnTo>
                  <a:lnTo>
                    <a:pt x="1084" y="6679"/>
                  </a:lnTo>
                  <a:lnTo>
                    <a:pt x="689" y="7867"/>
                  </a:lnTo>
                  <a:lnTo>
                    <a:pt x="1194" y="8158"/>
                  </a:lnTo>
                  <a:lnTo>
                    <a:pt x="1854" y="7416"/>
                  </a:lnTo>
                  <a:lnTo>
                    <a:pt x="2025" y="7223"/>
                  </a:lnTo>
                  <a:lnTo>
                    <a:pt x="2547" y="7171"/>
                  </a:lnTo>
                  <a:lnTo>
                    <a:pt x="2855" y="7994"/>
                  </a:lnTo>
                  <a:lnTo>
                    <a:pt x="3570" y="7581"/>
                  </a:lnTo>
                  <a:lnTo>
                    <a:pt x="3879" y="6402"/>
                  </a:lnTo>
                  <a:lnTo>
                    <a:pt x="4399" y="5852"/>
                  </a:lnTo>
                  <a:lnTo>
                    <a:pt x="5230" y="5829"/>
                  </a:lnTo>
                  <a:lnTo>
                    <a:pt x="5737" y="4953"/>
                  </a:lnTo>
                  <a:lnTo>
                    <a:pt x="5342" y="4221"/>
                  </a:lnTo>
                  <a:lnTo>
                    <a:pt x="5557" y="3494"/>
                  </a:lnTo>
                  <a:lnTo>
                    <a:pt x="5735" y="3319"/>
                  </a:lnTo>
                  <a:lnTo>
                    <a:pt x="5941" y="3116"/>
                  </a:lnTo>
                  <a:lnTo>
                    <a:pt x="6424" y="2638"/>
                  </a:lnTo>
                  <a:lnTo>
                    <a:pt x="6424" y="2287"/>
                  </a:lnTo>
                  <a:lnTo>
                    <a:pt x="6424" y="1847"/>
                  </a:lnTo>
                  <a:lnTo>
                    <a:pt x="6367" y="1821"/>
                  </a:lnTo>
                  <a:lnTo>
                    <a:pt x="5557" y="1956"/>
                  </a:lnTo>
                  <a:lnTo>
                    <a:pt x="5342" y="1480"/>
                  </a:lnTo>
                  <a:lnTo>
                    <a:pt x="5404" y="1294"/>
                  </a:lnTo>
                  <a:lnTo>
                    <a:pt x="5423" y="1234"/>
                  </a:lnTo>
                  <a:lnTo>
                    <a:pt x="5624" y="628"/>
                  </a:lnTo>
                  <a:lnTo>
                    <a:pt x="5737" y="292"/>
                  </a:lnTo>
                  <a:lnTo>
                    <a:pt x="5714" y="278"/>
                  </a:lnTo>
                  <a:lnTo>
                    <a:pt x="52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7"/>
            <p:cNvSpPr/>
            <p:nvPr/>
          </p:nvSpPr>
          <p:spPr>
            <a:xfrm>
              <a:off x="8034307" y="171760"/>
              <a:ext cx="377607" cy="505530"/>
            </a:xfrm>
            <a:custGeom>
              <a:avLst/>
              <a:gdLst/>
              <a:ahLst/>
              <a:cxnLst/>
              <a:rect l="l" t="t" r="r" b="b"/>
              <a:pathLst>
                <a:path w="4596" h="6153" extrusionOk="0">
                  <a:moveTo>
                    <a:pt x="2580" y="2264"/>
                  </a:moveTo>
                  <a:cubicBezTo>
                    <a:pt x="2708" y="2264"/>
                    <a:pt x="2815" y="2328"/>
                    <a:pt x="2876" y="2457"/>
                  </a:cubicBezTo>
                  <a:cubicBezTo>
                    <a:pt x="3012" y="2747"/>
                    <a:pt x="2865" y="3259"/>
                    <a:pt x="2545" y="3601"/>
                  </a:cubicBezTo>
                  <a:cubicBezTo>
                    <a:pt x="2368" y="3790"/>
                    <a:pt x="2176" y="3888"/>
                    <a:pt x="2017" y="3888"/>
                  </a:cubicBezTo>
                  <a:cubicBezTo>
                    <a:pt x="1888" y="3888"/>
                    <a:pt x="1781" y="3824"/>
                    <a:pt x="1720" y="3695"/>
                  </a:cubicBezTo>
                  <a:cubicBezTo>
                    <a:pt x="1583" y="3405"/>
                    <a:pt x="1732" y="2893"/>
                    <a:pt x="2050" y="2552"/>
                  </a:cubicBezTo>
                  <a:cubicBezTo>
                    <a:pt x="2228" y="2362"/>
                    <a:pt x="2420" y="2264"/>
                    <a:pt x="2580" y="2264"/>
                  </a:cubicBezTo>
                  <a:close/>
                  <a:moveTo>
                    <a:pt x="3424" y="0"/>
                  </a:moveTo>
                  <a:lnTo>
                    <a:pt x="2934" y="55"/>
                  </a:lnTo>
                  <a:lnTo>
                    <a:pt x="2485" y="903"/>
                  </a:lnTo>
                  <a:lnTo>
                    <a:pt x="2070" y="1149"/>
                  </a:lnTo>
                  <a:lnTo>
                    <a:pt x="1609" y="838"/>
                  </a:lnTo>
                  <a:lnTo>
                    <a:pt x="1124" y="1358"/>
                  </a:lnTo>
                  <a:lnTo>
                    <a:pt x="1166" y="2116"/>
                  </a:lnTo>
                  <a:lnTo>
                    <a:pt x="876" y="2627"/>
                  </a:lnTo>
                  <a:lnTo>
                    <a:pt x="197" y="2987"/>
                  </a:lnTo>
                  <a:lnTo>
                    <a:pt x="1" y="3666"/>
                  </a:lnTo>
                  <a:lnTo>
                    <a:pt x="192" y="3751"/>
                  </a:lnTo>
                  <a:lnTo>
                    <a:pt x="249" y="3777"/>
                  </a:lnTo>
                  <a:lnTo>
                    <a:pt x="510" y="3892"/>
                  </a:lnTo>
                  <a:lnTo>
                    <a:pt x="514" y="4369"/>
                  </a:lnTo>
                  <a:lnTo>
                    <a:pt x="16" y="5189"/>
                  </a:lnTo>
                  <a:lnTo>
                    <a:pt x="223" y="5629"/>
                  </a:lnTo>
                  <a:lnTo>
                    <a:pt x="241" y="5618"/>
                  </a:lnTo>
                  <a:lnTo>
                    <a:pt x="901" y="5190"/>
                  </a:lnTo>
                  <a:lnTo>
                    <a:pt x="1198" y="5353"/>
                  </a:lnTo>
                  <a:lnTo>
                    <a:pt x="1171" y="6153"/>
                  </a:lnTo>
                  <a:lnTo>
                    <a:pt x="1661" y="6097"/>
                  </a:lnTo>
                  <a:lnTo>
                    <a:pt x="2110" y="5250"/>
                  </a:lnTo>
                  <a:lnTo>
                    <a:pt x="2527" y="5004"/>
                  </a:lnTo>
                  <a:lnTo>
                    <a:pt x="2987" y="5314"/>
                  </a:lnTo>
                  <a:lnTo>
                    <a:pt x="3473" y="4794"/>
                  </a:lnTo>
                  <a:lnTo>
                    <a:pt x="3430" y="4036"/>
                  </a:lnTo>
                  <a:lnTo>
                    <a:pt x="3720" y="3525"/>
                  </a:lnTo>
                  <a:lnTo>
                    <a:pt x="4399" y="3164"/>
                  </a:lnTo>
                  <a:lnTo>
                    <a:pt x="4595" y="2485"/>
                  </a:lnTo>
                  <a:lnTo>
                    <a:pt x="4086" y="2260"/>
                  </a:lnTo>
                  <a:lnTo>
                    <a:pt x="4085" y="2192"/>
                  </a:lnTo>
                  <a:lnTo>
                    <a:pt x="4082" y="1783"/>
                  </a:lnTo>
                  <a:lnTo>
                    <a:pt x="4581" y="963"/>
                  </a:lnTo>
                  <a:lnTo>
                    <a:pt x="4372" y="523"/>
                  </a:lnTo>
                  <a:lnTo>
                    <a:pt x="3696" y="963"/>
                  </a:lnTo>
                  <a:lnTo>
                    <a:pt x="3398" y="798"/>
                  </a:lnTo>
                  <a:lnTo>
                    <a:pt x="34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7" name="Google Shape;1177;p37"/>
          <p:cNvSpPr txBox="1">
            <a:spLocks noGrp="1"/>
          </p:cNvSpPr>
          <p:nvPr>
            <p:ph type="title"/>
          </p:nvPr>
        </p:nvSpPr>
        <p:spPr>
          <a:xfrm>
            <a:off x="224297" y="-122510"/>
            <a:ext cx="9263858" cy="1276615"/>
          </a:xfrm>
          <a:prstGeom prst="rect">
            <a:avLst/>
          </a:prstGeom>
        </p:spPr>
        <p:txBody>
          <a:bodyPr spcFirstLastPara="1" wrap="square" lIns="91425" tIns="91425" rIns="91425" bIns="91425" anchor="ctr" anchorCtr="0">
            <a:noAutofit/>
          </a:bodyPr>
          <a:lstStyle/>
          <a:p>
            <a:pPr lvl="0"/>
            <a:r>
              <a:rPr lang="en-US" sz="4800" dirty="0"/>
              <a:t>Các </a:t>
            </a:r>
            <a:r>
              <a:rPr lang="en-US" sz="4800" dirty="0" err="1"/>
              <a:t>độ</a:t>
            </a:r>
            <a:r>
              <a:rPr lang="en-US" sz="4800" dirty="0"/>
              <a:t> </a:t>
            </a:r>
            <a:r>
              <a:rPr lang="en-US" sz="4800" dirty="0" err="1"/>
              <a:t>đo</a:t>
            </a:r>
            <a:r>
              <a:rPr lang="en-US" sz="4800" dirty="0"/>
              <a:t> </a:t>
            </a:r>
            <a:r>
              <a:rPr lang="en-US" sz="4800" dirty="0" err="1"/>
              <a:t>khoảng</a:t>
            </a:r>
            <a:r>
              <a:rPr lang="en-US" sz="4800" dirty="0"/>
              <a:t> </a:t>
            </a:r>
            <a:r>
              <a:rPr lang="en-US" sz="4800" dirty="0" err="1"/>
              <a:t>cách</a:t>
            </a:r>
            <a:r>
              <a:rPr lang="en-US" sz="4800" dirty="0"/>
              <a:t> </a:t>
            </a:r>
            <a:r>
              <a:rPr lang="en-US" sz="4800" dirty="0" err="1"/>
              <a:t>trong</a:t>
            </a:r>
            <a:r>
              <a:rPr lang="en-US" sz="4800" dirty="0"/>
              <a:t> KNN</a:t>
            </a:r>
            <a:endParaRPr sz="4800" dirty="0">
              <a:solidFill>
                <a:schemeClr val="lt2"/>
              </a:solidFill>
            </a:endParaRPr>
          </a:p>
        </p:txBody>
      </p:sp>
      <p:grpSp>
        <p:nvGrpSpPr>
          <p:cNvPr id="1209" name="Google Shape;1209;p37"/>
          <p:cNvGrpSpPr/>
          <p:nvPr/>
        </p:nvGrpSpPr>
        <p:grpSpPr>
          <a:xfrm>
            <a:off x="7595596" y="3149422"/>
            <a:ext cx="1245385" cy="1593962"/>
            <a:chOff x="7577235" y="3020097"/>
            <a:chExt cx="985897" cy="1261745"/>
          </a:xfrm>
        </p:grpSpPr>
        <p:sp>
          <p:nvSpPr>
            <p:cNvPr id="1210" name="Google Shape;1210;p37"/>
            <p:cNvSpPr/>
            <p:nvPr/>
          </p:nvSpPr>
          <p:spPr>
            <a:xfrm flipH="1">
              <a:off x="7840202" y="3971655"/>
              <a:ext cx="330908" cy="252290"/>
            </a:xfrm>
            <a:custGeom>
              <a:avLst/>
              <a:gdLst/>
              <a:ahLst/>
              <a:cxnLst/>
              <a:rect l="l" t="t" r="r" b="b"/>
              <a:pathLst>
                <a:path w="6503" h="4958" extrusionOk="0">
                  <a:moveTo>
                    <a:pt x="2007" y="0"/>
                  </a:moveTo>
                  <a:cubicBezTo>
                    <a:pt x="1734" y="0"/>
                    <a:pt x="1462" y="71"/>
                    <a:pt x="1217" y="212"/>
                  </a:cubicBezTo>
                  <a:lnTo>
                    <a:pt x="663" y="533"/>
                  </a:lnTo>
                  <a:lnTo>
                    <a:pt x="0" y="1767"/>
                  </a:lnTo>
                  <a:lnTo>
                    <a:pt x="152" y="2858"/>
                  </a:lnTo>
                  <a:cubicBezTo>
                    <a:pt x="231" y="3425"/>
                    <a:pt x="565" y="3923"/>
                    <a:pt x="1061" y="4209"/>
                  </a:cubicBezTo>
                  <a:lnTo>
                    <a:pt x="1973" y="4747"/>
                  </a:lnTo>
                  <a:cubicBezTo>
                    <a:pt x="2217" y="4887"/>
                    <a:pt x="2489" y="4957"/>
                    <a:pt x="2761" y="4957"/>
                  </a:cubicBezTo>
                  <a:cubicBezTo>
                    <a:pt x="3034" y="4957"/>
                    <a:pt x="3306" y="4887"/>
                    <a:pt x="3550" y="4747"/>
                  </a:cubicBezTo>
                  <a:lnTo>
                    <a:pt x="6124" y="3260"/>
                  </a:lnTo>
                  <a:cubicBezTo>
                    <a:pt x="6406" y="3097"/>
                    <a:pt x="6502" y="2775"/>
                    <a:pt x="6413" y="2503"/>
                  </a:cubicBezTo>
                  <a:cubicBezTo>
                    <a:pt x="6368" y="2360"/>
                    <a:pt x="6271" y="2231"/>
                    <a:pt x="6124" y="2146"/>
                  </a:cubicBezTo>
                  <a:lnTo>
                    <a:pt x="2795" y="212"/>
                  </a:lnTo>
                  <a:cubicBezTo>
                    <a:pt x="2551" y="71"/>
                    <a:pt x="2279" y="0"/>
                    <a:pt x="2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7"/>
            <p:cNvSpPr/>
            <p:nvPr/>
          </p:nvSpPr>
          <p:spPr>
            <a:xfrm flipH="1">
              <a:off x="7840304" y="3904995"/>
              <a:ext cx="317882" cy="298545"/>
            </a:xfrm>
            <a:custGeom>
              <a:avLst/>
              <a:gdLst/>
              <a:ahLst/>
              <a:cxnLst/>
              <a:rect l="l" t="t" r="r" b="b"/>
              <a:pathLst>
                <a:path w="6247" h="5867" extrusionOk="0">
                  <a:moveTo>
                    <a:pt x="1540" y="1"/>
                  </a:moveTo>
                  <a:lnTo>
                    <a:pt x="1540" y="930"/>
                  </a:lnTo>
                  <a:cubicBezTo>
                    <a:pt x="1429" y="945"/>
                    <a:pt x="1319" y="966"/>
                    <a:pt x="1212" y="1006"/>
                  </a:cubicBezTo>
                  <a:cubicBezTo>
                    <a:pt x="1127" y="1035"/>
                    <a:pt x="1043" y="1073"/>
                    <a:pt x="965" y="1120"/>
                  </a:cubicBezTo>
                  <a:lnTo>
                    <a:pt x="725" y="1259"/>
                  </a:lnTo>
                  <a:lnTo>
                    <a:pt x="409" y="1843"/>
                  </a:lnTo>
                  <a:lnTo>
                    <a:pt x="1" y="2280"/>
                  </a:lnTo>
                  <a:lnTo>
                    <a:pt x="236" y="3868"/>
                  </a:lnTo>
                  <a:lnTo>
                    <a:pt x="283" y="4180"/>
                  </a:lnTo>
                  <a:cubicBezTo>
                    <a:pt x="348" y="4614"/>
                    <a:pt x="602" y="4995"/>
                    <a:pt x="975" y="5218"/>
                  </a:cubicBezTo>
                  <a:cubicBezTo>
                    <a:pt x="985" y="5228"/>
                    <a:pt x="996" y="5235"/>
                    <a:pt x="1009" y="5240"/>
                  </a:cubicBezTo>
                  <a:lnTo>
                    <a:pt x="1719" y="5655"/>
                  </a:lnTo>
                  <a:cubicBezTo>
                    <a:pt x="1963" y="5796"/>
                    <a:pt x="2235" y="5867"/>
                    <a:pt x="2507" y="5867"/>
                  </a:cubicBezTo>
                  <a:cubicBezTo>
                    <a:pt x="2780" y="5867"/>
                    <a:pt x="3052" y="5796"/>
                    <a:pt x="3296" y="5655"/>
                  </a:cubicBezTo>
                  <a:lnTo>
                    <a:pt x="5870" y="4168"/>
                  </a:lnTo>
                  <a:cubicBezTo>
                    <a:pt x="6015" y="4083"/>
                    <a:pt x="6114" y="3957"/>
                    <a:pt x="6159" y="3813"/>
                  </a:cubicBezTo>
                  <a:cubicBezTo>
                    <a:pt x="6247" y="3550"/>
                    <a:pt x="6157" y="3242"/>
                    <a:pt x="5896" y="3073"/>
                  </a:cubicBezTo>
                  <a:lnTo>
                    <a:pt x="5292" y="2725"/>
                  </a:lnTo>
                  <a:lnTo>
                    <a:pt x="4550" y="2301"/>
                  </a:lnTo>
                  <a:cubicBezTo>
                    <a:pt x="4304" y="2160"/>
                    <a:pt x="4105" y="1952"/>
                    <a:pt x="3979" y="1706"/>
                  </a:cubicBezTo>
                  <a:cubicBezTo>
                    <a:pt x="3901" y="1560"/>
                    <a:pt x="3848" y="1404"/>
                    <a:pt x="3825" y="1240"/>
                  </a:cubicBezTo>
                  <a:lnTo>
                    <a:pt x="3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p:cNvSpPr/>
            <p:nvPr/>
          </p:nvSpPr>
          <p:spPr>
            <a:xfrm flipH="1">
              <a:off x="7840304" y="3991806"/>
              <a:ext cx="305873" cy="211735"/>
            </a:xfrm>
            <a:custGeom>
              <a:avLst/>
              <a:gdLst/>
              <a:ahLst/>
              <a:cxnLst/>
              <a:rect l="l" t="t" r="r" b="b"/>
              <a:pathLst>
                <a:path w="6011" h="4161" extrusionOk="0">
                  <a:moveTo>
                    <a:pt x="3743" y="1"/>
                  </a:moveTo>
                  <a:lnTo>
                    <a:pt x="0" y="2162"/>
                  </a:lnTo>
                  <a:lnTo>
                    <a:pt x="47" y="2474"/>
                  </a:lnTo>
                  <a:cubicBezTo>
                    <a:pt x="112" y="2908"/>
                    <a:pt x="366" y="3289"/>
                    <a:pt x="739" y="3512"/>
                  </a:cubicBezTo>
                  <a:cubicBezTo>
                    <a:pt x="749" y="3522"/>
                    <a:pt x="760" y="3529"/>
                    <a:pt x="773" y="3534"/>
                  </a:cubicBezTo>
                  <a:lnTo>
                    <a:pt x="1483" y="3949"/>
                  </a:lnTo>
                  <a:cubicBezTo>
                    <a:pt x="1727" y="4090"/>
                    <a:pt x="1999" y="4161"/>
                    <a:pt x="2271" y="4161"/>
                  </a:cubicBezTo>
                  <a:cubicBezTo>
                    <a:pt x="2544" y="4161"/>
                    <a:pt x="2816" y="4090"/>
                    <a:pt x="3060" y="3949"/>
                  </a:cubicBezTo>
                  <a:lnTo>
                    <a:pt x="5634" y="2462"/>
                  </a:lnTo>
                  <a:cubicBezTo>
                    <a:pt x="5779" y="2377"/>
                    <a:pt x="5878" y="2251"/>
                    <a:pt x="5923" y="2107"/>
                  </a:cubicBezTo>
                  <a:cubicBezTo>
                    <a:pt x="6011" y="1844"/>
                    <a:pt x="5921" y="1536"/>
                    <a:pt x="5660" y="1367"/>
                  </a:cubicBezTo>
                  <a:lnTo>
                    <a:pt x="5056" y="1019"/>
                  </a:lnTo>
                  <a:lnTo>
                    <a:pt x="4314" y="595"/>
                  </a:lnTo>
                  <a:cubicBezTo>
                    <a:pt x="4067" y="454"/>
                    <a:pt x="3869" y="246"/>
                    <a:pt x="3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7"/>
            <p:cNvSpPr/>
            <p:nvPr/>
          </p:nvSpPr>
          <p:spPr>
            <a:xfrm flipH="1">
              <a:off x="7840304" y="4043607"/>
              <a:ext cx="268319" cy="159933"/>
            </a:xfrm>
            <a:custGeom>
              <a:avLst/>
              <a:gdLst/>
              <a:ahLst/>
              <a:cxnLst/>
              <a:rect l="l" t="t" r="r" b="b"/>
              <a:pathLst>
                <a:path w="5273" h="3143" extrusionOk="0">
                  <a:moveTo>
                    <a:pt x="4318" y="1"/>
                  </a:moveTo>
                  <a:lnTo>
                    <a:pt x="1" y="2493"/>
                  </a:lnTo>
                  <a:cubicBezTo>
                    <a:pt x="12" y="2504"/>
                    <a:pt x="22" y="2511"/>
                    <a:pt x="35" y="2516"/>
                  </a:cubicBezTo>
                  <a:lnTo>
                    <a:pt x="745" y="2931"/>
                  </a:lnTo>
                  <a:cubicBezTo>
                    <a:pt x="989" y="3072"/>
                    <a:pt x="1261" y="3143"/>
                    <a:pt x="1533" y="3143"/>
                  </a:cubicBezTo>
                  <a:cubicBezTo>
                    <a:pt x="1806" y="3143"/>
                    <a:pt x="2078" y="3072"/>
                    <a:pt x="2323" y="2931"/>
                  </a:cubicBezTo>
                  <a:lnTo>
                    <a:pt x="4896" y="1444"/>
                  </a:lnTo>
                  <a:cubicBezTo>
                    <a:pt x="5041" y="1359"/>
                    <a:pt x="5140" y="1232"/>
                    <a:pt x="5185" y="1089"/>
                  </a:cubicBezTo>
                  <a:cubicBezTo>
                    <a:pt x="5273" y="825"/>
                    <a:pt x="5183" y="518"/>
                    <a:pt x="4922" y="349"/>
                  </a:cubicBezTo>
                  <a:lnTo>
                    <a:pt x="43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7"/>
            <p:cNvSpPr/>
            <p:nvPr/>
          </p:nvSpPr>
          <p:spPr>
            <a:xfrm flipH="1">
              <a:off x="7588990" y="3020097"/>
              <a:ext cx="974142" cy="1255384"/>
            </a:xfrm>
            <a:custGeom>
              <a:avLst/>
              <a:gdLst/>
              <a:ahLst/>
              <a:cxnLst/>
              <a:rect l="l" t="t" r="r" b="b"/>
              <a:pathLst>
                <a:path w="19144" h="24671" extrusionOk="0">
                  <a:moveTo>
                    <a:pt x="18023" y="1"/>
                  </a:moveTo>
                  <a:cubicBezTo>
                    <a:pt x="17930" y="1"/>
                    <a:pt x="17834" y="24"/>
                    <a:pt x="17743" y="77"/>
                  </a:cubicBezTo>
                  <a:lnTo>
                    <a:pt x="869" y="9819"/>
                  </a:lnTo>
                  <a:cubicBezTo>
                    <a:pt x="339" y="10124"/>
                    <a:pt x="11" y="10690"/>
                    <a:pt x="10" y="11302"/>
                  </a:cubicBezTo>
                  <a:lnTo>
                    <a:pt x="2" y="23759"/>
                  </a:lnTo>
                  <a:cubicBezTo>
                    <a:pt x="1" y="23930"/>
                    <a:pt x="73" y="24075"/>
                    <a:pt x="183" y="24177"/>
                  </a:cubicBezTo>
                  <a:lnTo>
                    <a:pt x="174" y="24191"/>
                  </a:lnTo>
                  <a:lnTo>
                    <a:pt x="288" y="24256"/>
                  </a:lnTo>
                  <a:lnTo>
                    <a:pt x="1004" y="24671"/>
                  </a:lnTo>
                  <a:lnTo>
                    <a:pt x="1739" y="23398"/>
                  </a:lnTo>
                  <a:lnTo>
                    <a:pt x="17459" y="14289"/>
                  </a:lnTo>
                  <a:cubicBezTo>
                    <a:pt x="17955" y="14004"/>
                    <a:pt x="18260" y="13477"/>
                    <a:pt x="18260" y="12907"/>
                  </a:cubicBezTo>
                  <a:lnTo>
                    <a:pt x="18268" y="2000"/>
                  </a:lnTo>
                  <a:lnTo>
                    <a:pt x="18299" y="2018"/>
                  </a:lnTo>
                  <a:lnTo>
                    <a:pt x="19144" y="555"/>
                  </a:lnTo>
                  <a:lnTo>
                    <a:pt x="18287" y="60"/>
                  </a:lnTo>
                  <a:lnTo>
                    <a:pt x="18285" y="64"/>
                  </a:lnTo>
                  <a:cubicBezTo>
                    <a:pt x="18204" y="24"/>
                    <a:pt x="18115" y="1"/>
                    <a:pt x="180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7"/>
            <p:cNvSpPr/>
            <p:nvPr/>
          </p:nvSpPr>
          <p:spPr>
            <a:xfrm flipH="1">
              <a:off x="7577235" y="3042640"/>
              <a:ext cx="945291" cy="1239202"/>
            </a:xfrm>
            <a:custGeom>
              <a:avLst/>
              <a:gdLst/>
              <a:ahLst/>
              <a:cxnLst/>
              <a:rect l="l" t="t" r="r" b="b"/>
              <a:pathLst>
                <a:path w="18577" h="24353" extrusionOk="0">
                  <a:moveTo>
                    <a:pt x="18001" y="1"/>
                  </a:moveTo>
                  <a:cubicBezTo>
                    <a:pt x="17905" y="1"/>
                    <a:pt x="17808" y="25"/>
                    <a:pt x="17715" y="78"/>
                  </a:cubicBezTo>
                  <a:lnTo>
                    <a:pt x="868" y="9836"/>
                  </a:lnTo>
                  <a:cubicBezTo>
                    <a:pt x="337" y="10141"/>
                    <a:pt x="10" y="10706"/>
                    <a:pt x="9" y="11319"/>
                  </a:cubicBezTo>
                  <a:lnTo>
                    <a:pt x="1" y="23776"/>
                  </a:lnTo>
                  <a:cubicBezTo>
                    <a:pt x="0" y="24112"/>
                    <a:pt x="276" y="24353"/>
                    <a:pt x="576" y="24353"/>
                  </a:cubicBezTo>
                  <a:cubicBezTo>
                    <a:pt x="671" y="24353"/>
                    <a:pt x="769" y="24328"/>
                    <a:pt x="862" y="24275"/>
                  </a:cubicBezTo>
                  <a:lnTo>
                    <a:pt x="17767" y="14484"/>
                  </a:lnTo>
                  <a:cubicBezTo>
                    <a:pt x="18261" y="14199"/>
                    <a:pt x="18566" y="13672"/>
                    <a:pt x="18568" y="13101"/>
                  </a:cubicBezTo>
                  <a:lnTo>
                    <a:pt x="18577" y="577"/>
                  </a:lnTo>
                  <a:cubicBezTo>
                    <a:pt x="18577" y="241"/>
                    <a:pt x="18301" y="1"/>
                    <a:pt x="18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7"/>
            <p:cNvSpPr/>
            <p:nvPr/>
          </p:nvSpPr>
          <p:spPr>
            <a:xfrm flipH="1">
              <a:off x="7596673" y="3037551"/>
              <a:ext cx="934757" cy="1237218"/>
            </a:xfrm>
            <a:custGeom>
              <a:avLst/>
              <a:gdLst/>
              <a:ahLst/>
              <a:cxnLst/>
              <a:rect l="l" t="t" r="r" b="b"/>
              <a:pathLst>
                <a:path w="18370" h="24314" extrusionOk="0">
                  <a:moveTo>
                    <a:pt x="17996" y="1"/>
                  </a:moveTo>
                  <a:cubicBezTo>
                    <a:pt x="17902" y="1"/>
                    <a:pt x="17806" y="25"/>
                    <a:pt x="17715" y="77"/>
                  </a:cubicBezTo>
                  <a:lnTo>
                    <a:pt x="868" y="9834"/>
                  </a:lnTo>
                  <a:cubicBezTo>
                    <a:pt x="337" y="10140"/>
                    <a:pt x="10" y="10705"/>
                    <a:pt x="10" y="11317"/>
                  </a:cubicBezTo>
                  <a:lnTo>
                    <a:pt x="1" y="23775"/>
                  </a:lnTo>
                  <a:cubicBezTo>
                    <a:pt x="1" y="24035"/>
                    <a:pt x="167" y="24236"/>
                    <a:pt x="382" y="24313"/>
                  </a:cubicBezTo>
                  <a:cubicBezTo>
                    <a:pt x="260" y="24211"/>
                    <a:pt x="175" y="24059"/>
                    <a:pt x="176" y="23876"/>
                  </a:cubicBezTo>
                  <a:lnTo>
                    <a:pt x="184" y="11419"/>
                  </a:lnTo>
                  <a:cubicBezTo>
                    <a:pt x="185" y="10806"/>
                    <a:pt x="512" y="10241"/>
                    <a:pt x="1043" y="9936"/>
                  </a:cubicBezTo>
                  <a:lnTo>
                    <a:pt x="17890" y="178"/>
                  </a:lnTo>
                  <a:cubicBezTo>
                    <a:pt x="17981" y="127"/>
                    <a:pt x="18076" y="103"/>
                    <a:pt x="18170" y="103"/>
                  </a:cubicBezTo>
                  <a:cubicBezTo>
                    <a:pt x="18239" y="103"/>
                    <a:pt x="18306" y="116"/>
                    <a:pt x="18370" y="139"/>
                  </a:cubicBezTo>
                  <a:cubicBezTo>
                    <a:pt x="18266" y="52"/>
                    <a:pt x="18134" y="1"/>
                    <a:pt x="179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7"/>
            <p:cNvSpPr/>
            <p:nvPr/>
          </p:nvSpPr>
          <p:spPr>
            <a:xfrm flipH="1">
              <a:off x="7604000" y="3088080"/>
              <a:ext cx="891811" cy="1074589"/>
            </a:xfrm>
            <a:custGeom>
              <a:avLst/>
              <a:gdLst/>
              <a:ahLst/>
              <a:cxnLst/>
              <a:rect l="l" t="t" r="r" b="b"/>
              <a:pathLst>
                <a:path w="17526" h="21118" extrusionOk="0">
                  <a:moveTo>
                    <a:pt x="17249" y="0"/>
                  </a:moveTo>
                  <a:cubicBezTo>
                    <a:pt x="17203" y="0"/>
                    <a:pt x="17155" y="12"/>
                    <a:pt x="17110" y="38"/>
                  </a:cubicBezTo>
                  <a:lnTo>
                    <a:pt x="574" y="9585"/>
                  </a:lnTo>
                  <a:cubicBezTo>
                    <a:pt x="219" y="9790"/>
                    <a:pt x="1" y="10168"/>
                    <a:pt x="1" y="10579"/>
                  </a:cubicBezTo>
                  <a:lnTo>
                    <a:pt x="1" y="21118"/>
                  </a:lnTo>
                  <a:lnTo>
                    <a:pt x="17526" y="11000"/>
                  </a:lnTo>
                  <a:lnTo>
                    <a:pt x="17526" y="278"/>
                  </a:lnTo>
                  <a:cubicBezTo>
                    <a:pt x="17526" y="116"/>
                    <a:pt x="17393" y="0"/>
                    <a:pt x="17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7"/>
            <p:cNvSpPr/>
            <p:nvPr/>
          </p:nvSpPr>
          <p:spPr>
            <a:xfrm flipH="1">
              <a:off x="7633920" y="3132147"/>
              <a:ext cx="831919" cy="965034"/>
            </a:xfrm>
            <a:custGeom>
              <a:avLst/>
              <a:gdLst/>
              <a:ahLst/>
              <a:cxnLst/>
              <a:rect l="l" t="t" r="r" b="b"/>
              <a:pathLst>
                <a:path w="16349" h="18965" extrusionOk="0">
                  <a:moveTo>
                    <a:pt x="16349" y="1"/>
                  </a:moveTo>
                  <a:lnTo>
                    <a:pt x="1" y="9439"/>
                  </a:lnTo>
                  <a:lnTo>
                    <a:pt x="1" y="18965"/>
                  </a:lnTo>
                  <a:lnTo>
                    <a:pt x="16349" y="9526"/>
                  </a:lnTo>
                  <a:lnTo>
                    <a:pt x="163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7"/>
            <p:cNvSpPr/>
            <p:nvPr/>
          </p:nvSpPr>
          <p:spPr>
            <a:xfrm flipH="1">
              <a:off x="7686884" y="3192446"/>
              <a:ext cx="722218" cy="837728"/>
            </a:xfrm>
            <a:custGeom>
              <a:avLst/>
              <a:gdLst/>
              <a:ahLst/>
              <a:cxnLst/>
              <a:rect l="l" t="t" r="r" b="b"/>
              <a:pathLst>
                <a:path w="14193" h="16463" extrusionOk="0">
                  <a:moveTo>
                    <a:pt x="14192" y="0"/>
                  </a:moveTo>
                  <a:lnTo>
                    <a:pt x="1" y="8193"/>
                  </a:lnTo>
                  <a:lnTo>
                    <a:pt x="1" y="16462"/>
                  </a:lnTo>
                  <a:lnTo>
                    <a:pt x="14192" y="8269"/>
                  </a:lnTo>
                  <a:lnTo>
                    <a:pt x="141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a:extLst>
              <a:ext uri="{FF2B5EF4-FFF2-40B4-BE49-F238E27FC236}">
                <a16:creationId xmlns:a16="http://schemas.microsoft.com/office/drawing/2014/main" id="{07170768-ED07-E1F4-6A14-7508C2AC9E4D}"/>
              </a:ext>
            </a:extLst>
          </p:cNvPr>
          <p:cNvGrpSpPr/>
          <p:nvPr/>
        </p:nvGrpSpPr>
        <p:grpSpPr>
          <a:xfrm>
            <a:off x="1403684" y="918533"/>
            <a:ext cx="6247810" cy="4038478"/>
            <a:chOff x="1403684" y="918533"/>
            <a:chExt cx="6247810" cy="4038478"/>
          </a:xfrm>
        </p:grpSpPr>
        <p:sp>
          <p:nvSpPr>
            <p:cNvPr id="3" name="Rectangle: Rounded Corners 2">
              <a:extLst>
                <a:ext uri="{FF2B5EF4-FFF2-40B4-BE49-F238E27FC236}">
                  <a16:creationId xmlns:a16="http://schemas.microsoft.com/office/drawing/2014/main" id="{2517F322-11C6-BCE5-CB43-8664BD3EE63A}"/>
                </a:ext>
              </a:extLst>
            </p:cNvPr>
            <p:cNvSpPr/>
            <p:nvPr/>
          </p:nvSpPr>
          <p:spPr>
            <a:xfrm>
              <a:off x="1403684" y="918533"/>
              <a:ext cx="6144474" cy="403847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E67DF8F-7195-9394-1368-7AE5B1E6CC64}"/>
                    </a:ext>
                  </a:extLst>
                </p:cNvPr>
                <p:cNvSpPr txBox="1"/>
                <p:nvPr/>
              </p:nvSpPr>
              <p:spPr>
                <a:xfrm>
                  <a:off x="1531242" y="1065017"/>
                  <a:ext cx="6120252" cy="3731278"/>
                </a:xfrm>
                <a:prstGeom prst="rect">
                  <a:avLst/>
                </a:prstGeom>
                <a:noFill/>
              </p:spPr>
              <p:txBody>
                <a:bodyPr wrap="square" rtlCol="0">
                  <a:spAutoFit/>
                </a:bodyPr>
                <a:lstStyle/>
                <a:p>
                  <a:r>
                    <a:rPr lang="vi-VN" b="1" dirty="0"/>
                    <a:t>Khoảng cách Euclidean</a:t>
                  </a:r>
                  <a:endParaRPr lang="vi-VN" dirty="0"/>
                </a:p>
                <a:p>
                  <a:r>
                    <a:rPr lang="vi-VN" dirty="0"/>
                    <a:t>Công thức:</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ad>
                          <m:radPr>
                            <m:degHide m:val="on"/>
                            <m:ctrlPr>
                              <a:rPr lang="en-US" i="1">
                                <a:latin typeface="Cambria Math" panose="02040503050406030204" pitchFamily="18" charset="0"/>
                              </a:rPr>
                            </m:ctrlPr>
                          </m:radPr>
                          <m:deg/>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e>
                        </m:rad>
                      </m:oMath>
                    </m:oMathPara>
                  </a14:m>
                  <a:endParaRPr lang="vi-VN" dirty="0"/>
                </a:p>
                <a:p>
                  <a:r>
                    <a:rPr lang="vi-VN" dirty="0"/>
                    <a:t>Mô tả: Khoảng cách đường thẳng ngắn nhất giữa hai điểm trong không gian đa chiều. Đây là độ đo khoảng cách "trực quan" nhất mà con người thường nghĩ đến.</a:t>
                  </a:r>
                </a:p>
                <a:p>
                  <a:r>
                    <a:rPr lang="vi-VN" dirty="0"/>
                    <a:t>Ưu điểm:</a:t>
                  </a:r>
                </a:p>
                <a:p>
                  <a:r>
                    <a:rPr lang="en-US" dirty="0"/>
                    <a:t>	</a:t>
                  </a:r>
                  <a:r>
                    <a:rPr lang="vi-VN" dirty="0"/>
                    <a:t>Phổ biến và dễ hiểu</a:t>
                  </a:r>
                </a:p>
                <a:p>
                  <a:r>
                    <a:rPr lang="en-US" dirty="0"/>
                    <a:t>	</a:t>
                  </a:r>
                  <a:r>
                    <a:rPr lang="vi-VN" dirty="0"/>
                    <a:t>Phù hợp với dữ liệu liên tục</a:t>
                  </a:r>
                </a:p>
                <a:p>
                  <a:r>
                    <a:rPr lang="en-US" dirty="0"/>
                    <a:t>	</a:t>
                  </a:r>
                  <a:r>
                    <a:rPr lang="vi-VN" dirty="0"/>
                    <a:t>Tính toán hiệu quả</a:t>
                  </a:r>
                </a:p>
                <a:p>
                  <a:r>
                    <a:rPr lang="en-US" dirty="0"/>
                    <a:t>	</a:t>
                  </a:r>
                  <a:r>
                    <a:rPr lang="vi-VN" dirty="0"/>
                    <a:t>Hoạt động tốt với đặc trưng chuẩn hóa</a:t>
                  </a:r>
                </a:p>
                <a:p>
                  <a:r>
                    <a:rPr lang="vi-VN" dirty="0"/>
                    <a:t>Nhược điểm:</a:t>
                  </a:r>
                </a:p>
                <a:p>
                  <a:r>
                    <a:rPr lang="en-US" dirty="0"/>
                    <a:t>	</a:t>
                  </a:r>
                  <a:r>
                    <a:rPr lang="vi-VN" dirty="0"/>
                    <a:t>Nhạy cảm với đặc trưng có thang đo lớn</a:t>
                  </a:r>
                </a:p>
                <a:p>
                  <a:r>
                    <a:rPr lang="en-US" dirty="0"/>
                    <a:t>	</a:t>
                  </a:r>
                  <a:r>
                    <a:rPr lang="vi-VN" dirty="0"/>
                    <a:t>Có thể bị ảnh hưởng bởi ngoại lệ (outliers)</a:t>
                  </a:r>
                  <a:endParaRPr lang="en-US" dirty="0"/>
                </a:p>
              </p:txBody>
            </p:sp>
          </mc:Choice>
          <mc:Fallback xmlns="">
            <p:sp>
              <p:nvSpPr>
                <p:cNvPr id="2" name="TextBox 1">
                  <a:extLst>
                    <a:ext uri="{FF2B5EF4-FFF2-40B4-BE49-F238E27FC236}">
                      <a16:creationId xmlns:a16="http://schemas.microsoft.com/office/drawing/2014/main" id="{CE67DF8F-7195-9394-1368-7AE5B1E6CC64}"/>
                    </a:ext>
                  </a:extLst>
                </p:cNvPr>
                <p:cNvSpPr txBox="1">
                  <a:spLocks noRot="1" noChangeAspect="1" noMove="1" noResize="1" noEditPoints="1" noAdjustHandles="1" noChangeArrowheads="1" noChangeShapeType="1" noTextEdit="1"/>
                </p:cNvSpPr>
                <p:nvPr/>
              </p:nvSpPr>
              <p:spPr>
                <a:xfrm>
                  <a:off x="1531242" y="1065017"/>
                  <a:ext cx="6120252" cy="3731278"/>
                </a:xfrm>
                <a:prstGeom prst="rect">
                  <a:avLst/>
                </a:prstGeom>
                <a:blipFill>
                  <a:blip r:embed="rId3"/>
                  <a:stretch>
                    <a:fillRect l="-299" t="-327" b="-817"/>
                  </a:stretch>
                </a:blipFill>
              </p:spPr>
              <p:txBody>
                <a:bodyPr/>
                <a:lstStyle/>
                <a:p>
                  <a:r>
                    <a:rPr lang="en-US">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6">
          <a:extLst>
            <a:ext uri="{FF2B5EF4-FFF2-40B4-BE49-F238E27FC236}">
              <a16:creationId xmlns:a16="http://schemas.microsoft.com/office/drawing/2014/main" id="{9F123242-6E89-5D05-590D-EC2C035ED157}"/>
            </a:ext>
          </a:extLst>
        </p:cNvPr>
        <p:cNvGrpSpPr/>
        <p:nvPr/>
      </p:nvGrpSpPr>
      <p:grpSpPr>
        <a:xfrm>
          <a:off x="0" y="0"/>
          <a:ext cx="0" cy="0"/>
          <a:chOff x="0" y="0"/>
          <a:chExt cx="0" cy="0"/>
        </a:xfrm>
      </p:grpSpPr>
      <p:grpSp>
        <p:nvGrpSpPr>
          <p:cNvPr id="1178" name="Google Shape;1178;p37">
            <a:extLst>
              <a:ext uri="{FF2B5EF4-FFF2-40B4-BE49-F238E27FC236}">
                <a16:creationId xmlns:a16="http://schemas.microsoft.com/office/drawing/2014/main" id="{FDEB3BE1-6927-D1BD-9E5C-C9061D3955D5}"/>
              </a:ext>
            </a:extLst>
          </p:cNvPr>
          <p:cNvGrpSpPr/>
          <p:nvPr/>
        </p:nvGrpSpPr>
        <p:grpSpPr>
          <a:xfrm>
            <a:off x="129625" y="342262"/>
            <a:ext cx="597776" cy="667776"/>
            <a:chOff x="-1981011" y="3336622"/>
            <a:chExt cx="536748" cy="599601"/>
          </a:xfrm>
        </p:grpSpPr>
        <p:sp>
          <p:nvSpPr>
            <p:cNvPr id="1179" name="Google Shape;1179;p37">
              <a:extLst>
                <a:ext uri="{FF2B5EF4-FFF2-40B4-BE49-F238E27FC236}">
                  <a16:creationId xmlns:a16="http://schemas.microsoft.com/office/drawing/2014/main" id="{E2EF3FE1-90EE-A286-19AA-7D8315115C94}"/>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7">
              <a:extLst>
                <a:ext uri="{FF2B5EF4-FFF2-40B4-BE49-F238E27FC236}">
                  <a16:creationId xmlns:a16="http://schemas.microsoft.com/office/drawing/2014/main" id="{7EF9B00F-1A59-4227-2F67-EF47B931302B}"/>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7">
              <a:extLst>
                <a:ext uri="{FF2B5EF4-FFF2-40B4-BE49-F238E27FC236}">
                  <a16:creationId xmlns:a16="http://schemas.microsoft.com/office/drawing/2014/main" id="{D6618497-4A3F-80F7-8052-79B8F291442D}"/>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7">
              <a:extLst>
                <a:ext uri="{FF2B5EF4-FFF2-40B4-BE49-F238E27FC236}">
                  <a16:creationId xmlns:a16="http://schemas.microsoft.com/office/drawing/2014/main" id="{74CDCB0C-1C67-E9D8-BE7A-CE059803D01B}"/>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3" name="Google Shape;1183;p37">
              <a:extLst>
                <a:ext uri="{FF2B5EF4-FFF2-40B4-BE49-F238E27FC236}">
                  <a16:creationId xmlns:a16="http://schemas.microsoft.com/office/drawing/2014/main" id="{A6AA7B12-8706-CBFF-0AA9-EB0F6FB6674B}"/>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37">
            <a:extLst>
              <a:ext uri="{FF2B5EF4-FFF2-40B4-BE49-F238E27FC236}">
                <a16:creationId xmlns:a16="http://schemas.microsoft.com/office/drawing/2014/main" id="{91079675-5E36-43CC-0E4C-AA0E2DE69DE6}"/>
              </a:ext>
            </a:extLst>
          </p:cNvPr>
          <p:cNvGrpSpPr/>
          <p:nvPr/>
        </p:nvGrpSpPr>
        <p:grpSpPr>
          <a:xfrm>
            <a:off x="159525" y="1065017"/>
            <a:ext cx="1111141" cy="1006507"/>
            <a:chOff x="7443684" y="123535"/>
            <a:chExt cx="968230" cy="877130"/>
          </a:xfrm>
        </p:grpSpPr>
        <p:sp>
          <p:nvSpPr>
            <p:cNvPr id="1185" name="Google Shape;1185;p37">
              <a:extLst>
                <a:ext uri="{FF2B5EF4-FFF2-40B4-BE49-F238E27FC236}">
                  <a16:creationId xmlns:a16="http://schemas.microsoft.com/office/drawing/2014/main" id="{B11FD1CB-BB9A-0B56-5AE6-682581B7AA04}"/>
                </a:ext>
              </a:extLst>
            </p:cNvPr>
            <p:cNvSpPr/>
            <p:nvPr/>
          </p:nvSpPr>
          <p:spPr>
            <a:xfrm>
              <a:off x="8225567" y="539901"/>
              <a:ext cx="26291" cy="17747"/>
            </a:xfrm>
            <a:custGeom>
              <a:avLst/>
              <a:gdLst/>
              <a:ahLst/>
              <a:cxnLst/>
              <a:rect l="l" t="t" r="r" b="b"/>
              <a:pathLst>
                <a:path w="320" h="216" extrusionOk="0">
                  <a:moveTo>
                    <a:pt x="49" y="1"/>
                  </a:moveTo>
                  <a:cubicBezTo>
                    <a:pt x="34" y="1"/>
                    <a:pt x="20" y="8"/>
                    <a:pt x="12" y="22"/>
                  </a:cubicBezTo>
                  <a:cubicBezTo>
                    <a:pt x="1" y="42"/>
                    <a:pt x="7" y="68"/>
                    <a:pt x="28" y="81"/>
                  </a:cubicBezTo>
                  <a:lnTo>
                    <a:pt x="248" y="210"/>
                  </a:lnTo>
                  <a:cubicBezTo>
                    <a:pt x="255" y="215"/>
                    <a:pt x="263" y="216"/>
                    <a:pt x="270" y="216"/>
                  </a:cubicBezTo>
                  <a:cubicBezTo>
                    <a:pt x="284" y="216"/>
                    <a:pt x="299" y="209"/>
                    <a:pt x="307" y="194"/>
                  </a:cubicBezTo>
                  <a:cubicBezTo>
                    <a:pt x="319" y="174"/>
                    <a:pt x="312" y="148"/>
                    <a:pt x="292" y="136"/>
                  </a:cubicBezTo>
                  <a:lnTo>
                    <a:pt x="70" y="6"/>
                  </a:lnTo>
                  <a:cubicBezTo>
                    <a:pt x="64" y="3"/>
                    <a:pt x="56" y="1"/>
                    <a:pt x="49"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7">
              <a:extLst>
                <a:ext uri="{FF2B5EF4-FFF2-40B4-BE49-F238E27FC236}">
                  <a16:creationId xmlns:a16="http://schemas.microsoft.com/office/drawing/2014/main" id="{AD083390-B9A1-1F37-1D44-86A034A2EDD4}"/>
                </a:ext>
              </a:extLst>
            </p:cNvPr>
            <p:cNvSpPr/>
            <p:nvPr/>
          </p:nvSpPr>
          <p:spPr>
            <a:xfrm>
              <a:off x="8134866" y="441807"/>
              <a:ext cx="26373" cy="17829"/>
            </a:xfrm>
            <a:custGeom>
              <a:avLst/>
              <a:gdLst/>
              <a:ahLst/>
              <a:cxnLst/>
              <a:rect l="l" t="t" r="r" b="b"/>
              <a:pathLst>
                <a:path w="321" h="217" extrusionOk="0">
                  <a:moveTo>
                    <a:pt x="271" y="1"/>
                  </a:moveTo>
                  <a:cubicBezTo>
                    <a:pt x="264" y="1"/>
                    <a:pt x="256" y="3"/>
                    <a:pt x="250" y="7"/>
                  </a:cubicBezTo>
                  <a:lnTo>
                    <a:pt x="29" y="136"/>
                  </a:lnTo>
                  <a:cubicBezTo>
                    <a:pt x="8" y="148"/>
                    <a:pt x="1" y="175"/>
                    <a:pt x="13" y="195"/>
                  </a:cubicBezTo>
                  <a:cubicBezTo>
                    <a:pt x="21" y="208"/>
                    <a:pt x="36" y="216"/>
                    <a:pt x="51" y="216"/>
                  </a:cubicBezTo>
                  <a:cubicBezTo>
                    <a:pt x="57" y="216"/>
                    <a:pt x="65" y="214"/>
                    <a:pt x="72" y="211"/>
                  </a:cubicBezTo>
                  <a:lnTo>
                    <a:pt x="293" y="81"/>
                  </a:lnTo>
                  <a:cubicBezTo>
                    <a:pt x="314" y="69"/>
                    <a:pt x="321" y="43"/>
                    <a:pt x="308" y="23"/>
                  </a:cubicBezTo>
                  <a:cubicBezTo>
                    <a:pt x="300" y="9"/>
                    <a:pt x="286" y="1"/>
                    <a:pt x="271"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7">
              <a:extLst>
                <a:ext uri="{FF2B5EF4-FFF2-40B4-BE49-F238E27FC236}">
                  <a16:creationId xmlns:a16="http://schemas.microsoft.com/office/drawing/2014/main" id="{FE8154CE-E345-490F-40BD-00AE060D799F}"/>
                </a:ext>
              </a:extLst>
            </p:cNvPr>
            <p:cNvSpPr/>
            <p:nvPr/>
          </p:nvSpPr>
          <p:spPr>
            <a:xfrm>
              <a:off x="7761629" y="864582"/>
              <a:ext cx="26373" cy="17664"/>
            </a:xfrm>
            <a:custGeom>
              <a:avLst/>
              <a:gdLst/>
              <a:ahLst/>
              <a:cxnLst/>
              <a:rect l="l" t="t" r="r" b="b"/>
              <a:pathLst>
                <a:path w="321" h="215" extrusionOk="0">
                  <a:moveTo>
                    <a:pt x="270" y="0"/>
                  </a:moveTo>
                  <a:cubicBezTo>
                    <a:pt x="263" y="0"/>
                    <a:pt x="256" y="2"/>
                    <a:pt x="249" y="6"/>
                  </a:cubicBezTo>
                  <a:lnTo>
                    <a:pt x="27" y="134"/>
                  </a:lnTo>
                  <a:cubicBezTo>
                    <a:pt x="7" y="145"/>
                    <a:pt x="0" y="172"/>
                    <a:pt x="12" y="193"/>
                  </a:cubicBezTo>
                  <a:cubicBezTo>
                    <a:pt x="20" y="206"/>
                    <a:pt x="34" y="214"/>
                    <a:pt x="49" y="214"/>
                  </a:cubicBezTo>
                  <a:cubicBezTo>
                    <a:pt x="57" y="214"/>
                    <a:pt x="63" y="212"/>
                    <a:pt x="70" y="208"/>
                  </a:cubicBezTo>
                  <a:lnTo>
                    <a:pt x="292" y="80"/>
                  </a:lnTo>
                  <a:cubicBezTo>
                    <a:pt x="312" y="68"/>
                    <a:pt x="320" y="42"/>
                    <a:pt x="308" y="21"/>
                  </a:cubicBezTo>
                  <a:cubicBezTo>
                    <a:pt x="300" y="8"/>
                    <a:pt x="285" y="0"/>
                    <a:pt x="270" y="0"/>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7">
              <a:extLst>
                <a:ext uri="{FF2B5EF4-FFF2-40B4-BE49-F238E27FC236}">
                  <a16:creationId xmlns:a16="http://schemas.microsoft.com/office/drawing/2014/main" id="{0C2FE6C3-7711-BACE-2748-ACEFBE75C39C}"/>
                </a:ext>
              </a:extLst>
            </p:cNvPr>
            <p:cNvSpPr/>
            <p:nvPr/>
          </p:nvSpPr>
          <p:spPr>
            <a:xfrm>
              <a:off x="8054024" y="598150"/>
              <a:ext cx="78709" cy="79120"/>
            </a:xfrm>
            <a:custGeom>
              <a:avLst/>
              <a:gdLst/>
              <a:ahLst/>
              <a:cxnLst/>
              <a:rect l="l" t="t" r="r" b="b"/>
              <a:pathLst>
                <a:path w="958" h="963" extrusionOk="0">
                  <a:moveTo>
                    <a:pt x="661" y="0"/>
                  </a:moveTo>
                  <a:lnTo>
                    <a:pt x="1" y="428"/>
                  </a:lnTo>
                  <a:lnTo>
                    <a:pt x="931" y="963"/>
                  </a:lnTo>
                  <a:lnTo>
                    <a:pt x="958" y="163"/>
                  </a:lnTo>
                  <a:lnTo>
                    <a:pt x="6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7">
              <a:extLst>
                <a:ext uri="{FF2B5EF4-FFF2-40B4-BE49-F238E27FC236}">
                  <a16:creationId xmlns:a16="http://schemas.microsoft.com/office/drawing/2014/main" id="{54033CFB-A679-D6A2-30B7-E594F1EC08DF}"/>
                </a:ext>
              </a:extLst>
            </p:cNvPr>
            <p:cNvSpPr/>
            <p:nvPr/>
          </p:nvSpPr>
          <p:spPr>
            <a:xfrm>
              <a:off x="8164360" y="357762"/>
              <a:ext cx="117489" cy="133428"/>
            </a:xfrm>
            <a:custGeom>
              <a:avLst/>
              <a:gdLst/>
              <a:ahLst/>
              <a:cxnLst/>
              <a:rect l="l" t="t" r="r" b="b"/>
              <a:pathLst>
                <a:path w="1430" h="1624" extrusionOk="0">
                  <a:moveTo>
                    <a:pt x="997" y="0"/>
                  </a:moveTo>
                  <a:cubicBezTo>
                    <a:pt x="837" y="0"/>
                    <a:pt x="645" y="98"/>
                    <a:pt x="467" y="288"/>
                  </a:cubicBezTo>
                  <a:cubicBezTo>
                    <a:pt x="149" y="629"/>
                    <a:pt x="0" y="1141"/>
                    <a:pt x="136" y="1431"/>
                  </a:cubicBezTo>
                  <a:cubicBezTo>
                    <a:pt x="198" y="1560"/>
                    <a:pt x="305" y="1624"/>
                    <a:pt x="434" y="1624"/>
                  </a:cubicBezTo>
                  <a:cubicBezTo>
                    <a:pt x="593" y="1624"/>
                    <a:pt x="785" y="1526"/>
                    <a:pt x="962" y="1337"/>
                  </a:cubicBezTo>
                  <a:cubicBezTo>
                    <a:pt x="1282" y="995"/>
                    <a:pt x="1429" y="483"/>
                    <a:pt x="1293" y="193"/>
                  </a:cubicBezTo>
                  <a:cubicBezTo>
                    <a:pt x="1232" y="64"/>
                    <a:pt x="1125" y="0"/>
                    <a:pt x="9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7">
              <a:extLst>
                <a:ext uri="{FF2B5EF4-FFF2-40B4-BE49-F238E27FC236}">
                  <a16:creationId xmlns:a16="http://schemas.microsoft.com/office/drawing/2014/main" id="{E9D734FE-5096-5635-B9E9-779459322876}"/>
                </a:ext>
              </a:extLst>
            </p:cNvPr>
            <p:cNvSpPr/>
            <p:nvPr/>
          </p:nvSpPr>
          <p:spPr>
            <a:xfrm>
              <a:off x="8123611" y="197722"/>
              <a:ext cx="114942" cy="68439"/>
            </a:xfrm>
            <a:custGeom>
              <a:avLst/>
              <a:gdLst/>
              <a:ahLst/>
              <a:cxnLst/>
              <a:rect l="l" t="t" r="r" b="b"/>
              <a:pathLst>
                <a:path w="1399" h="833" extrusionOk="0">
                  <a:moveTo>
                    <a:pt x="378" y="0"/>
                  </a:moveTo>
                  <a:lnTo>
                    <a:pt x="1" y="223"/>
                  </a:lnTo>
                  <a:lnTo>
                    <a:pt x="522" y="522"/>
                  </a:lnTo>
                  <a:lnTo>
                    <a:pt x="983" y="833"/>
                  </a:lnTo>
                  <a:lnTo>
                    <a:pt x="1398" y="587"/>
                  </a:lnTo>
                  <a:lnTo>
                    <a:pt x="3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7">
              <a:extLst>
                <a:ext uri="{FF2B5EF4-FFF2-40B4-BE49-F238E27FC236}">
                  <a16:creationId xmlns:a16="http://schemas.microsoft.com/office/drawing/2014/main" id="{C1D73F42-0A5F-A5B1-6543-000B86AFAA5C}"/>
                </a:ext>
              </a:extLst>
            </p:cNvPr>
            <p:cNvSpPr/>
            <p:nvPr/>
          </p:nvSpPr>
          <p:spPr>
            <a:xfrm>
              <a:off x="7989038" y="235185"/>
              <a:ext cx="141151" cy="182067"/>
            </a:xfrm>
            <a:custGeom>
              <a:avLst/>
              <a:gdLst/>
              <a:ahLst/>
              <a:cxnLst/>
              <a:rect l="l" t="t" r="r" b="b"/>
              <a:pathLst>
                <a:path w="1718" h="2216" extrusionOk="0">
                  <a:moveTo>
                    <a:pt x="653" y="1"/>
                  </a:moveTo>
                  <a:lnTo>
                    <a:pt x="696" y="758"/>
                  </a:lnTo>
                  <a:lnTo>
                    <a:pt x="406" y="1270"/>
                  </a:lnTo>
                  <a:lnTo>
                    <a:pt x="90" y="1437"/>
                  </a:lnTo>
                  <a:lnTo>
                    <a:pt x="113" y="1450"/>
                  </a:lnTo>
                  <a:lnTo>
                    <a:pt x="0" y="1786"/>
                  </a:lnTo>
                  <a:lnTo>
                    <a:pt x="748" y="2215"/>
                  </a:lnTo>
                  <a:lnTo>
                    <a:pt x="1427" y="1855"/>
                  </a:lnTo>
                  <a:lnTo>
                    <a:pt x="1717" y="1344"/>
                  </a:lnTo>
                  <a:lnTo>
                    <a:pt x="1675" y="586"/>
                  </a:lnTo>
                  <a:lnTo>
                    <a:pt x="6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7">
              <a:extLst>
                <a:ext uri="{FF2B5EF4-FFF2-40B4-BE49-F238E27FC236}">
                  <a16:creationId xmlns:a16="http://schemas.microsoft.com/office/drawing/2014/main" id="{5D075EB0-DBA1-7FF7-9B03-5A521D338F0B}"/>
                </a:ext>
              </a:extLst>
            </p:cNvPr>
            <p:cNvSpPr/>
            <p:nvPr/>
          </p:nvSpPr>
          <p:spPr>
            <a:xfrm>
              <a:off x="7998076" y="586237"/>
              <a:ext cx="54554" cy="48064"/>
            </a:xfrm>
            <a:custGeom>
              <a:avLst/>
              <a:gdLst/>
              <a:ahLst/>
              <a:cxnLst/>
              <a:rect l="l" t="t" r="r" b="b"/>
              <a:pathLst>
                <a:path w="664" h="585" extrusionOk="0">
                  <a:moveTo>
                    <a:pt x="207" y="1"/>
                  </a:moveTo>
                  <a:lnTo>
                    <a:pt x="1" y="204"/>
                  </a:lnTo>
                  <a:lnTo>
                    <a:pt x="664" y="584"/>
                  </a:lnTo>
                  <a:lnTo>
                    <a:pt x="457" y="144"/>
                  </a:lnTo>
                  <a:lnTo>
                    <a:pt x="2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7">
              <a:extLst>
                <a:ext uri="{FF2B5EF4-FFF2-40B4-BE49-F238E27FC236}">
                  <a16:creationId xmlns:a16="http://schemas.microsoft.com/office/drawing/2014/main" id="{847AFED8-0D7A-ACF1-23DD-3C79F6C4C63D}"/>
                </a:ext>
              </a:extLst>
            </p:cNvPr>
            <p:cNvSpPr/>
            <p:nvPr/>
          </p:nvSpPr>
          <p:spPr>
            <a:xfrm>
              <a:off x="8015000" y="518212"/>
              <a:ext cx="61620" cy="79860"/>
            </a:xfrm>
            <a:custGeom>
              <a:avLst/>
              <a:gdLst/>
              <a:ahLst/>
              <a:cxnLst/>
              <a:rect l="l" t="t" r="r" b="b"/>
              <a:pathLst>
                <a:path w="750" h="972" extrusionOk="0">
                  <a:moveTo>
                    <a:pt x="484" y="0"/>
                  </a:moveTo>
                  <a:lnTo>
                    <a:pt x="484" y="351"/>
                  </a:lnTo>
                  <a:lnTo>
                    <a:pt x="1" y="829"/>
                  </a:lnTo>
                  <a:lnTo>
                    <a:pt x="251" y="972"/>
                  </a:lnTo>
                  <a:lnTo>
                    <a:pt x="749" y="152"/>
                  </a:lnTo>
                  <a:lnTo>
                    <a:pt x="4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7">
              <a:extLst>
                <a:ext uri="{FF2B5EF4-FFF2-40B4-BE49-F238E27FC236}">
                  <a16:creationId xmlns:a16="http://schemas.microsoft.com/office/drawing/2014/main" id="{94ECB813-70DA-C99B-DA39-131E14CD1906}"/>
                </a:ext>
              </a:extLst>
            </p:cNvPr>
            <p:cNvSpPr/>
            <p:nvPr/>
          </p:nvSpPr>
          <p:spPr>
            <a:xfrm>
              <a:off x="8054681" y="481982"/>
              <a:ext cx="21937" cy="48803"/>
            </a:xfrm>
            <a:custGeom>
              <a:avLst/>
              <a:gdLst/>
              <a:ahLst/>
              <a:cxnLst/>
              <a:rect l="l" t="t" r="r" b="b"/>
              <a:pathLst>
                <a:path w="267" h="594" extrusionOk="0">
                  <a:moveTo>
                    <a:pt x="1" y="1"/>
                  </a:moveTo>
                  <a:lnTo>
                    <a:pt x="1" y="441"/>
                  </a:lnTo>
                  <a:lnTo>
                    <a:pt x="266" y="593"/>
                  </a:lnTo>
                  <a:lnTo>
                    <a:pt x="266" y="593"/>
                  </a:lnTo>
                  <a:lnTo>
                    <a:pt x="262" y="116"/>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7">
              <a:extLst>
                <a:ext uri="{FF2B5EF4-FFF2-40B4-BE49-F238E27FC236}">
                  <a16:creationId xmlns:a16="http://schemas.microsoft.com/office/drawing/2014/main" id="{AEE3784C-015D-B67A-0E53-D4F02F260A38}"/>
                </a:ext>
              </a:extLst>
            </p:cNvPr>
            <p:cNvSpPr/>
            <p:nvPr/>
          </p:nvSpPr>
          <p:spPr>
            <a:xfrm>
              <a:off x="8042687" y="192464"/>
              <a:ext cx="123815" cy="90951"/>
            </a:xfrm>
            <a:custGeom>
              <a:avLst/>
              <a:gdLst/>
              <a:ahLst/>
              <a:cxnLst/>
              <a:rect l="l" t="t" r="r" b="b"/>
              <a:pathLst>
                <a:path w="1507" h="1107" extrusionOk="0">
                  <a:moveTo>
                    <a:pt x="486" y="0"/>
                  </a:moveTo>
                  <a:lnTo>
                    <a:pt x="0" y="521"/>
                  </a:lnTo>
                  <a:lnTo>
                    <a:pt x="1022" y="1106"/>
                  </a:lnTo>
                  <a:lnTo>
                    <a:pt x="1507" y="586"/>
                  </a:lnTo>
                  <a:lnTo>
                    <a:pt x="986" y="287"/>
                  </a:lnTo>
                  <a:lnTo>
                    <a:pt x="4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7">
              <a:extLst>
                <a:ext uri="{FF2B5EF4-FFF2-40B4-BE49-F238E27FC236}">
                  <a16:creationId xmlns:a16="http://schemas.microsoft.com/office/drawing/2014/main" id="{7FF19AC4-1B20-B503-385B-BBC0F5711D34}"/>
                </a:ext>
              </a:extLst>
            </p:cNvPr>
            <p:cNvSpPr/>
            <p:nvPr/>
          </p:nvSpPr>
          <p:spPr>
            <a:xfrm>
              <a:off x="8154584" y="123535"/>
              <a:ext cx="239003" cy="127348"/>
            </a:xfrm>
            <a:custGeom>
              <a:avLst/>
              <a:gdLst/>
              <a:ahLst/>
              <a:cxnLst/>
              <a:rect l="l" t="t" r="r" b="b"/>
              <a:pathLst>
                <a:path w="2909" h="1550" extrusionOk="0">
                  <a:moveTo>
                    <a:pt x="940" y="0"/>
                  </a:moveTo>
                  <a:lnTo>
                    <a:pt x="450" y="57"/>
                  </a:lnTo>
                  <a:lnTo>
                    <a:pt x="1" y="903"/>
                  </a:lnTo>
                  <a:lnTo>
                    <a:pt x="1021" y="1489"/>
                  </a:lnTo>
                  <a:lnTo>
                    <a:pt x="1470" y="642"/>
                  </a:lnTo>
                  <a:lnTo>
                    <a:pt x="1960" y="587"/>
                  </a:lnTo>
                  <a:lnTo>
                    <a:pt x="1960" y="587"/>
                  </a:lnTo>
                  <a:lnTo>
                    <a:pt x="1933" y="1385"/>
                  </a:lnTo>
                  <a:lnTo>
                    <a:pt x="2230" y="1550"/>
                  </a:lnTo>
                  <a:lnTo>
                    <a:pt x="2908" y="1110"/>
                  </a:lnTo>
                  <a:lnTo>
                    <a:pt x="1888" y="523"/>
                  </a:lnTo>
                  <a:lnTo>
                    <a:pt x="1876" y="538"/>
                  </a:lnTo>
                  <a:cubicBezTo>
                    <a:pt x="1870" y="534"/>
                    <a:pt x="940" y="0"/>
                    <a:pt x="9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7">
              <a:extLst>
                <a:ext uri="{FF2B5EF4-FFF2-40B4-BE49-F238E27FC236}">
                  <a16:creationId xmlns:a16="http://schemas.microsoft.com/office/drawing/2014/main" id="{67FE81BA-2DA7-01F2-C4E7-2968BF7D98C1}"/>
                </a:ext>
              </a:extLst>
            </p:cNvPr>
            <p:cNvSpPr/>
            <p:nvPr/>
          </p:nvSpPr>
          <p:spPr>
            <a:xfrm>
              <a:off x="7693357" y="474587"/>
              <a:ext cx="42888" cy="45270"/>
            </a:xfrm>
            <a:custGeom>
              <a:avLst/>
              <a:gdLst/>
              <a:ahLst/>
              <a:cxnLst/>
              <a:rect l="l" t="t" r="r" b="b"/>
              <a:pathLst>
                <a:path w="522" h="551" extrusionOk="0">
                  <a:moveTo>
                    <a:pt x="522" y="1"/>
                  </a:moveTo>
                  <a:cubicBezTo>
                    <a:pt x="519" y="1"/>
                    <a:pt x="0" y="550"/>
                    <a:pt x="0" y="550"/>
                  </a:cubicBezTo>
                  <a:lnTo>
                    <a:pt x="522" y="1"/>
                  </a:lnTo>
                  <a:cubicBezTo>
                    <a:pt x="522" y="1"/>
                    <a:pt x="522" y="1"/>
                    <a:pt x="522" y="1"/>
                  </a:cubicBezTo>
                  <a:close/>
                </a:path>
              </a:pathLst>
            </a:custGeom>
            <a:solidFill>
              <a:srgbClr val="008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7">
              <a:extLst>
                <a:ext uri="{FF2B5EF4-FFF2-40B4-BE49-F238E27FC236}">
                  <a16:creationId xmlns:a16="http://schemas.microsoft.com/office/drawing/2014/main" id="{9C42E2CD-74D0-E6C4-081F-77D2C2B4566B}"/>
                </a:ext>
              </a:extLst>
            </p:cNvPr>
            <p:cNvSpPr/>
            <p:nvPr/>
          </p:nvSpPr>
          <p:spPr>
            <a:xfrm>
              <a:off x="7720880" y="574982"/>
              <a:ext cx="140083" cy="180916"/>
            </a:xfrm>
            <a:custGeom>
              <a:avLst/>
              <a:gdLst/>
              <a:ahLst/>
              <a:cxnLst/>
              <a:rect l="l" t="t" r="r" b="b"/>
              <a:pathLst>
                <a:path w="1705" h="2202" extrusionOk="0">
                  <a:moveTo>
                    <a:pt x="1233" y="1"/>
                  </a:moveTo>
                  <a:cubicBezTo>
                    <a:pt x="1118" y="1"/>
                    <a:pt x="989" y="38"/>
                    <a:pt x="852" y="118"/>
                  </a:cubicBezTo>
                  <a:cubicBezTo>
                    <a:pt x="789" y="154"/>
                    <a:pt x="728" y="198"/>
                    <a:pt x="669" y="247"/>
                  </a:cubicBezTo>
                  <a:cubicBezTo>
                    <a:pt x="345" y="515"/>
                    <a:pt x="92" y="955"/>
                    <a:pt x="21" y="1370"/>
                  </a:cubicBezTo>
                  <a:cubicBezTo>
                    <a:pt x="8" y="1445"/>
                    <a:pt x="1" y="1521"/>
                    <a:pt x="1" y="1593"/>
                  </a:cubicBezTo>
                  <a:cubicBezTo>
                    <a:pt x="1" y="1978"/>
                    <a:pt x="192" y="2202"/>
                    <a:pt x="472" y="2202"/>
                  </a:cubicBezTo>
                  <a:cubicBezTo>
                    <a:pt x="586" y="2202"/>
                    <a:pt x="715" y="2164"/>
                    <a:pt x="852" y="2085"/>
                  </a:cubicBezTo>
                  <a:cubicBezTo>
                    <a:pt x="1323" y="1813"/>
                    <a:pt x="1705" y="1152"/>
                    <a:pt x="1705" y="610"/>
                  </a:cubicBezTo>
                  <a:cubicBezTo>
                    <a:pt x="1705" y="224"/>
                    <a:pt x="1513" y="1"/>
                    <a:pt x="12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7">
              <a:extLst>
                <a:ext uri="{FF2B5EF4-FFF2-40B4-BE49-F238E27FC236}">
                  <a16:creationId xmlns:a16="http://schemas.microsoft.com/office/drawing/2014/main" id="{7A08600E-4A10-BA32-E214-D1979A807715}"/>
                </a:ext>
              </a:extLst>
            </p:cNvPr>
            <p:cNvSpPr/>
            <p:nvPr/>
          </p:nvSpPr>
          <p:spPr>
            <a:xfrm>
              <a:off x="7443684" y="605626"/>
              <a:ext cx="172372" cy="178287"/>
            </a:xfrm>
            <a:custGeom>
              <a:avLst/>
              <a:gdLst/>
              <a:ahLst/>
              <a:cxnLst/>
              <a:rect l="l" t="t" r="r" b="b"/>
              <a:pathLst>
                <a:path w="2098" h="2170" extrusionOk="0">
                  <a:moveTo>
                    <a:pt x="1082" y="0"/>
                  </a:moveTo>
                  <a:lnTo>
                    <a:pt x="867" y="727"/>
                  </a:lnTo>
                  <a:lnTo>
                    <a:pt x="0" y="1583"/>
                  </a:lnTo>
                  <a:lnTo>
                    <a:pt x="1015" y="2169"/>
                  </a:lnTo>
                  <a:lnTo>
                    <a:pt x="1882" y="1312"/>
                  </a:lnTo>
                  <a:lnTo>
                    <a:pt x="2098" y="587"/>
                  </a:lnTo>
                  <a:lnTo>
                    <a:pt x="10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7">
              <a:extLst>
                <a:ext uri="{FF2B5EF4-FFF2-40B4-BE49-F238E27FC236}">
                  <a16:creationId xmlns:a16="http://schemas.microsoft.com/office/drawing/2014/main" id="{B4B04460-6E62-4BB9-2287-C66CF7A9FEFA}"/>
                </a:ext>
              </a:extLst>
            </p:cNvPr>
            <p:cNvSpPr/>
            <p:nvPr/>
          </p:nvSpPr>
          <p:spPr>
            <a:xfrm>
              <a:off x="7500125" y="545570"/>
              <a:ext cx="115928" cy="108287"/>
            </a:xfrm>
            <a:custGeom>
              <a:avLst/>
              <a:gdLst/>
              <a:ahLst/>
              <a:cxnLst/>
              <a:rect l="l" t="t" r="r" b="b"/>
              <a:pathLst>
                <a:path w="1411" h="1318" extrusionOk="0">
                  <a:moveTo>
                    <a:pt x="0" y="0"/>
                  </a:moveTo>
                  <a:lnTo>
                    <a:pt x="395" y="731"/>
                  </a:lnTo>
                  <a:lnTo>
                    <a:pt x="1411" y="1318"/>
                  </a:lnTo>
                  <a:lnTo>
                    <a:pt x="1016"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7">
              <a:extLst>
                <a:ext uri="{FF2B5EF4-FFF2-40B4-BE49-F238E27FC236}">
                  <a16:creationId xmlns:a16="http://schemas.microsoft.com/office/drawing/2014/main" id="{CB9C7BDA-5791-19F6-3D3C-9961048F4FAE}"/>
                </a:ext>
              </a:extLst>
            </p:cNvPr>
            <p:cNvSpPr/>
            <p:nvPr/>
          </p:nvSpPr>
          <p:spPr>
            <a:xfrm>
              <a:off x="7443684" y="735679"/>
              <a:ext cx="172372" cy="240975"/>
            </a:xfrm>
            <a:custGeom>
              <a:avLst/>
              <a:gdLst/>
              <a:ahLst/>
              <a:cxnLst/>
              <a:rect l="l" t="t" r="r" b="b"/>
              <a:pathLst>
                <a:path w="2098" h="2933" extrusionOk="0">
                  <a:moveTo>
                    <a:pt x="0" y="0"/>
                  </a:moveTo>
                  <a:lnTo>
                    <a:pt x="0" y="826"/>
                  </a:lnTo>
                  <a:lnTo>
                    <a:pt x="1001" y="1405"/>
                  </a:lnTo>
                  <a:lnTo>
                    <a:pt x="687" y="2346"/>
                  </a:lnTo>
                  <a:lnTo>
                    <a:pt x="1194" y="2639"/>
                  </a:lnTo>
                  <a:lnTo>
                    <a:pt x="1703" y="2933"/>
                  </a:lnTo>
                  <a:lnTo>
                    <a:pt x="2098" y="1745"/>
                  </a:lnTo>
                  <a:lnTo>
                    <a:pt x="1409" y="1347"/>
                  </a:lnTo>
                  <a:lnTo>
                    <a:pt x="1015" y="1413"/>
                  </a:lnTo>
                  <a:lnTo>
                    <a:pt x="1015"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7">
              <a:extLst>
                <a:ext uri="{FF2B5EF4-FFF2-40B4-BE49-F238E27FC236}">
                  <a16:creationId xmlns:a16="http://schemas.microsoft.com/office/drawing/2014/main" id="{07996CBC-27BD-F93A-1D96-07F74299E72F}"/>
                </a:ext>
              </a:extLst>
            </p:cNvPr>
            <p:cNvSpPr/>
            <p:nvPr/>
          </p:nvSpPr>
          <p:spPr>
            <a:xfrm>
              <a:off x="7679309" y="919380"/>
              <a:ext cx="82324" cy="67700"/>
            </a:xfrm>
            <a:custGeom>
              <a:avLst/>
              <a:gdLst/>
              <a:ahLst/>
              <a:cxnLst/>
              <a:rect l="l" t="t" r="r" b="b"/>
              <a:pathLst>
                <a:path w="1002" h="824" extrusionOk="0">
                  <a:moveTo>
                    <a:pt x="693" y="1"/>
                  </a:moveTo>
                  <a:lnTo>
                    <a:pt x="171" y="53"/>
                  </a:lnTo>
                  <a:lnTo>
                    <a:pt x="0" y="246"/>
                  </a:lnTo>
                  <a:lnTo>
                    <a:pt x="1001" y="824"/>
                  </a:lnTo>
                  <a:lnTo>
                    <a:pt x="6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7">
              <a:extLst>
                <a:ext uri="{FF2B5EF4-FFF2-40B4-BE49-F238E27FC236}">
                  <a16:creationId xmlns:a16="http://schemas.microsoft.com/office/drawing/2014/main" id="{0EED5B8C-DFFB-2AA4-DBF4-B4FC80AB8EA8}"/>
                </a:ext>
              </a:extLst>
            </p:cNvPr>
            <p:cNvSpPr/>
            <p:nvPr/>
          </p:nvSpPr>
          <p:spPr>
            <a:xfrm>
              <a:off x="7500125" y="329582"/>
              <a:ext cx="261515" cy="264144"/>
            </a:xfrm>
            <a:custGeom>
              <a:avLst/>
              <a:gdLst/>
              <a:ahLst/>
              <a:cxnLst/>
              <a:rect l="l" t="t" r="r" b="b"/>
              <a:pathLst>
                <a:path w="3183" h="3215" extrusionOk="0">
                  <a:moveTo>
                    <a:pt x="2167" y="0"/>
                  </a:moveTo>
                  <a:lnTo>
                    <a:pt x="1859" y="1175"/>
                  </a:lnTo>
                  <a:lnTo>
                    <a:pt x="1338" y="1729"/>
                  </a:lnTo>
                  <a:lnTo>
                    <a:pt x="507" y="1752"/>
                  </a:lnTo>
                  <a:lnTo>
                    <a:pt x="0" y="2629"/>
                  </a:lnTo>
                  <a:lnTo>
                    <a:pt x="1016" y="3215"/>
                  </a:lnTo>
                  <a:lnTo>
                    <a:pt x="1521" y="2339"/>
                  </a:lnTo>
                  <a:lnTo>
                    <a:pt x="2352" y="2315"/>
                  </a:lnTo>
                  <a:lnTo>
                    <a:pt x="2875" y="1761"/>
                  </a:lnTo>
                  <a:lnTo>
                    <a:pt x="2877" y="1750"/>
                  </a:lnTo>
                  <a:lnTo>
                    <a:pt x="3182" y="587"/>
                  </a:lnTo>
                  <a:lnTo>
                    <a:pt x="21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7">
              <a:extLst>
                <a:ext uri="{FF2B5EF4-FFF2-40B4-BE49-F238E27FC236}">
                  <a16:creationId xmlns:a16="http://schemas.microsoft.com/office/drawing/2014/main" id="{C6B7FD25-9994-0834-2FCA-FE8861360094}"/>
                </a:ext>
              </a:extLst>
            </p:cNvPr>
            <p:cNvSpPr/>
            <p:nvPr/>
          </p:nvSpPr>
          <p:spPr>
            <a:xfrm>
              <a:off x="7678076" y="282096"/>
              <a:ext cx="278687" cy="129402"/>
            </a:xfrm>
            <a:custGeom>
              <a:avLst/>
              <a:gdLst/>
              <a:ahLst/>
              <a:cxnLst/>
              <a:rect l="l" t="t" r="r" b="b"/>
              <a:pathLst>
                <a:path w="3392" h="1575" extrusionOk="0">
                  <a:moveTo>
                    <a:pt x="2377" y="0"/>
                  </a:moveTo>
                  <a:lnTo>
                    <a:pt x="1717" y="744"/>
                  </a:lnTo>
                  <a:lnTo>
                    <a:pt x="716" y="165"/>
                  </a:lnTo>
                  <a:lnTo>
                    <a:pt x="1" y="578"/>
                  </a:lnTo>
                  <a:lnTo>
                    <a:pt x="1016" y="1165"/>
                  </a:lnTo>
                  <a:lnTo>
                    <a:pt x="1731" y="752"/>
                  </a:lnTo>
                  <a:lnTo>
                    <a:pt x="1871" y="1125"/>
                  </a:lnTo>
                  <a:lnTo>
                    <a:pt x="2040" y="1575"/>
                  </a:lnTo>
                  <a:lnTo>
                    <a:pt x="2560" y="1523"/>
                  </a:lnTo>
                  <a:lnTo>
                    <a:pt x="3391" y="587"/>
                  </a:lnTo>
                  <a:lnTo>
                    <a:pt x="2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7">
              <a:extLst>
                <a:ext uri="{FF2B5EF4-FFF2-40B4-BE49-F238E27FC236}">
                  <a16:creationId xmlns:a16="http://schemas.microsoft.com/office/drawing/2014/main" id="{97947DC5-F47D-7C2C-EC54-0F811CC0FE83}"/>
                </a:ext>
              </a:extLst>
            </p:cNvPr>
            <p:cNvSpPr/>
            <p:nvPr/>
          </p:nvSpPr>
          <p:spPr>
            <a:xfrm>
              <a:off x="7965788" y="436549"/>
              <a:ext cx="84378" cy="54554"/>
            </a:xfrm>
            <a:custGeom>
              <a:avLst/>
              <a:gdLst/>
              <a:ahLst/>
              <a:cxnLst/>
              <a:rect l="l" t="t" r="r" b="b"/>
              <a:pathLst>
                <a:path w="1027" h="664" extrusionOk="0">
                  <a:moveTo>
                    <a:pt x="63" y="1"/>
                  </a:moveTo>
                  <a:lnTo>
                    <a:pt x="1" y="187"/>
                  </a:lnTo>
                  <a:lnTo>
                    <a:pt x="216" y="663"/>
                  </a:lnTo>
                  <a:lnTo>
                    <a:pt x="1026" y="528"/>
                  </a:lnTo>
                  <a:lnTo>
                    <a:pt x="835" y="443"/>
                  </a:lnTo>
                  <a:lnTo>
                    <a:pt x="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7">
              <a:extLst>
                <a:ext uri="{FF2B5EF4-FFF2-40B4-BE49-F238E27FC236}">
                  <a16:creationId xmlns:a16="http://schemas.microsoft.com/office/drawing/2014/main" id="{CFA4C315-8F6C-8E99-BB04-A34B93E53BD8}"/>
                </a:ext>
              </a:extLst>
            </p:cNvPr>
            <p:cNvSpPr/>
            <p:nvPr/>
          </p:nvSpPr>
          <p:spPr>
            <a:xfrm>
              <a:off x="7970882" y="381916"/>
              <a:ext cx="79613" cy="91115"/>
            </a:xfrm>
            <a:custGeom>
              <a:avLst/>
              <a:gdLst/>
              <a:ahLst/>
              <a:cxnLst/>
              <a:rect l="l" t="t" r="r" b="b"/>
              <a:pathLst>
                <a:path w="969" h="1109" extrusionOk="0">
                  <a:moveTo>
                    <a:pt x="221" y="0"/>
                  </a:moveTo>
                  <a:lnTo>
                    <a:pt x="20" y="606"/>
                  </a:lnTo>
                  <a:lnTo>
                    <a:pt x="1" y="666"/>
                  </a:lnTo>
                  <a:lnTo>
                    <a:pt x="773" y="1108"/>
                  </a:lnTo>
                  <a:lnTo>
                    <a:pt x="969" y="429"/>
                  </a:lnTo>
                  <a:lnTo>
                    <a:pt x="2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7">
              <a:extLst>
                <a:ext uri="{FF2B5EF4-FFF2-40B4-BE49-F238E27FC236}">
                  <a16:creationId xmlns:a16="http://schemas.microsoft.com/office/drawing/2014/main" id="{B2C0D956-7EC3-2DE9-CA13-9F2B225F8735}"/>
                </a:ext>
              </a:extLst>
            </p:cNvPr>
            <p:cNvSpPr/>
            <p:nvPr/>
          </p:nvSpPr>
          <p:spPr>
            <a:xfrm>
              <a:off x="7526991" y="330322"/>
              <a:ext cx="527796" cy="670343"/>
            </a:xfrm>
            <a:custGeom>
              <a:avLst/>
              <a:gdLst/>
              <a:ahLst/>
              <a:cxnLst/>
              <a:rect l="l" t="t" r="r" b="b"/>
              <a:pathLst>
                <a:path w="6424" h="8159" extrusionOk="0">
                  <a:moveTo>
                    <a:pt x="3592" y="2978"/>
                  </a:moveTo>
                  <a:cubicBezTo>
                    <a:pt x="3872" y="2978"/>
                    <a:pt x="4065" y="3201"/>
                    <a:pt x="4065" y="3587"/>
                  </a:cubicBezTo>
                  <a:cubicBezTo>
                    <a:pt x="4065" y="4130"/>
                    <a:pt x="3683" y="4791"/>
                    <a:pt x="3212" y="5063"/>
                  </a:cubicBezTo>
                  <a:cubicBezTo>
                    <a:pt x="3076" y="5142"/>
                    <a:pt x="2947" y="5179"/>
                    <a:pt x="2832" y="5179"/>
                  </a:cubicBezTo>
                  <a:cubicBezTo>
                    <a:pt x="2553" y="5179"/>
                    <a:pt x="2361" y="4957"/>
                    <a:pt x="2361" y="4571"/>
                  </a:cubicBezTo>
                  <a:cubicBezTo>
                    <a:pt x="2361" y="4499"/>
                    <a:pt x="2368" y="4423"/>
                    <a:pt x="2381" y="4348"/>
                  </a:cubicBezTo>
                  <a:cubicBezTo>
                    <a:pt x="2452" y="3933"/>
                    <a:pt x="2707" y="3493"/>
                    <a:pt x="3029" y="3224"/>
                  </a:cubicBezTo>
                  <a:cubicBezTo>
                    <a:pt x="3088" y="3176"/>
                    <a:pt x="3149" y="3132"/>
                    <a:pt x="3212" y="3095"/>
                  </a:cubicBezTo>
                  <a:cubicBezTo>
                    <a:pt x="3349" y="3016"/>
                    <a:pt x="3478" y="2978"/>
                    <a:pt x="3592" y="2978"/>
                  </a:cubicBezTo>
                  <a:close/>
                  <a:moveTo>
                    <a:pt x="5230" y="0"/>
                  </a:moveTo>
                  <a:lnTo>
                    <a:pt x="4399" y="936"/>
                  </a:lnTo>
                  <a:lnTo>
                    <a:pt x="3879" y="988"/>
                  </a:lnTo>
                  <a:lnTo>
                    <a:pt x="3710" y="538"/>
                  </a:lnTo>
                  <a:lnTo>
                    <a:pt x="3570" y="165"/>
                  </a:lnTo>
                  <a:lnTo>
                    <a:pt x="2855" y="578"/>
                  </a:lnTo>
                  <a:lnTo>
                    <a:pt x="2550" y="1741"/>
                  </a:lnTo>
                  <a:lnTo>
                    <a:pt x="2548" y="1752"/>
                  </a:lnTo>
                  <a:cubicBezTo>
                    <a:pt x="2547" y="1757"/>
                    <a:pt x="2025" y="2306"/>
                    <a:pt x="2025" y="2306"/>
                  </a:cubicBezTo>
                  <a:lnTo>
                    <a:pt x="1194" y="2330"/>
                  </a:lnTo>
                  <a:lnTo>
                    <a:pt x="689" y="3206"/>
                  </a:lnTo>
                  <a:lnTo>
                    <a:pt x="1084" y="3938"/>
                  </a:lnTo>
                  <a:lnTo>
                    <a:pt x="868" y="4664"/>
                  </a:lnTo>
                  <a:lnTo>
                    <a:pt x="1" y="5520"/>
                  </a:lnTo>
                  <a:lnTo>
                    <a:pt x="1" y="6347"/>
                  </a:lnTo>
                  <a:lnTo>
                    <a:pt x="395" y="6281"/>
                  </a:lnTo>
                  <a:lnTo>
                    <a:pt x="1084" y="6679"/>
                  </a:lnTo>
                  <a:lnTo>
                    <a:pt x="689" y="7867"/>
                  </a:lnTo>
                  <a:lnTo>
                    <a:pt x="1194" y="8158"/>
                  </a:lnTo>
                  <a:lnTo>
                    <a:pt x="1854" y="7416"/>
                  </a:lnTo>
                  <a:lnTo>
                    <a:pt x="2025" y="7223"/>
                  </a:lnTo>
                  <a:lnTo>
                    <a:pt x="2547" y="7171"/>
                  </a:lnTo>
                  <a:lnTo>
                    <a:pt x="2855" y="7994"/>
                  </a:lnTo>
                  <a:lnTo>
                    <a:pt x="3570" y="7581"/>
                  </a:lnTo>
                  <a:lnTo>
                    <a:pt x="3879" y="6402"/>
                  </a:lnTo>
                  <a:lnTo>
                    <a:pt x="4399" y="5852"/>
                  </a:lnTo>
                  <a:lnTo>
                    <a:pt x="5230" y="5829"/>
                  </a:lnTo>
                  <a:lnTo>
                    <a:pt x="5737" y="4953"/>
                  </a:lnTo>
                  <a:lnTo>
                    <a:pt x="5342" y="4221"/>
                  </a:lnTo>
                  <a:lnTo>
                    <a:pt x="5557" y="3494"/>
                  </a:lnTo>
                  <a:lnTo>
                    <a:pt x="5735" y="3319"/>
                  </a:lnTo>
                  <a:lnTo>
                    <a:pt x="5941" y="3116"/>
                  </a:lnTo>
                  <a:lnTo>
                    <a:pt x="6424" y="2638"/>
                  </a:lnTo>
                  <a:lnTo>
                    <a:pt x="6424" y="2287"/>
                  </a:lnTo>
                  <a:lnTo>
                    <a:pt x="6424" y="1847"/>
                  </a:lnTo>
                  <a:lnTo>
                    <a:pt x="6367" y="1821"/>
                  </a:lnTo>
                  <a:lnTo>
                    <a:pt x="5557" y="1956"/>
                  </a:lnTo>
                  <a:lnTo>
                    <a:pt x="5342" y="1480"/>
                  </a:lnTo>
                  <a:lnTo>
                    <a:pt x="5404" y="1294"/>
                  </a:lnTo>
                  <a:lnTo>
                    <a:pt x="5423" y="1234"/>
                  </a:lnTo>
                  <a:lnTo>
                    <a:pt x="5624" y="628"/>
                  </a:lnTo>
                  <a:lnTo>
                    <a:pt x="5737" y="292"/>
                  </a:lnTo>
                  <a:lnTo>
                    <a:pt x="5714" y="278"/>
                  </a:lnTo>
                  <a:lnTo>
                    <a:pt x="52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7">
              <a:extLst>
                <a:ext uri="{FF2B5EF4-FFF2-40B4-BE49-F238E27FC236}">
                  <a16:creationId xmlns:a16="http://schemas.microsoft.com/office/drawing/2014/main" id="{45B16F6F-9431-E6E2-EFAD-FFA817A7FB65}"/>
                </a:ext>
              </a:extLst>
            </p:cNvPr>
            <p:cNvSpPr/>
            <p:nvPr/>
          </p:nvSpPr>
          <p:spPr>
            <a:xfrm>
              <a:off x="8034307" y="171760"/>
              <a:ext cx="377607" cy="505530"/>
            </a:xfrm>
            <a:custGeom>
              <a:avLst/>
              <a:gdLst/>
              <a:ahLst/>
              <a:cxnLst/>
              <a:rect l="l" t="t" r="r" b="b"/>
              <a:pathLst>
                <a:path w="4596" h="6153" extrusionOk="0">
                  <a:moveTo>
                    <a:pt x="2580" y="2264"/>
                  </a:moveTo>
                  <a:cubicBezTo>
                    <a:pt x="2708" y="2264"/>
                    <a:pt x="2815" y="2328"/>
                    <a:pt x="2876" y="2457"/>
                  </a:cubicBezTo>
                  <a:cubicBezTo>
                    <a:pt x="3012" y="2747"/>
                    <a:pt x="2865" y="3259"/>
                    <a:pt x="2545" y="3601"/>
                  </a:cubicBezTo>
                  <a:cubicBezTo>
                    <a:pt x="2368" y="3790"/>
                    <a:pt x="2176" y="3888"/>
                    <a:pt x="2017" y="3888"/>
                  </a:cubicBezTo>
                  <a:cubicBezTo>
                    <a:pt x="1888" y="3888"/>
                    <a:pt x="1781" y="3824"/>
                    <a:pt x="1720" y="3695"/>
                  </a:cubicBezTo>
                  <a:cubicBezTo>
                    <a:pt x="1583" y="3405"/>
                    <a:pt x="1732" y="2893"/>
                    <a:pt x="2050" y="2552"/>
                  </a:cubicBezTo>
                  <a:cubicBezTo>
                    <a:pt x="2228" y="2362"/>
                    <a:pt x="2420" y="2264"/>
                    <a:pt x="2580" y="2264"/>
                  </a:cubicBezTo>
                  <a:close/>
                  <a:moveTo>
                    <a:pt x="3424" y="0"/>
                  </a:moveTo>
                  <a:lnTo>
                    <a:pt x="2934" y="55"/>
                  </a:lnTo>
                  <a:lnTo>
                    <a:pt x="2485" y="903"/>
                  </a:lnTo>
                  <a:lnTo>
                    <a:pt x="2070" y="1149"/>
                  </a:lnTo>
                  <a:lnTo>
                    <a:pt x="1609" y="838"/>
                  </a:lnTo>
                  <a:lnTo>
                    <a:pt x="1124" y="1358"/>
                  </a:lnTo>
                  <a:lnTo>
                    <a:pt x="1166" y="2116"/>
                  </a:lnTo>
                  <a:lnTo>
                    <a:pt x="876" y="2627"/>
                  </a:lnTo>
                  <a:lnTo>
                    <a:pt x="197" y="2987"/>
                  </a:lnTo>
                  <a:lnTo>
                    <a:pt x="1" y="3666"/>
                  </a:lnTo>
                  <a:lnTo>
                    <a:pt x="192" y="3751"/>
                  </a:lnTo>
                  <a:lnTo>
                    <a:pt x="249" y="3777"/>
                  </a:lnTo>
                  <a:lnTo>
                    <a:pt x="510" y="3892"/>
                  </a:lnTo>
                  <a:lnTo>
                    <a:pt x="514" y="4369"/>
                  </a:lnTo>
                  <a:lnTo>
                    <a:pt x="16" y="5189"/>
                  </a:lnTo>
                  <a:lnTo>
                    <a:pt x="223" y="5629"/>
                  </a:lnTo>
                  <a:lnTo>
                    <a:pt x="241" y="5618"/>
                  </a:lnTo>
                  <a:lnTo>
                    <a:pt x="901" y="5190"/>
                  </a:lnTo>
                  <a:lnTo>
                    <a:pt x="1198" y="5353"/>
                  </a:lnTo>
                  <a:lnTo>
                    <a:pt x="1171" y="6153"/>
                  </a:lnTo>
                  <a:lnTo>
                    <a:pt x="1661" y="6097"/>
                  </a:lnTo>
                  <a:lnTo>
                    <a:pt x="2110" y="5250"/>
                  </a:lnTo>
                  <a:lnTo>
                    <a:pt x="2527" y="5004"/>
                  </a:lnTo>
                  <a:lnTo>
                    <a:pt x="2987" y="5314"/>
                  </a:lnTo>
                  <a:lnTo>
                    <a:pt x="3473" y="4794"/>
                  </a:lnTo>
                  <a:lnTo>
                    <a:pt x="3430" y="4036"/>
                  </a:lnTo>
                  <a:lnTo>
                    <a:pt x="3720" y="3525"/>
                  </a:lnTo>
                  <a:lnTo>
                    <a:pt x="4399" y="3164"/>
                  </a:lnTo>
                  <a:lnTo>
                    <a:pt x="4595" y="2485"/>
                  </a:lnTo>
                  <a:lnTo>
                    <a:pt x="4086" y="2260"/>
                  </a:lnTo>
                  <a:lnTo>
                    <a:pt x="4085" y="2192"/>
                  </a:lnTo>
                  <a:lnTo>
                    <a:pt x="4082" y="1783"/>
                  </a:lnTo>
                  <a:lnTo>
                    <a:pt x="4581" y="963"/>
                  </a:lnTo>
                  <a:lnTo>
                    <a:pt x="4372" y="523"/>
                  </a:lnTo>
                  <a:lnTo>
                    <a:pt x="3696" y="963"/>
                  </a:lnTo>
                  <a:lnTo>
                    <a:pt x="3398" y="798"/>
                  </a:lnTo>
                  <a:lnTo>
                    <a:pt x="34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7" name="Google Shape;1177;p37">
            <a:extLst>
              <a:ext uri="{FF2B5EF4-FFF2-40B4-BE49-F238E27FC236}">
                <a16:creationId xmlns:a16="http://schemas.microsoft.com/office/drawing/2014/main" id="{2F8B8512-B22F-B700-D8DD-AB8E8E8040E2}"/>
              </a:ext>
            </a:extLst>
          </p:cNvPr>
          <p:cNvSpPr txBox="1">
            <a:spLocks noGrp="1"/>
          </p:cNvSpPr>
          <p:nvPr>
            <p:ph type="title"/>
          </p:nvPr>
        </p:nvSpPr>
        <p:spPr>
          <a:xfrm>
            <a:off x="224297" y="-122510"/>
            <a:ext cx="9263858" cy="1276615"/>
          </a:xfrm>
          <a:prstGeom prst="rect">
            <a:avLst/>
          </a:prstGeom>
        </p:spPr>
        <p:txBody>
          <a:bodyPr spcFirstLastPara="1" wrap="square" lIns="91425" tIns="91425" rIns="91425" bIns="91425" anchor="ctr" anchorCtr="0">
            <a:noAutofit/>
          </a:bodyPr>
          <a:lstStyle/>
          <a:p>
            <a:pPr lvl="0"/>
            <a:r>
              <a:rPr lang="en-US" sz="4800" dirty="0"/>
              <a:t>Các </a:t>
            </a:r>
            <a:r>
              <a:rPr lang="en-US" sz="4800" dirty="0" err="1"/>
              <a:t>độ</a:t>
            </a:r>
            <a:r>
              <a:rPr lang="en-US" sz="4800" dirty="0"/>
              <a:t> </a:t>
            </a:r>
            <a:r>
              <a:rPr lang="en-US" sz="4800" dirty="0" err="1"/>
              <a:t>đo</a:t>
            </a:r>
            <a:r>
              <a:rPr lang="en-US" sz="4800" dirty="0"/>
              <a:t> </a:t>
            </a:r>
            <a:r>
              <a:rPr lang="en-US" sz="4800" dirty="0" err="1"/>
              <a:t>khoảng</a:t>
            </a:r>
            <a:r>
              <a:rPr lang="en-US" sz="4800" dirty="0"/>
              <a:t> </a:t>
            </a:r>
            <a:r>
              <a:rPr lang="en-US" sz="4800" dirty="0" err="1"/>
              <a:t>cách</a:t>
            </a:r>
            <a:r>
              <a:rPr lang="en-US" sz="4800" dirty="0"/>
              <a:t> </a:t>
            </a:r>
            <a:r>
              <a:rPr lang="en-US" sz="4800" dirty="0" err="1"/>
              <a:t>trong</a:t>
            </a:r>
            <a:r>
              <a:rPr lang="en-US" sz="4800" dirty="0"/>
              <a:t> KNN</a:t>
            </a:r>
            <a:endParaRPr sz="4800" dirty="0">
              <a:solidFill>
                <a:schemeClr val="lt2"/>
              </a:solidFill>
            </a:endParaRPr>
          </a:p>
        </p:txBody>
      </p:sp>
      <p:grpSp>
        <p:nvGrpSpPr>
          <p:cNvPr id="1209" name="Google Shape;1209;p37">
            <a:extLst>
              <a:ext uri="{FF2B5EF4-FFF2-40B4-BE49-F238E27FC236}">
                <a16:creationId xmlns:a16="http://schemas.microsoft.com/office/drawing/2014/main" id="{94F74930-9797-11AF-3270-7EC91B36AB67}"/>
              </a:ext>
            </a:extLst>
          </p:cNvPr>
          <p:cNvGrpSpPr/>
          <p:nvPr/>
        </p:nvGrpSpPr>
        <p:grpSpPr>
          <a:xfrm>
            <a:off x="7595596" y="3149422"/>
            <a:ext cx="1245385" cy="1593962"/>
            <a:chOff x="7577235" y="3020097"/>
            <a:chExt cx="985897" cy="1261745"/>
          </a:xfrm>
        </p:grpSpPr>
        <p:sp>
          <p:nvSpPr>
            <p:cNvPr id="1210" name="Google Shape;1210;p37">
              <a:extLst>
                <a:ext uri="{FF2B5EF4-FFF2-40B4-BE49-F238E27FC236}">
                  <a16:creationId xmlns:a16="http://schemas.microsoft.com/office/drawing/2014/main" id="{3F8394D2-4365-F99E-5C92-A4A85424AD09}"/>
                </a:ext>
              </a:extLst>
            </p:cNvPr>
            <p:cNvSpPr/>
            <p:nvPr/>
          </p:nvSpPr>
          <p:spPr>
            <a:xfrm flipH="1">
              <a:off x="7840202" y="3971655"/>
              <a:ext cx="330908" cy="252290"/>
            </a:xfrm>
            <a:custGeom>
              <a:avLst/>
              <a:gdLst/>
              <a:ahLst/>
              <a:cxnLst/>
              <a:rect l="l" t="t" r="r" b="b"/>
              <a:pathLst>
                <a:path w="6503" h="4958" extrusionOk="0">
                  <a:moveTo>
                    <a:pt x="2007" y="0"/>
                  </a:moveTo>
                  <a:cubicBezTo>
                    <a:pt x="1734" y="0"/>
                    <a:pt x="1462" y="71"/>
                    <a:pt x="1217" y="212"/>
                  </a:cubicBezTo>
                  <a:lnTo>
                    <a:pt x="663" y="533"/>
                  </a:lnTo>
                  <a:lnTo>
                    <a:pt x="0" y="1767"/>
                  </a:lnTo>
                  <a:lnTo>
                    <a:pt x="152" y="2858"/>
                  </a:lnTo>
                  <a:cubicBezTo>
                    <a:pt x="231" y="3425"/>
                    <a:pt x="565" y="3923"/>
                    <a:pt x="1061" y="4209"/>
                  </a:cubicBezTo>
                  <a:lnTo>
                    <a:pt x="1973" y="4747"/>
                  </a:lnTo>
                  <a:cubicBezTo>
                    <a:pt x="2217" y="4887"/>
                    <a:pt x="2489" y="4957"/>
                    <a:pt x="2761" y="4957"/>
                  </a:cubicBezTo>
                  <a:cubicBezTo>
                    <a:pt x="3034" y="4957"/>
                    <a:pt x="3306" y="4887"/>
                    <a:pt x="3550" y="4747"/>
                  </a:cubicBezTo>
                  <a:lnTo>
                    <a:pt x="6124" y="3260"/>
                  </a:lnTo>
                  <a:cubicBezTo>
                    <a:pt x="6406" y="3097"/>
                    <a:pt x="6502" y="2775"/>
                    <a:pt x="6413" y="2503"/>
                  </a:cubicBezTo>
                  <a:cubicBezTo>
                    <a:pt x="6368" y="2360"/>
                    <a:pt x="6271" y="2231"/>
                    <a:pt x="6124" y="2146"/>
                  </a:cubicBezTo>
                  <a:lnTo>
                    <a:pt x="2795" y="212"/>
                  </a:lnTo>
                  <a:cubicBezTo>
                    <a:pt x="2551" y="71"/>
                    <a:pt x="2279" y="0"/>
                    <a:pt x="2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7">
              <a:extLst>
                <a:ext uri="{FF2B5EF4-FFF2-40B4-BE49-F238E27FC236}">
                  <a16:creationId xmlns:a16="http://schemas.microsoft.com/office/drawing/2014/main" id="{7673BF02-E1EF-EAA6-A8FE-C486F8733355}"/>
                </a:ext>
              </a:extLst>
            </p:cNvPr>
            <p:cNvSpPr/>
            <p:nvPr/>
          </p:nvSpPr>
          <p:spPr>
            <a:xfrm flipH="1">
              <a:off x="7840304" y="3904995"/>
              <a:ext cx="317882" cy="298545"/>
            </a:xfrm>
            <a:custGeom>
              <a:avLst/>
              <a:gdLst/>
              <a:ahLst/>
              <a:cxnLst/>
              <a:rect l="l" t="t" r="r" b="b"/>
              <a:pathLst>
                <a:path w="6247" h="5867" extrusionOk="0">
                  <a:moveTo>
                    <a:pt x="1540" y="1"/>
                  </a:moveTo>
                  <a:lnTo>
                    <a:pt x="1540" y="930"/>
                  </a:lnTo>
                  <a:cubicBezTo>
                    <a:pt x="1429" y="945"/>
                    <a:pt x="1319" y="966"/>
                    <a:pt x="1212" y="1006"/>
                  </a:cubicBezTo>
                  <a:cubicBezTo>
                    <a:pt x="1127" y="1035"/>
                    <a:pt x="1043" y="1073"/>
                    <a:pt x="965" y="1120"/>
                  </a:cubicBezTo>
                  <a:lnTo>
                    <a:pt x="725" y="1259"/>
                  </a:lnTo>
                  <a:lnTo>
                    <a:pt x="409" y="1843"/>
                  </a:lnTo>
                  <a:lnTo>
                    <a:pt x="1" y="2280"/>
                  </a:lnTo>
                  <a:lnTo>
                    <a:pt x="236" y="3868"/>
                  </a:lnTo>
                  <a:lnTo>
                    <a:pt x="283" y="4180"/>
                  </a:lnTo>
                  <a:cubicBezTo>
                    <a:pt x="348" y="4614"/>
                    <a:pt x="602" y="4995"/>
                    <a:pt x="975" y="5218"/>
                  </a:cubicBezTo>
                  <a:cubicBezTo>
                    <a:pt x="985" y="5228"/>
                    <a:pt x="996" y="5235"/>
                    <a:pt x="1009" y="5240"/>
                  </a:cubicBezTo>
                  <a:lnTo>
                    <a:pt x="1719" y="5655"/>
                  </a:lnTo>
                  <a:cubicBezTo>
                    <a:pt x="1963" y="5796"/>
                    <a:pt x="2235" y="5867"/>
                    <a:pt x="2507" y="5867"/>
                  </a:cubicBezTo>
                  <a:cubicBezTo>
                    <a:pt x="2780" y="5867"/>
                    <a:pt x="3052" y="5796"/>
                    <a:pt x="3296" y="5655"/>
                  </a:cubicBezTo>
                  <a:lnTo>
                    <a:pt x="5870" y="4168"/>
                  </a:lnTo>
                  <a:cubicBezTo>
                    <a:pt x="6015" y="4083"/>
                    <a:pt x="6114" y="3957"/>
                    <a:pt x="6159" y="3813"/>
                  </a:cubicBezTo>
                  <a:cubicBezTo>
                    <a:pt x="6247" y="3550"/>
                    <a:pt x="6157" y="3242"/>
                    <a:pt x="5896" y="3073"/>
                  </a:cubicBezTo>
                  <a:lnTo>
                    <a:pt x="5292" y="2725"/>
                  </a:lnTo>
                  <a:lnTo>
                    <a:pt x="4550" y="2301"/>
                  </a:lnTo>
                  <a:cubicBezTo>
                    <a:pt x="4304" y="2160"/>
                    <a:pt x="4105" y="1952"/>
                    <a:pt x="3979" y="1706"/>
                  </a:cubicBezTo>
                  <a:cubicBezTo>
                    <a:pt x="3901" y="1560"/>
                    <a:pt x="3848" y="1404"/>
                    <a:pt x="3825" y="1240"/>
                  </a:cubicBezTo>
                  <a:lnTo>
                    <a:pt x="3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a:extLst>
                <a:ext uri="{FF2B5EF4-FFF2-40B4-BE49-F238E27FC236}">
                  <a16:creationId xmlns:a16="http://schemas.microsoft.com/office/drawing/2014/main" id="{0E7B78EC-9323-E4EA-4077-00AF28F28D55}"/>
                </a:ext>
              </a:extLst>
            </p:cNvPr>
            <p:cNvSpPr/>
            <p:nvPr/>
          </p:nvSpPr>
          <p:spPr>
            <a:xfrm flipH="1">
              <a:off x="7840304" y="3991806"/>
              <a:ext cx="305873" cy="211735"/>
            </a:xfrm>
            <a:custGeom>
              <a:avLst/>
              <a:gdLst/>
              <a:ahLst/>
              <a:cxnLst/>
              <a:rect l="l" t="t" r="r" b="b"/>
              <a:pathLst>
                <a:path w="6011" h="4161" extrusionOk="0">
                  <a:moveTo>
                    <a:pt x="3743" y="1"/>
                  </a:moveTo>
                  <a:lnTo>
                    <a:pt x="0" y="2162"/>
                  </a:lnTo>
                  <a:lnTo>
                    <a:pt x="47" y="2474"/>
                  </a:lnTo>
                  <a:cubicBezTo>
                    <a:pt x="112" y="2908"/>
                    <a:pt x="366" y="3289"/>
                    <a:pt x="739" y="3512"/>
                  </a:cubicBezTo>
                  <a:cubicBezTo>
                    <a:pt x="749" y="3522"/>
                    <a:pt x="760" y="3529"/>
                    <a:pt x="773" y="3534"/>
                  </a:cubicBezTo>
                  <a:lnTo>
                    <a:pt x="1483" y="3949"/>
                  </a:lnTo>
                  <a:cubicBezTo>
                    <a:pt x="1727" y="4090"/>
                    <a:pt x="1999" y="4161"/>
                    <a:pt x="2271" y="4161"/>
                  </a:cubicBezTo>
                  <a:cubicBezTo>
                    <a:pt x="2544" y="4161"/>
                    <a:pt x="2816" y="4090"/>
                    <a:pt x="3060" y="3949"/>
                  </a:cubicBezTo>
                  <a:lnTo>
                    <a:pt x="5634" y="2462"/>
                  </a:lnTo>
                  <a:cubicBezTo>
                    <a:pt x="5779" y="2377"/>
                    <a:pt x="5878" y="2251"/>
                    <a:pt x="5923" y="2107"/>
                  </a:cubicBezTo>
                  <a:cubicBezTo>
                    <a:pt x="6011" y="1844"/>
                    <a:pt x="5921" y="1536"/>
                    <a:pt x="5660" y="1367"/>
                  </a:cubicBezTo>
                  <a:lnTo>
                    <a:pt x="5056" y="1019"/>
                  </a:lnTo>
                  <a:lnTo>
                    <a:pt x="4314" y="595"/>
                  </a:lnTo>
                  <a:cubicBezTo>
                    <a:pt x="4067" y="454"/>
                    <a:pt x="3869" y="246"/>
                    <a:pt x="3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7">
              <a:extLst>
                <a:ext uri="{FF2B5EF4-FFF2-40B4-BE49-F238E27FC236}">
                  <a16:creationId xmlns:a16="http://schemas.microsoft.com/office/drawing/2014/main" id="{B640D612-F238-76EC-62E5-D215E85119CB}"/>
                </a:ext>
              </a:extLst>
            </p:cNvPr>
            <p:cNvSpPr/>
            <p:nvPr/>
          </p:nvSpPr>
          <p:spPr>
            <a:xfrm flipH="1">
              <a:off x="7840304" y="4043607"/>
              <a:ext cx="268319" cy="159933"/>
            </a:xfrm>
            <a:custGeom>
              <a:avLst/>
              <a:gdLst/>
              <a:ahLst/>
              <a:cxnLst/>
              <a:rect l="l" t="t" r="r" b="b"/>
              <a:pathLst>
                <a:path w="5273" h="3143" extrusionOk="0">
                  <a:moveTo>
                    <a:pt x="4318" y="1"/>
                  </a:moveTo>
                  <a:lnTo>
                    <a:pt x="1" y="2493"/>
                  </a:lnTo>
                  <a:cubicBezTo>
                    <a:pt x="12" y="2504"/>
                    <a:pt x="22" y="2511"/>
                    <a:pt x="35" y="2516"/>
                  </a:cubicBezTo>
                  <a:lnTo>
                    <a:pt x="745" y="2931"/>
                  </a:lnTo>
                  <a:cubicBezTo>
                    <a:pt x="989" y="3072"/>
                    <a:pt x="1261" y="3143"/>
                    <a:pt x="1533" y="3143"/>
                  </a:cubicBezTo>
                  <a:cubicBezTo>
                    <a:pt x="1806" y="3143"/>
                    <a:pt x="2078" y="3072"/>
                    <a:pt x="2323" y="2931"/>
                  </a:cubicBezTo>
                  <a:lnTo>
                    <a:pt x="4896" y="1444"/>
                  </a:lnTo>
                  <a:cubicBezTo>
                    <a:pt x="5041" y="1359"/>
                    <a:pt x="5140" y="1232"/>
                    <a:pt x="5185" y="1089"/>
                  </a:cubicBezTo>
                  <a:cubicBezTo>
                    <a:pt x="5273" y="825"/>
                    <a:pt x="5183" y="518"/>
                    <a:pt x="4922" y="349"/>
                  </a:cubicBezTo>
                  <a:lnTo>
                    <a:pt x="43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7">
              <a:extLst>
                <a:ext uri="{FF2B5EF4-FFF2-40B4-BE49-F238E27FC236}">
                  <a16:creationId xmlns:a16="http://schemas.microsoft.com/office/drawing/2014/main" id="{E3E232C3-3F1C-6E37-3070-139BCBFB5218}"/>
                </a:ext>
              </a:extLst>
            </p:cNvPr>
            <p:cNvSpPr/>
            <p:nvPr/>
          </p:nvSpPr>
          <p:spPr>
            <a:xfrm flipH="1">
              <a:off x="7588990" y="3020097"/>
              <a:ext cx="974142" cy="1255384"/>
            </a:xfrm>
            <a:custGeom>
              <a:avLst/>
              <a:gdLst/>
              <a:ahLst/>
              <a:cxnLst/>
              <a:rect l="l" t="t" r="r" b="b"/>
              <a:pathLst>
                <a:path w="19144" h="24671" extrusionOk="0">
                  <a:moveTo>
                    <a:pt x="18023" y="1"/>
                  </a:moveTo>
                  <a:cubicBezTo>
                    <a:pt x="17930" y="1"/>
                    <a:pt x="17834" y="24"/>
                    <a:pt x="17743" y="77"/>
                  </a:cubicBezTo>
                  <a:lnTo>
                    <a:pt x="869" y="9819"/>
                  </a:lnTo>
                  <a:cubicBezTo>
                    <a:pt x="339" y="10124"/>
                    <a:pt x="11" y="10690"/>
                    <a:pt x="10" y="11302"/>
                  </a:cubicBezTo>
                  <a:lnTo>
                    <a:pt x="2" y="23759"/>
                  </a:lnTo>
                  <a:cubicBezTo>
                    <a:pt x="1" y="23930"/>
                    <a:pt x="73" y="24075"/>
                    <a:pt x="183" y="24177"/>
                  </a:cubicBezTo>
                  <a:lnTo>
                    <a:pt x="174" y="24191"/>
                  </a:lnTo>
                  <a:lnTo>
                    <a:pt x="288" y="24256"/>
                  </a:lnTo>
                  <a:lnTo>
                    <a:pt x="1004" y="24671"/>
                  </a:lnTo>
                  <a:lnTo>
                    <a:pt x="1739" y="23398"/>
                  </a:lnTo>
                  <a:lnTo>
                    <a:pt x="17459" y="14289"/>
                  </a:lnTo>
                  <a:cubicBezTo>
                    <a:pt x="17955" y="14004"/>
                    <a:pt x="18260" y="13477"/>
                    <a:pt x="18260" y="12907"/>
                  </a:cubicBezTo>
                  <a:lnTo>
                    <a:pt x="18268" y="2000"/>
                  </a:lnTo>
                  <a:lnTo>
                    <a:pt x="18299" y="2018"/>
                  </a:lnTo>
                  <a:lnTo>
                    <a:pt x="19144" y="555"/>
                  </a:lnTo>
                  <a:lnTo>
                    <a:pt x="18287" y="60"/>
                  </a:lnTo>
                  <a:lnTo>
                    <a:pt x="18285" y="64"/>
                  </a:lnTo>
                  <a:cubicBezTo>
                    <a:pt x="18204" y="24"/>
                    <a:pt x="18115" y="1"/>
                    <a:pt x="180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7">
              <a:extLst>
                <a:ext uri="{FF2B5EF4-FFF2-40B4-BE49-F238E27FC236}">
                  <a16:creationId xmlns:a16="http://schemas.microsoft.com/office/drawing/2014/main" id="{662E6F09-8762-E73C-C48D-A74C0C34E727}"/>
                </a:ext>
              </a:extLst>
            </p:cNvPr>
            <p:cNvSpPr/>
            <p:nvPr/>
          </p:nvSpPr>
          <p:spPr>
            <a:xfrm flipH="1">
              <a:off x="7577235" y="3042640"/>
              <a:ext cx="945291" cy="1239202"/>
            </a:xfrm>
            <a:custGeom>
              <a:avLst/>
              <a:gdLst/>
              <a:ahLst/>
              <a:cxnLst/>
              <a:rect l="l" t="t" r="r" b="b"/>
              <a:pathLst>
                <a:path w="18577" h="24353" extrusionOk="0">
                  <a:moveTo>
                    <a:pt x="18001" y="1"/>
                  </a:moveTo>
                  <a:cubicBezTo>
                    <a:pt x="17905" y="1"/>
                    <a:pt x="17808" y="25"/>
                    <a:pt x="17715" y="78"/>
                  </a:cubicBezTo>
                  <a:lnTo>
                    <a:pt x="868" y="9836"/>
                  </a:lnTo>
                  <a:cubicBezTo>
                    <a:pt x="337" y="10141"/>
                    <a:pt x="10" y="10706"/>
                    <a:pt x="9" y="11319"/>
                  </a:cubicBezTo>
                  <a:lnTo>
                    <a:pt x="1" y="23776"/>
                  </a:lnTo>
                  <a:cubicBezTo>
                    <a:pt x="0" y="24112"/>
                    <a:pt x="276" y="24353"/>
                    <a:pt x="576" y="24353"/>
                  </a:cubicBezTo>
                  <a:cubicBezTo>
                    <a:pt x="671" y="24353"/>
                    <a:pt x="769" y="24328"/>
                    <a:pt x="862" y="24275"/>
                  </a:cubicBezTo>
                  <a:lnTo>
                    <a:pt x="17767" y="14484"/>
                  </a:lnTo>
                  <a:cubicBezTo>
                    <a:pt x="18261" y="14199"/>
                    <a:pt x="18566" y="13672"/>
                    <a:pt x="18568" y="13101"/>
                  </a:cubicBezTo>
                  <a:lnTo>
                    <a:pt x="18577" y="577"/>
                  </a:lnTo>
                  <a:cubicBezTo>
                    <a:pt x="18577" y="241"/>
                    <a:pt x="18301" y="1"/>
                    <a:pt x="18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7">
              <a:extLst>
                <a:ext uri="{FF2B5EF4-FFF2-40B4-BE49-F238E27FC236}">
                  <a16:creationId xmlns:a16="http://schemas.microsoft.com/office/drawing/2014/main" id="{FF9135D7-CD01-F7FE-9582-A0AA089FFA90}"/>
                </a:ext>
              </a:extLst>
            </p:cNvPr>
            <p:cNvSpPr/>
            <p:nvPr/>
          </p:nvSpPr>
          <p:spPr>
            <a:xfrm flipH="1">
              <a:off x="7596673" y="3037551"/>
              <a:ext cx="934757" cy="1237218"/>
            </a:xfrm>
            <a:custGeom>
              <a:avLst/>
              <a:gdLst/>
              <a:ahLst/>
              <a:cxnLst/>
              <a:rect l="l" t="t" r="r" b="b"/>
              <a:pathLst>
                <a:path w="18370" h="24314" extrusionOk="0">
                  <a:moveTo>
                    <a:pt x="17996" y="1"/>
                  </a:moveTo>
                  <a:cubicBezTo>
                    <a:pt x="17902" y="1"/>
                    <a:pt x="17806" y="25"/>
                    <a:pt x="17715" y="77"/>
                  </a:cubicBezTo>
                  <a:lnTo>
                    <a:pt x="868" y="9834"/>
                  </a:lnTo>
                  <a:cubicBezTo>
                    <a:pt x="337" y="10140"/>
                    <a:pt x="10" y="10705"/>
                    <a:pt x="10" y="11317"/>
                  </a:cubicBezTo>
                  <a:lnTo>
                    <a:pt x="1" y="23775"/>
                  </a:lnTo>
                  <a:cubicBezTo>
                    <a:pt x="1" y="24035"/>
                    <a:pt x="167" y="24236"/>
                    <a:pt x="382" y="24313"/>
                  </a:cubicBezTo>
                  <a:cubicBezTo>
                    <a:pt x="260" y="24211"/>
                    <a:pt x="175" y="24059"/>
                    <a:pt x="176" y="23876"/>
                  </a:cubicBezTo>
                  <a:lnTo>
                    <a:pt x="184" y="11419"/>
                  </a:lnTo>
                  <a:cubicBezTo>
                    <a:pt x="185" y="10806"/>
                    <a:pt x="512" y="10241"/>
                    <a:pt x="1043" y="9936"/>
                  </a:cubicBezTo>
                  <a:lnTo>
                    <a:pt x="17890" y="178"/>
                  </a:lnTo>
                  <a:cubicBezTo>
                    <a:pt x="17981" y="127"/>
                    <a:pt x="18076" y="103"/>
                    <a:pt x="18170" y="103"/>
                  </a:cubicBezTo>
                  <a:cubicBezTo>
                    <a:pt x="18239" y="103"/>
                    <a:pt x="18306" y="116"/>
                    <a:pt x="18370" y="139"/>
                  </a:cubicBezTo>
                  <a:cubicBezTo>
                    <a:pt x="18266" y="52"/>
                    <a:pt x="18134" y="1"/>
                    <a:pt x="179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7">
              <a:extLst>
                <a:ext uri="{FF2B5EF4-FFF2-40B4-BE49-F238E27FC236}">
                  <a16:creationId xmlns:a16="http://schemas.microsoft.com/office/drawing/2014/main" id="{53DCFA5F-BB86-1312-3635-68DD6260FA6E}"/>
                </a:ext>
              </a:extLst>
            </p:cNvPr>
            <p:cNvSpPr/>
            <p:nvPr/>
          </p:nvSpPr>
          <p:spPr>
            <a:xfrm flipH="1">
              <a:off x="7604000" y="3088080"/>
              <a:ext cx="891811" cy="1074589"/>
            </a:xfrm>
            <a:custGeom>
              <a:avLst/>
              <a:gdLst/>
              <a:ahLst/>
              <a:cxnLst/>
              <a:rect l="l" t="t" r="r" b="b"/>
              <a:pathLst>
                <a:path w="17526" h="21118" extrusionOk="0">
                  <a:moveTo>
                    <a:pt x="17249" y="0"/>
                  </a:moveTo>
                  <a:cubicBezTo>
                    <a:pt x="17203" y="0"/>
                    <a:pt x="17155" y="12"/>
                    <a:pt x="17110" y="38"/>
                  </a:cubicBezTo>
                  <a:lnTo>
                    <a:pt x="574" y="9585"/>
                  </a:lnTo>
                  <a:cubicBezTo>
                    <a:pt x="219" y="9790"/>
                    <a:pt x="1" y="10168"/>
                    <a:pt x="1" y="10579"/>
                  </a:cubicBezTo>
                  <a:lnTo>
                    <a:pt x="1" y="21118"/>
                  </a:lnTo>
                  <a:lnTo>
                    <a:pt x="17526" y="11000"/>
                  </a:lnTo>
                  <a:lnTo>
                    <a:pt x="17526" y="278"/>
                  </a:lnTo>
                  <a:cubicBezTo>
                    <a:pt x="17526" y="116"/>
                    <a:pt x="17393" y="0"/>
                    <a:pt x="17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7">
              <a:extLst>
                <a:ext uri="{FF2B5EF4-FFF2-40B4-BE49-F238E27FC236}">
                  <a16:creationId xmlns:a16="http://schemas.microsoft.com/office/drawing/2014/main" id="{F8600368-A888-7EF8-40C8-5F79B6B3B026}"/>
                </a:ext>
              </a:extLst>
            </p:cNvPr>
            <p:cNvSpPr/>
            <p:nvPr/>
          </p:nvSpPr>
          <p:spPr>
            <a:xfrm flipH="1">
              <a:off x="7633920" y="3132147"/>
              <a:ext cx="831919" cy="965034"/>
            </a:xfrm>
            <a:custGeom>
              <a:avLst/>
              <a:gdLst/>
              <a:ahLst/>
              <a:cxnLst/>
              <a:rect l="l" t="t" r="r" b="b"/>
              <a:pathLst>
                <a:path w="16349" h="18965" extrusionOk="0">
                  <a:moveTo>
                    <a:pt x="16349" y="1"/>
                  </a:moveTo>
                  <a:lnTo>
                    <a:pt x="1" y="9439"/>
                  </a:lnTo>
                  <a:lnTo>
                    <a:pt x="1" y="18965"/>
                  </a:lnTo>
                  <a:lnTo>
                    <a:pt x="16349" y="9526"/>
                  </a:lnTo>
                  <a:lnTo>
                    <a:pt x="163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7">
              <a:extLst>
                <a:ext uri="{FF2B5EF4-FFF2-40B4-BE49-F238E27FC236}">
                  <a16:creationId xmlns:a16="http://schemas.microsoft.com/office/drawing/2014/main" id="{9093A399-348F-62C6-4229-29226948B033}"/>
                </a:ext>
              </a:extLst>
            </p:cNvPr>
            <p:cNvSpPr/>
            <p:nvPr/>
          </p:nvSpPr>
          <p:spPr>
            <a:xfrm flipH="1">
              <a:off x="7686884" y="3192446"/>
              <a:ext cx="722218" cy="837728"/>
            </a:xfrm>
            <a:custGeom>
              <a:avLst/>
              <a:gdLst/>
              <a:ahLst/>
              <a:cxnLst/>
              <a:rect l="l" t="t" r="r" b="b"/>
              <a:pathLst>
                <a:path w="14193" h="16463" extrusionOk="0">
                  <a:moveTo>
                    <a:pt x="14192" y="0"/>
                  </a:moveTo>
                  <a:lnTo>
                    <a:pt x="1" y="8193"/>
                  </a:lnTo>
                  <a:lnTo>
                    <a:pt x="1" y="16462"/>
                  </a:lnTo>
                  <a:lnTo>
                    <a:pt x="14192" y="8269"/>
                  </a:lnTo>
                  <a:lnTo>
                    <a:pt x="141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a:extLst>
              <a:ext uri="{FF2B5EF4-FFF2-40B4-BE49-F238E27FC236}">
                <a16:creationId xmlns:a16="http://schemas.microsoft.com/office/drawing/2014/main" id="{01EBE920-4440-6549-E579-444A58560E34}"/>
              </a:ext>
            </a:extLst>
          </p:cNvPr>
          <p:cNvGrpSpPr/>
          <p:nvPr/>
        </p:nvGrpSpPr>
        <p:grpSpPr>
          <a:xfrm>
            <a:off x="-6513367" y="884371"/>
            <a:ext cx="6247810" cy="4038478"/>
            <a:chOff x="1403684" y="918533"/>
            <a:chExt cx="6247810" cy="4038478"/>
          </a:xfrm>
        </p:grpSpPr>
        <p:sp>
          <p:nvSpPr>
            <p:cNvPr id="3" name="Rectangle: Rounded Corners 2">
              <a:extLst>
                <a:ext uri="{FF2B5EF4-FFF2-40B4-BE49-F238E27FC236}">
                  <a16:creationId xmlns:a16="http://schemas.microsoft.com/office/drawing/2014/main" id="{9065B50B-0F03-ACD3-FBBF-94845B914F97}"/>
                </a:ext>
              </a:extLst>
            </p:cNvPr>
            <p:cNvSpPr/>
            <p:nvPr/>
          </p:nvSpPr>
          <p:spPr>
            <a:xfrm>
              <a:off x="1403684" y="918533"/>
              <a:ext cx="6144474" cy="403847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8D5B31C-621F-56EF-1372-3DF6F4F72650}"/>
                    </a:ext>
                  </a:extLst>
                </p:cNvPr>
                <p:cNvSpPr txBox="1"/>
                <p:nvPr/>
              </p:nvSpPr>
              <p:spPr>
                <a:xfrm>
                  <a:off x="1531242" y="1065017"/>
                  <a:ext cx="6120252" cy="3731278"/>
                </a:xfrm>
                <a:prstGeom prst="rect">
                  <a:avLst/>
                </a:prstGeom>
                <a:noFill/>
              </p:spPr>
              <p:txBody>
                <a:bodyPr wrap="square" rtlCol="0">
                  <a:spAutoFit/>
                </a:bodyPr>
                <a:lstStyle/>
                <a:p>
                  <a:r>
                    <a:rPr lang="vi-VN" b="1" dirty="0"/>
                    <a:t>Khoảng cách Euclidean</a:t>
                  </a:r>
                  <a:endParaRPr lang="vi-VN" dirty="0"/>
                </a:p>
                <a:p>
                  <a:r>
                    <a:rPr lang="vi-VN" dirty="0"/>
                    <a:t>Công thức:</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ad>
                          <m:radPr>
                            <m:degHide m:val="on"/>
                            <m:ctrlPr>
                              <a:rPr lang="en-US" i="1">
                                <a:latin typeface="Cambria Math" panose="02040503050406030204" pitchFamily="18" charset="0"/>
                              </a:rPr>
                            </m:ctrlPr>
                          </m:radPr>
                          <m:deg/>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e>
                        </m:rad>
                      </m:oMath>
                    </m:oMathPara>
                  </a14:m>
                  <a:endParaRPr lang="vi-VN" dirty="0"/>
                </a:p>
                <a:p>
                  <a:r>
                    <a:rPr lang="vi-VN" dirty="0"/>
                    <a:t>Mô tả: Khoảng cách đường thẳng ngắn nhất giữa hai điểm trong không gian đa chiều. Đây là độ đo khoảng cách "trực quan" nhất mà con người thường nghĩ đến.</a:t>
                  </a:r>
                </a:p>
                <a:p>
                  <a:r>
                    <a:rPr lang="vi-VN" dirty="0"/>
                    <a:t>Ưu điểm:</a:t>
                  </a:r>
                </a:p>
                <a:p>
                  <a:r>
                    <a:rPr lang="en-US" dirty="0"/>
                    <a:t>	</a:t>
                  </a:r>
                  <a:r>
                    <a:rPr lang="vi-VN" dirty="0"/>
                    <a:t>Phổ biến và dễ hiểu</a:t>
                  </a:r>
                </a:p>
                <a:p>
                  <a:r>
                    <a:rPr lang="en-US" dirty="0"/>
                    <a:t>	</a:t>
                  </a:r>
                  <a:r>
                    <a:rPr lang="vi-VN" dirty="0"/>
                    <a:t>Phù hợp với dữ liệu liên tục</a:t>
                  </a:r>
                </a:p>
                <a:p>
                  <a:r>
                    <a:rPr lang="en-US" dirty="0"/>
                    <a:t>	</a:t>
                  </a:r>
                  <a:r>
                    <a:rPr lang="vi-VN" dirty="0"/>
                    <a:t>Tính toán hiệu quả</a:t>
                  </a:r>
                </a:p>
                <a:p>
                  <a:r>
                    <a:rPr lang="en-US" dirty="0"/>
                    <a:t>	</a:t>
                  </a:r>
                  <a:r>
                    <a:rPr lang="vi-VN" dirty="0"/>
                    <a:t>Hoạt động tốt với đặc trưng chuẩn hóa</a:t>
                  </a:r>
                </a:p>
                <a:p>
                  <a:r>
                    <a:rPr lang="vi-VN" dirty="0"/>
                    <a:t>Nhược điểm:</a:t>
                  </a:r>
                </a:p>
                <a:p>
                  <a:r>
                    <a:rPr lang="en-US" dirty="0"/>
                    <a:t>	</a:t>
                  </a:r>
                  <a:r>
                    <a:rPr lang="vi-VN" dirty="0"/>
                    <a:t>Nhạy cảm với đặc trưng có thang đo lớn</a:t>
                  </a:r>
                </a:p>
                <a:p>
                  <a:r>
                    <a:rPr lang="en-US" dirty="0"/>
                    <a:t>	</a:t>
                  </a:r>
                  <a:r>
                    <a:rPr lang="vi-VN" dirty="0"/>
                    <a:t>Có thể bị ảnh hưởng bởi ngoại lệ (outliers)</a:t>
                  </a:r>
                  <a:endParaRPr lang="en-US" dirty="0"/>
                </a:p>
              </p:txBody>
            </p:sp>
          </mc:Choice>
          <mc:Fallback xmlns="">
            <p:sp>
              <p:nvSpPr>
                <p:cNvPr id="2" name="TextBox 1">
                  <a:extLst>
                    <a:ext uri="{FF2B5EF4-FFF2-40B4-BE49-F238E27FC236}">
                      <a16:creationId xmlns:a16="http://schemas.microsoft.com/office/drawing/2014/main" id="{D8D5B31C-621F-56EF-1372-3DF6F4F72650}"/>
                    </a:ext>
                  </a:extLst>
                </p:cNvPr>
                <p:cNvSpPr txBox="1">
                  <a:spLocks noRot="1" noChangeAspect="1" noMove="1" noResize="1" noEditPoints="1" noAdjustHandles="1" noChangeArrowheads="1" noChangeShapeType="1" noTextEdit="1"/>
                </p:cNvSpPr>
                <p:nvPr/>
              </p:nvSpPr>
              <p:spPr>
                <a:xfrm>
                  <a:off x="1531242" y="1065017"/>
                  <a:ext cx="6120252" cy="3731278"/>
                </a:xfrm>
                <a:prstGeom prst="rect">
                  <a:avLst/>
                </a:prstGeom>
                <a:blipFill>
                  <a:blip r:embed="rId3"/>
                  <a:stretch>
                    <a:fillRect l="-299" t="-327" b="-980"/>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A933B9CF-7FB2-25F1-A606-C2D77F5DC5DA}"/>
              </a:ext>
            </a:extLst>
          </p:cNvPr>
          <p:cNvGrpSpPr/>
          <p:nvPr/>
        </p:nvGrpSpPr>
        <p:grpSpPr>
          <a:xfrm>
            <a:off x="1519758" y="877255"/>
            <a:ext cx="6298909" cy="4038478"/>
            <a:chOff x="1403684" y="918533"/>
            <a:chExt cx="6298909" cy="4038478"/>
          </a:xfrm>
        </p:grpSpPr>
        <p:sp>
          <p:nvSpPr>
            <p:cNvPr id="6" name="Rectangle: Rounded Corners 5">
              <a:extLst>
                <a:ext uri="{FF2B5EF4-FFF2-40B4-BE49-F238E27FC236}">
                  <a16:creationId xmlns:a16="http://schemas.microsoft.com/office/drawing/2014/main" id="{1178C357-0E72-001E-7176-534437B594C6}"/>
                </a:ext>
              </a:extLst>
            </p:cNvPr>
            <p:cNvSpPr/>
            <p:nvPr/>
          </p:nvSpPr>
          <p:spPr>
            <a:xfrm>
              <a:off x="1403684" y="918533"/>
              <a:ext cx="6144474" cy="403847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540FFA6-BF15-433D-F61D-AD91B21DC3CB}"/>
                    </a:ext>
                  </a:extLst>
                </p:cNvPr>
                <p:cNvSpPr txBox="1"/>
                <p:nvPr/>
              </p:nvSpPr>
              <p:spPr>
                <a:xfrm>
                  <a:off x="1582341" y="1313301"/>
                  <a:ext cx="6120252" cy="3052952"/>
                </a:xfrm>
                <a:prstGeom prst="rect">
                  <a:avLst/>
                </a:prstGeom>
                <a:noFill/>
              </p:spPr>
              <p:txBody>
                <a:bodyPr wrap="square" rtlCol="0">
                  <a:spAutoFit/>
                </a:bodyPr>
                <a:lstStyle/>
                <a:p>
                  <a:pPr>
                    <a:lnSpc>
                      <a:spcPts val="1700"/>
                    </a:lnSpc>
                  </a:pPr>
                  <a:r>
                    <a:rPr lang="en-US" b="1" dirty="0" err="1">
                      <a:solidFill>
                        <a:srgbClr val="3B3535"/>
                      </a:solidFill>
                      <a:latin typeface="+mj-lt"/>
                      <a:ea typeface="Alexandria Semi Bold" pitchFamily="34" charset="-122"/>
                      <a:cs typeface="Alexandria Semi Bold" pitchFamily="34" charset="-120"/>
                    </a:rPr>
                    <a:t>Khoảng</a:t>
                  </a:r>
                  <a:r>
                    <a:rPr lang="en-US" b="1" dirty="0">
                      <a:solidFill>
                        <a:srgbClr val="3B3535"/>
                      </a:solidFill>
                      <a:latin typeface="+mj-lt"/>
                      <a:ea typeface="Alexandria Semi Bold" pitchFamily="34" charset="-122"/>
                      <a:cs typeface="Alexandria Semi Bold" pitchFamily="34" charset="-120"/>
                    </a:rPr>
                    <a:t> </a:t>
                  </a:r>
                  <a:r>
                    <a:rPr lang="en-US" b="1" dirty="0" err="1">
                      <a:solidFill>
                        <a:srgbClr val="3B3535"/>
                      </a:solidFill>
                      <a:latin typeface="+mj-lt"/>
                      <a:ea typeface="Alexandria Semi Bold" pitchFamily="34" charset="-122"/>
                      <a:cs typeface="Alexandria Semi Bold" pitchFamily="34" charset="-120"/>
                    </a:rPr>
                    <a:t>cách</a:t>
                  </a:r>
                  <a:r>
                    <a:rPr lang="en-US" b="1" dirty="0">
                      <a:solidFill>
                        <a:srgbClr val="3B3535"/>
                      </a:solidFill>
                      <a:latin typeface="+mj-lt"/>
                      <a:ea typeface="Alexandria Semi Bold" pitchFamily="34" charset="-122"/>
                      <a:cs typeface="Alexandria Semi Bold" pitchFamily="34" charset="-120"/>
                    </a:rPr>
                    <a:t> Manhattan</a:t>
                  </a:r>
                  <a:endParaRPr lang="en-US" b="1" dirty="0">
                    <a:latin typeface="+mj-lt"/>
                  </a:endParaRPr>
                </a:p>
                <a:p>
                  <a:r>
                    <a:rPr lang="vi-VN" dirty="0">
                      <a:latin typeface="+mj-lt"/>
                    </a:rPr>
                    <a:t>Công thức:</a:t>
                  </a:r>
                </a:p>
                <a:p>
                  <a:pPr/>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𝑑</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nary>
                          <m:naryPr>
                            <m:chr m:val="∑"/>
                            <m:ctrlPr>
                              <a:rPr lang="es-ES" i="1">
                                <a:latin typeface="Cambria Math" panose="02040503050406030204" pitchFamily="18" charset="0"/>
                              </a:rPr>
                            </m:ctrlPr>
                          </m:naryPr>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e>
                            </m:d>
                          </m:e>
                        </m:nary>
                      </m:oMath>
                    </m:oMathPara>
                  </a14:m>
                  <a:endParaRPr lang="en-US" dirty="0">
                    <a:latin typeface="+mj-lt"/>
                  </a:endParaRPr>
                </a:p>
                <a:p>
                  <a:r>
                    <a:rPr lang="vi-VN" dirty="0">
                      <a:latin typeface="+mj-lt"/>
                    </a:rPr>
                    <a:t>Mô tả: Tổng chênh lệch tuyệt đối theo từng chiều tọa độ. Tương đương với việc di chuyển theo dạng lưới vuông góc thay vì đường thẳng.</a:t>
                  </a:r>
                </a:p>
                <a:p>
                  <a:r>
                    <a:rPr lang="vi-VN" dirty="0">
                      <a:latin typeface="+mj-lt"/>
                    </a:rPr>
                    <a:t>Ưu điểm:</a:t>
                  </a:r>
                </a:p>
                <a:p>
                  <a:r>
                    <a:rPr lang="en-US" dirty="0">
                      <a:latin typeface="+mj-lt"/>
                    </a:rPr>
                    <a:t>	</a:t>
                  </a:r>
                  <a:r>
                    <a:rPr lang="vi-VN" dirty="0">
                      <a:latin typeface="+mj-lt"/>
                    </a:rPr>
                    <a:t>Ít nhạy cảm với ngoại lệ hơn Euclidean</a:t>
                  </a:r>
                </a:p>
                <a:p>
                  <a:r>
                    <a:rPr lang="en-US" dirty="0">
                      <a:latin typeface="+mj-lt"/>
                    </a:rPr>
                    <a:t>	</a:t>
                  </a:r>
                  <a:r>
                    <a:rPr lang="vi-VN" dirty="0">
                      <a:latin typeface="+mj-lt"/>
                    </a:rPr>
                    <a:t>Phù hợp với dữ liệu có đặc trưng rời rạc</a:t>
                  </a:r>
                </a:p>
                <a:p>
                  <a:r>
                    <a:rPr lang="en-US" dirty="0">
                      <a:latin typeface="+mj-lt"/>
                    </a:rPr>
                    <a:t>	</a:t>
                  </a:r>
                  <a:r>
                    <a:rPr lang="vi-VN" dirty="0">
                      <a:latin typeface="+mj-lt"/>
                    </a:rPr>
                    <a:t>Tính toán nhanh hơn EuclideanNhược điểm:</a:t>
                  </a:r>
                </a:p>
                <a:p>
                  <a:r>
                    <a:rPr lang="vi-VN" dirty="0">
                      <a:latin typeface="+mj-lt"/>
                    </a:rPr>
                    <a:t>Nhược điểm:</a:t>
                  </a:r>
                </a:p>
                <a:p>
                  <a:r>
                    <a:rPr lang="en-US" dirty="0">
                      <a:latin typeface="+mj-lt"/>
                    </a:rPr>
                    <a:t>	</a:t>
                  </a:r>
                  <a:r>
                    <a:rPr lang="vi-VN" dirty="0">
                      <a:latin typeface="+mj-lt"/>
                    </a:rPr>
                    <a:t>Không phản ánh tốt "khoảng cách thực"</a:t>
                  </a:r>
                </a:p>
                <a:p>
                  <a:r>
                    <a:rPr lang="en-US" dirty="0">
                      <a:latin typeface="+mj-lt"/>
                    </a:rPr>
                    <a:t>	</a:t>
                  </a:r>
                  <a:r>
                    <a:rPr lang="vi-VN" dirty="0">
                      <a:latin typeface="+mj-lt"/>
                    </a:rPr>
                    <a:t>Có thể kém hiệu quả với dữ liệu liên tục</a:t>
                  </a:r>
                  <a:endParaRPr lang="en-US" dirty="0">
                    <a:latin typeface="+mj-lt"/>
                  </a:endParaRPr>
                </a:p>
              </p:txBody>
            </p:sp>
          </mc:Choice>
          <mc:Fallback xmlns="">
            <p:sp>
              <p:nvSpPr>
                <p:cNvPr id="7" name="TextBox 6">
                  <a:extLst>
                    <a:ext uri="{FF2B5EF4-FFF2-40B4-BE49-F238E27FC236}">
                      <a16:creationId xmlns:a16="http://schemas.microsoft.com/office/drawing/2014/main" id="{E540FFA6-BF15-433D-F61D-AD91B21DC3CB}"/>
                    </a:ext>
                  </a:extLst>
                </p:cNvPr>
                <p:cNvSpPr txBox="1">
                  <a:spLocks noRot="1" noChangeAspect="1" noMove="1" noResize="1" noEditPoints="1" noAdjustHandles="1" noChangeArrowheads="1" noChangeShapeType="1" noTextEdit="1"/>
                </p:cNvSpPr>
                <p:nvPr/>
              </p:nvSpPr>
              <p:spPr>
                <a:xfrm>
                  <a:off x="1582341" y="1313301"/>
                  <a:ext cx="6120252" cy="3052952"/>
                </a:xfrm>
                <a:prstGeom prst="rect">
                  <a:avLst/>
                </a:prstGeom>
                <a:blipFill>
                  <a:blip r:embed="rId4"/>
                  <a:stretch>
                    <a:fillRect l="-299" t="-600" b="-1200"/>
                  </a:stretch>
                </a:blipFill>
              </p:spPr>
              <p:txBody>
                <a:bodyPr/>
                <a:lstStyle/>
                <a:p>
                  <a:r>
                    <a:rPr lang="en-US">
                      <a:noFill/>
                    </a:rPr>
                    <a:t> </a:t>
                  </a:r>
                </a:p>
              </p:txBody>
            </p:sp>
          </mc:Fallback>
        </mc:AlternateContent>
      </p:grpSp>
    </p:spTree>
    <p:extLst>
      <p:ext uri="{BB962C8B-B14F-4D97-AF65-F5344CB8AC3E}">
        <p14:creationId xmlns:p14="http://schemas.microsoft.com/office/powerpoint/2010/main" val="2659325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6">
          <a:extLst>
            <a:ext uri="{FF2B5EF4-FFF2-40B4-BE49-F238E27FC236}">
              <a16:creationId xmlns:a16="http://schemas.microsoft.com/office/drawing/2014/main" id="{F39A87E9-8C2F-D83E-363E-6A52AD94BA34}"/>
            </a:ext>
          </a:extLst>
        </p:cNvPr>
        <p:cNvGrpSpPr/>
        <p:nvPr/>
      </p:nvGrpSpPr>
      <p:grpSpPr>
        <a:xfrm>
          <a:off x="0" y="0"/>
          <a:ext cx="0" cy="0"/>
          <a:chOff x="0" y="0"/>
          <a:chExt cx="0" cy="0"/>
        </a:xfrm>
      </p:grpSpPr>
      <p:grpSp>
        <p:nvGrpSpPr>
          <p:cNvPr id="1178" name="Google Shape;1178;p37">
            <a:extLst>
              <a:ext uri="{FF2B5EF4-FFF2-40B4-BE49-F238E27FC236}">
                <a16:creationId xmlns:a16="http://schemas.microsoft.com/office/drawing/2014/main" id="{2D723FE4-3B20-40C3-7C35-182062E01D0C}"/>
              </a:ext>
            </a:extLst>
          </p:cNvPr>
          <p:cNvGrpSpPr/>
          <p:nvPr/>
        </p:nvGrpSpPr>
        <p:grpSpPr>
          <a:xfrm>
            <a:off x="129625" y="342262"/>
            <a:ext cx="597776" cy="667776"/>
            <a:chOff x="-1981011" y="3336622"/>
            <a:chExt cx="536748" cy="599601"/>
          </a:xfrm>
        </p:grpSpPr>
        <p:sp>
          <p:nvSpPr>
            <p:cNvPr id="1179" name="Google Shape;1179;p37">
              <a:extLst>
                <a:ext uri="{FF2B5EF4-FFF2-40B4-BE49-F238E27FC236}">
                  <a16:creationId xmlns:a16="http://schemas.microsoft.com/office/drawing/2014/main" id="{5972C96D-495E-1F2A-7072-387B168A5F73}"/>
                </a:ext>
              </a:extLst>
            </p:cNvPr>
            <p:cNvSpPr/>
            <p:nvPr/>
          </p:nvSpPr>
          <p:spPr>
            <a:xfrm>
              <a:off x="-1763871" y="3680199"/>
              <a:ext cx="26291" cy="17747"/>
            </a:xfrm>
            <a:custGeom>
              <a:avLst/>
              <a:gdLst/>
              <a:ahLst/>
              <a:cxnLst/>
              <a:rect l="l" t="t" r="r" b="b"/>
              <a:pathLst>
                <a:path w="320" h="216" extrusionOk="0">
                  <a:moveTo>
                    <a:pt x="50" y="1"/>
                  </a:moveTo>
                  <a:cubicBezTo>
                    <a:pt x="35" y="1"/>
                    <a:pt x="21" y="8"/>
                    <a:pt x="13" y="22"/>
                  </a:cubicBezTo>
                  <a:cubicBezTo>
                    <a:pt x="1" y="42"/>
                    <a:pt x="7" y="68"/>
                    <a:pt x="28" y="80"/>
                  </a:cubicBezTo>
                  <a:lnTo>
                    <a:pt x="248" y="210"/>
                  </a:lnTo>
                  <a:cubicBezTo>
                    <a:pt x="255" y="214"/>
                    <a:pt x="263" y="215"/>
                    <a:pt x="271" y="215"/>
                  </a:cubicBezTo>
                  <a:cubicBezTo>
                    <a:pt x="285" y="215"/>
                    <a:pt x="299" y="209"/>
                    <a:pt x="307" y="195"/>
                  </a:cubicBezTo>
                  <a:cubicBezTo>
                    <a:pt x="319" y="175"/>
                    <a:pt x="312" y="148"/>
                    <a:pt x="292" y="137"/>
                  </a:cubicBezTo>
                  <a:lnTo>
                    <a:pt x="70" y="6"/>
                  </a:lnTo>
                  <a:cubicBezTo>
                    <a:pt x="64" y="2"/>
                    <a:pt x="57" y="1"/>
                    <a:pt x="50"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37">
              <a:extLst>
                <a:ext uri="{FF2B5EF4-FFF2-40B4-BE49-F238E27FC236}">
                  <a16:creationId xmlns:a16="http://schemas.microsoft.com/office/drawing/2014/main" id="{E43AC902-0958-0E91-C9B6-6E12ABF395EE}"/>
                </a:ext>
              </a:extLst>
            </p:cNvPr>
            <p:cNvSpPr/>
            <p:nvPr/>
          </p:nvSpPr>
          <p:spPr>
            <a:xfrm>
              <a:off x="-1788272" y="3537083"/>
              <a:ext cx="26373" cy="17664"/>
            </a:xfrm>
            <a:custGeom>
              <a:avLst/>
              <a:gdLst/>
              <a:ahLst/>
              <a:cxnLst/>
              <a:rect l="l" t="t" r="r" b="b"/>
              <a:pathLst>
                <a:path w="321" h="215" extrusionOk="0">
                  <a:moveTo>
                    <a:pt x="272" y="1"/>
                  </a:moveTo>
                  <a:cubicBezTo>
                    <a:pt x="264" y="1"/>
                    <a:pt x="256" y="3"/>
                    <a:pt x="249" y="7"/>
                  </a:cubicBezTo>
                  <a:lnTo>
                    <a:pt x="27" y="135"/>
                  </a:lnTo>
                  <a:cubicBezTo>
                    <a:pt x="7" y="147"/>
                    <a:pt x="0" y="173"/>
                    <a:pt x="12" y="193"/>
                  </a:cubicBezTo>
                  <a:cubicBezTo>
                    <a:pt x="19" y="208"/>
                    <a:pt x="34" y="214"/>
                    <a:pt x="49" y="214"/>
                  </a:cubicBezTo>
                  <a:cubicBezTo>
                    <a:pt x="57" y="214"/>
                    <a:pt x="63" y="213"/>
                    <a:pt x="70" y="209"/>
                  </a:cubicBezTo>
                  <a:lnTo>
                    <a:pt x="292" y="80"/>
                  </a:lnTo>
                  <a:cubicBezTo>
                    <a:pt x="312" y="69"/>
                    <a:pt x="320" y="43"/>
                    <a:pt x="308" y="23"/>
                  </a:cubicBezTo>
                  <a:cubicBezTo>
                    <a:pt x="300" y="9"/>
                    <a:pt x="286" y="1"/>
                    <a:pt x="272"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37">
              <a:extLst>
                <a:ext uri="{FF2B5EF4-FFF2-40B4-BE49-F238E27FC236}">
                  <a16:creationId xmlns:a16="http://schemas.microsoft.com/office/drawing/2014/main" id="{5587236D-B032-D265-299C-D1B782D07B86}"/>
                </a:ext>
              </a:extLst>
            </p:cNvPr>
            <p:cNvSpPr/>
            <p:nvPr/>
          </p:nvSpPr>
          <p:spPr>
            <a:xfrm>
              <a:off x="-1981011" y="3336622"/>
              <a:ext cx="454756" cy="585472"/>
            </a:xfrm>
            <a:custGeom>
              <a:avLst/>
              <a:gdLst/>
              <a:ahLst/>
              <a:cxnLst/>
              <a:rect l="l" t="t" r="r" b="b"/>
              <a:pathLst>
                <a:path w="5535" h="7126" extrusionOk="0">
                  <a:moveTo>
                    <a:pt x="3716" y="1"/>
                  </a:moveTo>
                  <a:cubicBezTo>
                    <a:pt x="3371" y="1"/>
                    <a:pt x="2982" y="113"/>
                    <a:pt x="2569" y="351"/>
                  </a:cubicBezTo>
                  <a:cubicBezTo>
                    <a:pt x="1150" y="1170"/>
                    <a:pt x="1" y="3162"/>
                    <a:pt x="1" y="4799"/>
                  </a:cubicBezTo>
                  <a:cubicBezTo>
                    <a:pt x="1" y="5618"/>
                    <a:pt x="289" y="6193"/>
                    <a:pt x="753" y="6463"/>
                  </a:cubicBezTo>
                  <a:lnTo>
                    <a:pt x="1901" y="7126"/>
                  </a:lnTo>
                  <a:lnTo>
                    <a:pt x="5534" y="835"/>
                  </a:lnTo>
                  <a:lnTo>
                    <a:pt x="4386" y="171"/>
                  </a:lnTo>
                  <a:cubicBezTo>
                    <a:pt x="4191" y="59"/>
                    <a:pt x="3965" y="1"/>
                    <a:pt x="37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37">
              <a:extLst>
                <a:ext uri="{FF2B5EF4-FFF2-40B4-BE49-F238E27FC236}">
                  <a16:creationId xmlns:a16="http://schemas.microsoft.com/office/drawing/2014/main" id="{864E1BCC-4692-C193-47BC-23AD2EC14739}"/>
                </a:ext>
              </a:extLst>
            </p:cNvPr>
            <p:cNvSpPr/>
            <p:nvPr/>
          </p:nvSpPr>
          <p:spPr>
            <a:xfrm>
              <a:off x="-1907481" y="3391174"/>
              <a:ext cx="463218" cy="545049"/>
            </a:xfrm>
            <a:custGeom>
              <a:avLst/>
              <a:gdLst/>
              <a:ahLst/>
              <a:cxnLst/>
              <a:rect l="l" t="t" r="r" b="b"/>
              <a:pathLst>
                <a:path w="5638" h="6634" extrusionOk="0">
                  <a:moveTo>
                    <a:pt x="3968" y="1"/>
                  </a:moveTo>
                  <a:cubicBezTo>
                    <a:pt x="3006" y="1"/>
                    <a:pt x="1806" y="880"/>
                    <a:pt x="1003" y="2268"/>
                  </a:cubicBezTo>
                  <a:cubicBezTo>
                    <a:pt x="1" y="4006"/>
                    <a:pt x="1" y="5883"/>
                    <a:pt x="1003" y="6463"/>
                  </a:cubicBezTo>
                  <a:cubicBezTo>
                    <a:pt x="1204" y="6579"/>
                    <a:pt x="1430" y="6634"/>
                    <a:pt x="1670" y="6634"/>
                  </a:cubicBezTo>
                  <a:cubicBezTo>
                    <a:pt x="2632" y="6634"/>
                    <a:pt x="3833" y="5755"/>
                    <a:pt x="4636" y="4365"/>
                  </a:cubicBezTo>
                  <a:cubicBezTo>
                    <a:pt x="5638" y="2629"/>
                    <a:pt x="5638" y="752"/>
                    <a:pt x="4636" y="172"/>
                  </a:cubicBezTo>
                  <a:cubicBezTo>
                    <a:pt x="4435" y="56"/>
                    <a:pt x="4209" y="1"/>
                    <a:pt x="396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3" name="Google Shape;1183;p37">
              <a:extLst>
                <a:ext uri="{FF2B5EF4-FFF2-40B4-BE49-F238E27FC236}">
                  <a16:creationId xmlns:a16="http://schemas.microsoft.com/office/drawing/2014/main" id="{163014EE-B198-AE04-27BD-F19E21F05AA5}"/>
                </a:ext>
              </a:extLst>
            </p:cNvPr>
            <p:cNvSpPr/>
            <p:nvPr/>
          </p:nvSpPr>
          <p:spPr>
            <a:xfrm>
              <a:off x="-1785068" y="3457884"/>
              <a:ext cx="249684" cy="396176"/>
            </a:xfrm>
            <a:custGeom>
              <a:avLst/>
              <a:gdLst/>
              <a:ahLst/>
              <a:cxnLst/>
              <a:rect l="l" t="t" r="r" b="b"/>
              <a:pathLst>
                <a:path w="3039" h="4822" extrusionOk="0">
                  <a:moveTo>
                    <a:pt x="3039" y="0"/>
                  </a:moveTo>
                  <a:lnTo>
                    <a:pt x="2156" y="511"/>
                  </a:lnTo>
                  <a:lnTo>
                    <a:pt x="1333" y="3345"/>
                  </a:lnTo>
                  <a:lnTo>
                    <a:pt x="884" y="2313"/>
                  </a:lnTo>
                  <a:lnTo>
                    <a:pt x="1" y="2822"/>
                  </a:lnTo>
                  <a:lnTo>
                    <a:pt x="872" y="4821"/>
                  </a:lnTo>
                  <a:lnTo>
                    <a:pt x="912" y="4799"/>
                  </a:lnTo>
                  <a:lnTo>
                    <a:pt x="1755" y="4312"/>
                  </a:lnTo>
                  <a:lnTo>
                    <a:pt x="1794" y="4288"/>
                  </a:lnTo>
                  <a:lnTo>
                    <a:pt x="30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4" name="Google Shape;1184;p37">
            <a:extLst>
              <a:ext uri="{FF2B5EF4-FFF2-40B4-BE49-F238E27FC236}">
                <a16:creationId xmlns:a16="http://schemas.microsoft.com/office/drawing/2014/main" id="{22B325AC-5148-58D3-24AF-483129DE97AB}"/>
              </a:ext>
            </a:extLst>
          </p:cNvPr>
          <p:cNvGrpSpPr/>
          <p:nvPr/>
        </p:nvGrpSpPr>
        <p:grpSpPr>
          <a:xfrm>
            <a:off x="159525" y="1065017"/>
            <a:ext cx="1111141" cy="1006507"/>
            <a:chOff x="7443684" y="123535"/>
            <a:chExt cx="968230" cy="877130"/>
          </a:xfrm>
        </p:grpSpPr>
        <p:sp>
          <p:nvSpPr>
            <p:cNvPr id="1185" name="Google Shape;1185;p37">
              <a:extLst>
                <a:ext uri="{FF2B5EF4-FFF2-40B4-BE49-F238E27FC236}">
                  <a16:creationId xmlns:a16="http://schemas.microsoft.com/office/drawing/2014/main" id="{10C8D4D7-6193-E175-C785-EFED4E8EF6BF}"/>
                </a:ext>
              </a:extLst>
            </p:cNvPr>
            <p:cNvSpPr/>
            <p:nvPr/>
          </p:nvSpPr>
          <p:spPr>
            <a:xfrm>
              <a:off x="8225567" y="539901"/>
              <a:ext cx="26291" cy="17747"/>
            </a:xfrm>
            <a:custGeom>
              <a:avLst/>
              <a:gdLst/>
              <a:ahLst/>
              <a:cxnLst/>
              <a:rect l="l" t="t" r="r" b="b"/>
              <a:pathLst>
                <a:path w="320" h="216" extrusionOk="0">
                  <a:moveTo>
                    <a:pt x="49" y="1"/>
                  </a:moveTo>
                  <a:cubicBezTo>
                    <a:pt x="34" y="1"/>
                    <a:pt x="20" y="8"/>
                    <a:pt x="12" y="22"/>
                  </a:cubicBezTo>
                  <a:cubicBezTo>
                    <a:pt x="1" y="42"/>
                    <a:pt x="7" y="68"/>
                    <a:pt x="28" y="81"/>
                  </a:cubicBezTo>
                  <a:lnTo>
                    <a:pt x="248" y="210"/>
                  </a:lnTo>
                  <a:cubicBezTo>
                    <a:pt x="255" y="215"/>
                    <a:pt x="263" y="216"/>
                    <a:pt x="270" y="216"/>
                  </a:cubicBezTo>
                  <a:cubicBezTo>
                    <a:pt x="284" y="216"/>
                    <a:pt x="299" y="209"/>
                    <a:pt x="307" y="194"/>
                  </a:cubicBezTo>
                  <a:cubicBezTo>
                    <a:pt x="319" y="174"/>
                    <a:pt x="312" y="148"/>
                    <a:pt x="292" y="136"/>
                  </a:cubicBezTo>
                  <a:lnTo>
                    <a:pt x="70" y="6"/>
                  </a:lnTo>
                  <a:cubicBezTo>
                    <a:pt x="64" y="3"/>
                    <a:pt x="56" y="1"/>
                    <a:pt x="49"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37">
              <a:extLst>
                <a:ext uri="{FF2B5EF4-FFF2-40B4-BE49-F238E27FC236}">
                  <a16:creationId xmlns:a16="http://schemas.microsoft.com/office/drawing/2014/main" id="{718ACBF7-0F99-6D47-9382-C15F2B6BD65F}"/>
                </a:ext>
              </a:extLst>
            </p:cNvPr>
            <p:cNvSpPr/>
            <p:nvPr/>
          </p:nvSpPr>
          <p:spPr>
            <a:xfrm>
              <a:off x="8134866" y="441807"/>
              <a:ext cx="26373" cy="17829"/>
            </a:xfrm>
            <a:custGeom>
              <a:avLst/>
              <a:gdLst/>
              <a:ahLst/>
              <a:cxnLst/>
              <a:rect l="l" t="t" r="r" b="b"/>
              <a:pathLst>
                <a:path w="321" h="217" extrusionOk="0">
                  <a:moveTo>
                    <a:pt x="271" y="1"/>
                  </a:moveTo>
                  <a:cubicBezTo>
                    <a:pt x="264" y="1"/>
                    <a:pt x="256" y="3"/>
                    <a:pt x="250" y="7"/>
                  </a:cubicBezTo>
                  <a:lnTo>
                    <a:pt x="29" y="136"/>
                  </a:lnTo>
                  <a:cubicBezTo>
                    <a:pt x="8" y="148"/>
                    <a:pt x="1" y="175"/>
                    <a:pt x="13" y="195"/>
                  </a:cubicBezTo>
                  <a:cubicBezTo>
                    <a:pt x="21" y="208"/>
                    <a:pt x="36" y="216"/>
                    <a:pt x="51" y="216"/>
                  </a:cubicBezTo>
                  <a:cubicBezTo>
                    <a:pt x="57" y="216"/>
                    <a:pt x="65" y="214"/>
                    <a:pt x="72" y="211"/>
                  </a:cubicBezTo>
                  <a:lnTo>
                    <a:pt x="293" y="81"/>
                  </a:lnTo>
                  <a:cubicBezTo>
                    <a:pt x="314" y="69"/>
                    <a:pt x="321" y="43"/>
                    <a:pt x="308" y="23"/>
                  </a:cubicBezTo>
                  <a:cubicBezTo>
                    <a:pt x="300" y="9"/>
                    <a:pt x="286" y="1"/>
                    <a:pt x="271" y="1"/>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7">
              <a:extLst>
                <a:ext uri="{FF2B5EF4-FFF2-40B4-BE49-F238E27FC236}">
                  <a16:creationId xmlns:a16="http://schemas.microsoft.com/office/drawing/2014/main" id="{2CA24D75-323A-A0FE-304F-E92021B9EAF5}"/>
                </a:ext>
              </a:extLst>
            </p:cNvPr>
            <p:cNvSpPr/>
            <p:nvPr/>
          </p:nvSpPr>
          <p:spPr>
            <a:xfrm>
              <a:off x="7761629" y="864582"/>
              <a:ext cx="26373" cy="17664"/>
            </a:xfrm>
            <a:custGeom>
              <a:avLst/>
              <a:gdLst/>
              <a:ahLst/>
              <a:cxnLst/>
              <a:rect l="l" t="t" r="r" b="b"/>
              <a:pathLst>
                <a:path w="321" h="215" extrusionOk="0">
                  <a:moveTo>
                    <a:pt x="270" y="0"/>
                  </a:moveTo>
                  <a:cubicBezTo>
                    <a:pt x="263" y="0"/>
                    <a:pt x="256" y="2"/>
                    <a:pt x="249" y="6"/>
                  </a:cubicBezTo>
                  <a:lnTo>
                    <a:pt x="27" y="134"/>
                  </a:lnTo>
                  <a:cubicBezTo>
                    <a:pt x="7" y="145"/>
                    <a:pt x="0" y="172"/>
                    <a:pt x="12" y="193"/>
                  </a:cubicBezTo>
                  <a:cubicBezTo>
                    <a:pt x="20" y="206"/>
                    <a:pt x="34" y="214"/>
                    <a:pt x="49" y="214"/>
                  </a:cubicBezTo>
                  <a:cubicBezTo>
                    <a:pt x="57" y="214"/>
                    <a:pt x="63" y="212"/>
                    <a:pt x="70" y="208"/>
                  </a:cubicBezTo>
                  <a:lnTo>
                    <a:pt x="292" y="80"/>
                  </a:lnTo>
                  <a:cubicBezTo>
                    <a:pt x="312" y="68"/>
                    <a:pt x="320" y="42"/>
                    <a:pt x="308" y="21"/>
                  </a:cubicBezTo>
                  <a:cubicBezTo>
                    <a:pt x="300" y="8"/>
                    <a:pt x="285" y="0"/>
                    <a:pt x="270" y="0"/>
                  </a:cubicBezTo>
                  <a:close/>
                </a:path>
              </a:pathLst>
            </a:custGeom>
            <a:solidFill>
              <a:srgbClr val="3C3C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7">
              <a:extLst>
                <a:ext uri="{FF2B5EF4-FFF2-40B4-BE49-F238E27FC236}">
                  <a16:creationId xmlns:a16="http://schemas.microsoft.com/office/drawing/2014/main" id="{D5303ECB-DDBE-30EC-B720-AF52E12B36C4}"/>
                </a:ext>
              </a:extLst>
            </p:cNvPr>
            <p:cNvSpPr/>
            <p:nvPr/>
          </p:nvSpPr>
          <p:spPr>
            <a:xfrm>
              <a:off x="8054024" y="598150"/>
              <a:ext cx="78709" cy="79120"/>
            </a:xfrm>
            <a:custGeom>
              <a:avLst/>
              <a:gdLst/>
              <a:ahLst/>
              <a:cxnLst/>
              <a:rect l="l" t="t" r="r" b="b"/>
              <a:pathLst>
                <a:path w="958" h="963" extrusionOk="0">
                  <a:moveTo>
                    <a:pt x="661" y="0"/>
                  </a:moveTo>
                  <a:lnTo>
                    <a:pt x="1" y="428"/>
                  </a:lnTo>
                  <a:lnTo>
                    <a:pt x="931" y="963"/>
                  </a:lnTo>
                  <a:lnTo>
                    <a:pt x="958" y="163"/>
                  </a:lnTo>
                  <a:lnTo>
                    <a:pt x="66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7">
              <a:extLst>
                <a:ext uri="{FF2B5EF4-FFF2-40B4-BE49-F238E27FC236}">
                  <a16:creationId xmlns:a16="http://schemas.microsoft.com/office/drawing/2014/main" id="{67B250DB-9F55-9164-CB4E-22B564AE31B7}"/>
                </a:ext>
              </a:extLst>
            </p:cNvPr>
            <p:cNvSpPr/>
            <p:nvPr/>
          </p:nvSpPr>
          <p:spPr>
            <a:xfrm>
              <a:off x="8164360" y="357762"/>
              <a:ext cx="117489" cy="133428"/>
            </a:xfrm>
            <a:custGeom>
              <a:avLst/>
              <a:gdLst/>
              <a:ahLst/>
              <a:cxnLst/>
              <a:rect l="l" t="t" r="r" b="b"/>
              <a:pathLst>
                <a:path w="1430" h="1624" extrusionOk="0">
                  <a:moveTo>
                    <a:pt x="997" y="0"/>
                  </a:moveTo>
                  <a:cubicBezTo>
                    <a:pt x="837" y="0"/>
                    <a:pt x="645" y="98"/>
                    <a:pt x="467" y="288"/>
                  </a:cubicBezTo>
                  <a:cubicBezTo>
                    <a:pt x="149" y="629"/>
                    <a:pt x="0" y="1141"/>
                    <a:pt x="136" y="1431"/>
                  </a:cubicBezTo>
                  <a:cubicBezTo>
                    <a:pt x="198" y="1560"/>
                    <a:pt x="305" y="1624"/>
                    <a:pt x="434" y="1624"/>
                  </a:cubicBezTo>
                  <a:cubicBezTo>
                    <a:pt x="593" y="1624"/>
                    <a:pt x="785" y="1526"/>
                    <a:pt x="962" y="1337"/>
                  </a:cubicBezTo>
                  <a:cubicBezTo>
                    <a:pt x="1282" y="995"/>
                    <a:pt x="1429" y="483"/>
                    <a:pt x="1293" y="193"/>
                  </a:cubicBezTo>
                  <a:cubicBezTo>
                    <a:pt x="1232" y="64"/>
                    <a:pt x="1125" y="0"/>
                    <a:pt x="99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7">
              <a:extLst>
                <a:ext uri="{FF2B5EF4-FFF2-40B4-BE49-F238E27FC236}">
                  <a16:creationId xmlns:a16="http://schemas.microsoft.com/office/drawing/2014/main" id="{4E87897D-E58D-38B4-7A6F-204EE0FE1841}"/>
                </a:ext>
              </a:extLst>
            </p:cNvPr>
            <p:cNvSpPr/>
            <p:nvPr/>
          </p:nvSpPr>
          <p:spPr>
            <a:xfrm>
              <a:off x="8123611" y="197722"/>
              <a:ext cx="114942" cy="68439"/>
            </a:xfrm>
            <a:custGeom>
              <a:avLst/>
              <a:gdLst/>
              <a:ahLst/>
              <a:cxnLst/>
              <a:rect l="l" t="t" r="r" b="b"/>
              <a:pathLst>
                <a:path w="1399" h="833" extrusionOk="0">
                  <a:moveTo>
                    <a:pt x="378" y="0"/>
                  </a:moveTo>
                  <a:lnTo>
                    <a:pt x="1" y="223"/>
                  </a:lnTo>
                  <a:lnTo>
                    <a:pt x="522" y="522"/>
                  </a:lnTo>
                  <a:lnTo>
                    <a:pt x="983" y="833"/>
                  </a:lnTo>
                  <a:lnTo>
                    <a:pt x="1398" y="587"/>
                  </a:lnTo>
                  <a:lnTo>
                    <a:pt x="37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7">
              <a:extLst>
                <a:ext uri="{FF2B5EF4-FFF2-40B4-BE49-F238E27FC236}">
                  <a16:creationId xmlns:a16="http://schemas.microsoft.com/office/drawing/2014/main" id="{DD1A2C68-6C2E-DD51-5A88-60E949B15BF1}"/>
                </a:ext>
              </a:extLst>
            </p:cNvPr>
            <p:cNvSpPr/>
            <p:nvPr/>
          </p:nvSpPr>
          <p:spPr>
            <a:xfrm>
              <a:off x="7989038" y="235185"/>
              <a:ext cx="141151" cy="182067"/>
            </a:xfrm>
            <a:custGeom>
              <a:avLst/>
              <a:gdLst/>
              <a:ahLst/>
              <a:cxnLst/>
              <a:rect l="l" t="t" r="r" b="b"/>
              <a:pathLst>
                <a:path w="1718" h="2216" extrusionOk="0">
                  <a:moveTo>
                    <a:pt x="653" y="1"/>
                  </a:moveTo>
                  <a:lnTo>
                    <a:pt x="696" y="758"/>
                  </a:lnTo>
                  <a:lnTo>
                    <a:pt x="406" y="1270"/>
                  </a:lnTo>
                  <a:lnTo>
                    <a:pt x="90" y="1437"/>
                  </a:lnTo>
                  <a:lnTo>
                    <a:pt x="113" y="1450"/>
                  </a:lnTo>
                  <a:lnTo>
                    <a:pt x="0" y="1786"/>
                  </a:lnTo>
                  <a:lnTo>
                    <a:pt x="748" y="2215"/>
                  </a:lnTo>
                  <a:lnTo>
                    <a:pt x="1427" y="1855"/>
                  </a:lnTo>
                  <a:lnTo>
                    <a:pt x="1717" y="1344"/>
                  </a:lnTo>
                  <a:lnTo>
                    <a:pt x="1675" y="586"/>
                  </a:lnTo>
                  <a:lnTo>
                    <a:pt x="6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7">
              <a:extLst>
                <a:ext uri="{FF2B5EF4-FFF2-40B4-BE49-F238E27FC236}">
                  <a16:creationId xmlns:a16="http://schemas.microsoft.com/office/drawing/2014/main" id="{CF0271B3-D96C-5792-AB77-848D438E24BE}"/>
                </a:ext>
              </a:extLst>
            </p:cNvPr>
            <p:cNvSpPr/>
            <p:nvPr/>
          </p:nvSpPr>
          <p:spPr>
            <a:xfrm>
              <a:off x="7998076" y="586237"/>
              <a:ext cx="54554" cy="48064"/>
            </a:xfrm>
            <a:custGeom>
              <a:avLst/>
              <a:gdLst/>
              <a:ahLst/>
              <a:cxnLst/>
              <a:rect l="l" t="t" r="r" b="b"/>
              <a:pathLst>
                <a:path w="664" h="585" extrusionOk="0">
                  <a:moveTo>
                    <a:pt x="207" y="1"/>
                  </a:moveTo>
                  <a:lnTo>
                    <a:pt x="1" y="204"/>
                  </a:lnTo>
                  <a:lnTo>
                    <a:pt x="664" y="584"/>
                  </a:lnTo>
                  <a:lnTo>
                    <a:pt x="457" y="144"/>
                  </a:lnTo>
                  <a:lnTo>
                    <a:pt x="20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7">
              <a:extLst>
                <a:ext uri="{FF2B5EF4-FFF2-40B4-BE49-F238E27FC236}">
                  <a16:creationId xmlns:a16="http://schemas.microsoft.com/office/drawing/2014/main" id="{28371605-30FF-1367-1ED1-48C142594BFA}"/>
                </a:ext>
              </a:extLst>
            </p:cNvPr>
            <p:cNvSpPr/>
            <p:nvPr/>
          </p:nvSpPr>
          <p:spPr>
            <a:xfrm>
              <a:off x="8015000" y="518212"/>
              <a:ext cx="61620" cy="79860"/>
            </a:xfrm>
            <a:custGeom>
              <a:avLst/>
              <a:gdLst/>
              <a:ahLst/>
              <a:cxnLst/>
              <a:rect l="l" t="t" r="r" b="b"/>
              <a:pathLst>
                <a:path w="750" h="972" extrusionOk="0">
                  <a:moveTo>
                    <a:pt x="484" y="0"/>
                  </a:moveTo>
                  <a:lnTo>
                    <a:pt x="484" y="351"/>
                  </a:lnTo>
                  <a:lnTo>
                    <a:pt x="1" y="829"/>
                  </a:lnTo>
                  <a:lnTo>
                    <a:pt x="251" y="972"/>
                  </a:lnTo>
                  <a:lnTo>
                    <a:pt x="749" y="152"/>
                  </a:lnTo>
                  <a:lnTo>
                    <a:pt x="4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7">
              <a:extLst>
                <a:ext uri="{FF2B5EF4-FFF2-40B4-BE49-F238E27FC236}">
                  <a16:creationId xmlns:a16="http://schemas.microsoft.com/office/drawing/2014/main" id="{92988B8A-09BF-580B-A0BC-F11991985833}"/>
                </a:ext>
              </a:extLst>
            </p:cNvPr>
            <p:cNvSpPr/>
            <p:nvPr/>
          </p:nvSpPr>
          <p:spPr>
            <a:xfrm>
              <a:off x="8054681" y="481982"/>
              <a:ext cx="21937" cy="48803"/>
            </a:xfrm>
            <a:custGeom>
              <a:avLst/>
              <a:gdLst/>
              <a:ahLst/>
              <a:cxnLst/>
              <a:rect l="l" t="t" r="r" b="b"/>
              <a:pathLst>
                <a:path w="267" h="594" extrusionOk="0">
                  <a:moveTo>
                    <a:pt x="1" y="1"/>
                  </a:moveTo>
                  <a:lnTo>
                    <a:pt x="1" y="441"/>
                  </a:lnTo>
                  <a:lnTo>
                    <a:pt x="266" y="593"/>
                  </a:lnTo>
                  <a:lnTo>
                    <a:pt x="266" y="593"/>
                  </a:lnTo>
                  <a:lnTo>
                    <a:pt x="262" y="116"/>
                  </a:lnTo>
                  <a:lnTo>
                    <a:pt x="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7">
              <a:extLst>
                <a:ext uri="{FF2B5EF4-FFF2-40B4-BE49-F238E27FC236}">
                  <a16:creationId xmlns:a16="http://schemas.microsoft.com/office/drawing/2014/main" id="{11CD3C4B-8EE8-990D-2F53-B1DCB4186319}"/>
                </a:ext>
              </a:extLst>
            </p:cNvPr>
            <p:cNvSpPr/>
            <p:nvPr/>
          </p:nvSpPr>
          <p:spPr>
            <a:xfrm>
              <a:off x="8042687" y="192464"/>
              <a:ext cx="123815" cy="90951"/>
            </a:xfrm>
            <a:custGeom>
              <a:avLst/>
              <a:gdLst/>
              <a:ahLst/>
              <a:cxnLst/>
              <a:rect l="l" t="t" r="r" b="b"/>
              <a:pathLst>
                <a:path w="1507" h="1107" extrusionOk="0">
                  <a:moveTo>
                    <a:pt x="486" y="0"/>
                  </a:moveTo>
                  <a:lnTo>
                    <a:pt x="0" y="521"/>
                  </a:lnTo>
                  <a:lnTo>
                    <a:pt x="1022" y="1106"/>
                  </a:lnTo>
                  <a:lnTo>
                    <a:pt x="1507" y="586"/>
                  </a:lnTo>
                  <a:lnTo>
                    <a:pt x="986" y="287"/>
                  </a:lnTo>
                  <a:lnTo>
                    <a:pt x="4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7">
              <a:extLst>
                <a:ext uri="{FF2B5EF4-FFF2-40B4-BE49-F238E27FC236}">
                  <a16:creationId xmlns:a16="http://schemas.microsoft.com/office/drawing/2014/main" id="{1EEE4C0A-749B-E51F-C990-5BC736E63A12}"/>
                </a:ext>
              </a:extLst>
            </p:cNvPr>
            <p:cNvSpPr/>
            <p:nvPr/>
          </p:nvSpPr>
          <p:spPr>
            <a:xfrm>
              <a:off x="8154584" y="123535"/>
              <a:ext cx="239003" cy="127348"/>
            </a:xfrm>
            <a:custGeom>
              <a:avLst/>
              <a:gdLst/>
              <a:ahLst/>
              <a:cxnLst/>
              <a:rect l="l" t="t" r="r" b="b"/>
              <a:pathLst>
                <a:path w="2909" h="1550" extrusionOk="0">
                  <a:moveTo>
                    <a:pt x="940" y="0"/>
                  </a:moveTo>
                  <a:lnTo>
                    <a:pt x="450" y="57"/>
                  </a:lnTo>
                  <a:lnTo>
                    <a:pt x="1" y="903"/>
                  </a:lnTo>
                  <a:lnTo>
                    <a:pt x="1021" y="1489"/>
                  </a:lnTo>
                  <a:lnTo>
                    <a:pt x="1470" y="642"/>
                  </a:lnTo>
                  <a:lnTo>
                    <a:pt x="1960" y="587"/>
                  </a:lnTo>
                  <a:lnTo>
                    <a:pt x="1960" y="587"/>
                  </a:lnTo>
                  <a:lnTo>
                    <a:pt x="1933" y="1385"/>
                  </a:lnTo>
                  <a:lnTo>
                    <a:pt x="2230" y="1550"/>
                  </a:lnTo>
                  <a:lnTo>
                    <a:pt x="2908" y="1110"/>
                  </a:lnTo>
                  <a:lnTo>
                    <a:pt x="1888" y="523"/>
                  </a:lnTo>
                  <a:lnTo>
                    <a:pt x="1876" y="538"/>
                  </a:lnTo>
                  <a:cubicBezTo>
                    <a:pt x="1870" y="534"/>
                    <a:pt x="940" y="0"/>
                    <a:pt x="94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7">
              <a:extLst>
                <a:ext uri="{FF2B5EF4-FFF2-40B4-BE49-F238E27FC236}">
                  <a16:creationId xmlns:a16="http://schemas.microsoft.com/office/drawing/2014/main" id="{D522072B-04F5-AD35-6D55-5371DCCC80ED}"/>
                </a:ext>
              </a:extLst>
            </p:cNvPr>
            <p:cNvSpPr/>
            <p:nvPr/>
          </p:nvSpPr>
          <p:spPr>
            <a:xfrm>
              <a:off x="7693357" y="474587"/>
              <a:ext cx="42888" cy="45270"/>
            </a:xfrm>
            <a:custGeom>
              <a:avLst/>
              <a:gdLst/>
              <a:ahLst/>
              <a:cxnLst/>
              <a:rect l="l" t="t" r="r" b="b"/>
              <a:pathLst>
                <a:path w="522" h="551" extrusionOk="0">
                  <a:moveTo>
                    <a:pt x="522" y="1"/>
                  </a:moveTo>
                  <a:cubicBezTo>
                    <a:pt x="519" y="1"/>
                    <a:pt x="0" y="550"/>
                    <a:pt x="0" y="550"/>
                  </a:cubicBezTo>
                  <a:lnTo>
                    <a:pt x="522" y="1"/>
                  </a:lnTo>
                  <a:cubicBezTo>
                    <a:pt x="522" y="1"/>
                    <a:pt x="522" y="1"/>
                    <a:pt x="522" y="1"/>
                  </a:cubicBezTo>
                  <a:close/>
                </a:path>
              </a:pathLst>
            </a:custGeom>
            <a:solidFill>
              <a:srgbClr val="008D3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7">
              <a:extLst>
                <a:ext uri="{FF2B5EF4-FFF2-40B4-BE49-F238E27FC236}">
                  <a16:creationId xmlns:a16="http://schemas.microsoft.com/office/drawing/2014/main" id="{DD028859-8F62-5056-4D63-844F295F36EE}"/>
                </a:ext>
              </a:extLst>
            </p:cNvPr>
            <p:cNvSpPr/>
            <p:nvPr/>
          </p:nvSpPr>
          <p:spPr>
            <a:xfrm>
              <a:off x="7720880" y="574982"/>
              <a:ext cx="140083" cy="180916"/>
            </a:xfrm>
            <a:custGeom>
              <a:avLst/>
              <a:gdLst/>
              <a:ahLst/>
              <a:cxnLst/>
              <a:rect l="l" t="t" r="r" b="b"/>
              <a:pathLst>
                <a:path w="1705" h="2202" extrusionOk="0">
                  <a:moveTo>
                    <a:pt x="1233" y="1"/>
                  </a:moveTo>
                  <a:cubicBezTo>
                    <a:pt x="1118" y="1"/>
                    <a:pt x="989" y="38"/>
                    <a:pt x="852" y="118"/>
                  </a:cubicBezTo>
                  <a:cubicBezTo>
                    <a:pt x="789" y="154"/>
                    <a:pt x="728" y="198"/>
                    <a:pt x="669" y="247"/>
                  </a:cubicBezTo>
                  <a:cubicBezTo>
                    <a:pt x="345" y="515"/>
                    <a:pt x="92" y="955"/>
                    <a:pt x="21" y="1370"/>
                  </a:cubicBezTo>
                  <a:cubicBezTo>
                    <a:pt x="8" y="1445"/>
                    <a:pt x="1" y="1521"/>
                    <a:pt x="1" y="1593"/>
                  </a:cubicBezTo>
                  <a:cubicBezTo>
                    <a:pt x="1" y="1978"/>
                    <a:pt x="192" y="2202"/>
                    <a:pt x="472" y="2202"/>
                  </a:cubicBezTo>
                  <a:cubicBezTo>
                    <a:pt x="586" y="2202"/>
                    <a:pt x="715" y="2164"/>
                    <a:pt x="852" y="2085"/>
                  </a:cubicBezTo>
                  <a:cubicBezTo>
                    <a:pt x="1323" y="1813"/>
                    <a:pt x="1705" y="1152"/>
                    <a:pt x="1705" y="610"/>
                  </a:cubicBezTo>
                  <a:cubicBezTo>
                    <a:pt x="1705" y="224"/>
                    <a:pt x="1513" y="1"/>
                    <a:pt x="123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7">
              <a:extLst>
                <a:ext uri="{FF2B5EF4-FFF2-40B4-BE49-F238E27FC236}">
                  <a16:creationId xmlns:a16="http://schemas.microsoft.com/office/drawing/2014/main" id="{38AF0312-4054-5383-D282-519990308A0D}"/>
                </a:ext>
              </a:extLst>
            </p:cNvPr>
            <p:cNvSpPr/>
            <p:nvPr/>
          </p:nvSpPr>
          <p:spPr>
            <a:xfrm>
              <a:off x="7443684" y="605626"/>
              <a:ext cx="172372" cy="178287"/>
            </a:xfrm>
            <a:custGeom>
              <a:avLst/>
              <a:gdLst/>
              <a:ahLst/>
              <a:cxnLst/>
              <a:rect l="l" t="t" r="r" b="b"/>
              <a:pathLst>
                <a:path w="2098" h="2170" extrusionOk="0">
                  <a:moveTo>
                    <a:pt x="1082" y="0"/>
                  </a:moveTo>
                  <a:lnTo>
                    <a:pt x="867" y="727"/>
                  </a:lnTo>
                  <a:lnTo>
                    <a:pt x="0" y="1583"/>
                  </a:lnTo>
                  <a:lnTo>
                    <a:pt x="1015" y="2169"/>
                  </a:lnTo>
                  <a:lnTo>
                    <a:pt x="1882" y="1312"/>
                  </a:lnTo>
                  <a:lnTo>
                    <a:pt x="2098" y="587"/>
                  </a:lnTo>
                  <a:lnTo>
                    <a:pt x="108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7">
              <a:extLst>
                <a:ext uri="{FF2B5EF4-FFF2-40B4-BE49-F238E27FC236}">
                  <a16:creationId xmlns:a16="http://schemas.microsoft.com/office/drawing/2014/main" id="{B2BAD61C-0B08-C930-E9D2-3DAE6FCCAE88}"/>
                </a:ext>
              </a:extLst>
            </p:cNvPr>
            <p:cNvSpPr/>
            <p:nvPr/>
          </p:nvSpPr>
          <p:spPr>
            <a:xfrm>
              <a:off x="7500125" y="545570"/>
              <a:ext cx="115928" cy="108287"/>
            </a:xfrm>
            <a:custGeom>
              <a:avLst/>
              <a:gdLst/>
              <a:ahLst/>
              <a:cxnLst/>
              <a:rect l="l" t="t" r="r" b="b"/>
              <a:pathLst>
                <a:path w="1411" h="1318" extrusionOk="0">
                  <a:moveTo>
                    <a:pt x="0" y="0"/>
                  </a:moveTo>
                  <a:lnTo>
                    <a:pt x="395" y="731"/>
                  </a:lnTo>
                  <a:lnTo>
                    <a:pt x="1411" y="1318"/>
                  </a:lnTo>
                  <a:lnTo>
                    <a:pt x="1016"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7">
              <a:extLst>
                <a:ext uri="{FF2B5EF4-FFF2-40B4-BE49-F238E27FC236}">
                  <a16:creationId xmlns:a16="http://schemas.microsoft.com/office/drawing/2014/main" id="{0C7BD9E7-B86C-14CE-BD40-E1FDB45B39A4}"/>
                </a:ext>
              </a:extLst>
            </p:cNvPr>
            <p:cNvSpPr/>
            <p:nvPr/>
          </p:nvSpPr>
          <p:spPr>
            <a:xfrm>
              <a:off x="7443684" y="735679"/>
              <a:ext cx="172372" cy="240975"/>
            </a:xfrm>
            <a:custGeom>
              <a:avLst/>
              <a:gdLst/>
              <a:ahLst/>
              <a:cxnLst/>
              <a:rect l="l" t="t" r="r" b="b"/>
              <a:pathLst>
                <a:path w="2098" h="2933" extrusionOk="0">
                  <a:moveTo>
                    <a:pt x="0" y="0"/>
                  </a:moveTo>
                  <a:lnTo>
                    <a:pt x="0" y="826"/>
                  </a:lnTo>
                  <a:lnTo>
                    <a:pt x="1001" y="1405"/>
                  </a:lnTo>
                  <a:lnTo>
                    <a:pt x="687" y="2346"/>
                  </a:lnTo>
                  <a:lnTo>
                    <a:pt x="1194" y="2639"/>
                  </a:lnTo>
                  <a:lnTo>
                    <a:pt x="1703" y="2933"/>
                  </a:lnTo>
                  <a:lnTo>
                    <a:pt x="2098" y="1745"/>
                  </a:lnTo>
                  <a:lnTo>
                    <a:pt x="1409" y="1347"/>
                  </a:lnTo>
                  <a:lnTo>
                    <a:pt x="1015" y="1413"/>
                  </a:lnTo>
                  <a:lnTo>
                    <a:pt x="1015" y="586"/>
                  </a:lnTo>
                  <a:lnTo>
                    <a:pt x="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37">
              <a:extLst>
                <a:ext uri="{FF2B5EF4-FFF2-40B4-BE49-F238E27FC236}">
                  <a16:creationId xmlns:a16="http://schemas.microsoft.com/office/drawing/2014/main" id="{8FC018BB-6699-286C-EEAB-271027E22D83}"/>
                </a:ext>
              </a:extLst>
            </p:cNvPr>
            <p:cNvSpPr/>
            <p:nvPr/>
          </p:nvSpPr>
          <p:spPr>
            <a:xfrm>
              <a:off x="7679309" y="919380"/>
              <a:ext cx="82324" cy="67700"/>
            </a:xfrm>
            <a:custGeom>
              <a:avLst/>
              <a:gdLst/>
              <a:ahLst/>
              <a:cxnLst/>
              <a:rect l="l" t="t" r="r" b="b"/>
              <a:pathLst>
                <a:path w="1002" h="824" extrusionOk="0">
                  <a:moveTo>
                    <a:pt x="693" y="1"/>
                  </a:moveTo>
                  <a:lnTo>
                    <a:pt x="171" y="53"/>
                  </a:lnTo>
                  <a:lnTo>
                    <a:pt x="0" y="246"/>
                  </a:lnTo>
                  <a:lnTo>
                    <a:pt x="1001" y="824"/>
                  </a:lnTo>
                  <a:lnTo>
                    <a:pt x="69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7">
              <a:extLst>
                <a:ext uri="{FF2B5EF4-FFF2-40B4-BE49-F238E27FC236}">
                  <a16:creationId xmlns:a16="http://schemas.microsoft.com/office/drawing/2014/main" id="{295CD194-75A8-583D-8AB7-AE7EF6956011}"/>
                </a:ext>
              </a:extLst>
            </p:cNvPr>
            <p:cNvSpPr/>
            <p:nvPr/>
          </p:nvSpPr>
          <p:spPr>
            <a:xfrm>
              <a:off x="7500125" y="329582"/>
              <a:ext cx="261515" cy="264144"/>
            </a:xfrm>
            <a:custGeom>
              <a:avLst/>
              <a:gdLst/>
              <a:ahLst/>
              <a:cxnLst/>
              <a:rect l="l" t="t" r="r" b="b"/>
              <a:pathLst>
                <a:path w="3183" h="3215" extrusionOk="0">
                  <a:moveTo>
                    <a:pt x="2167" y="0"/>
                  </a:moveTo>
                  <a:lnTo>
                    <a:pt x="1859" y="1175"/>
                  </a:lnTo>
                  <a:lnTo>
                    <a:pt x="1338" y="1729"/>
                  </a:lnTo>
                  <a:lnTo>
                    <a:pt x="507" y="1752"/>
                  </a:lnTo>
                  <a:lnTo>
                    <a:pt x="0" y="2629"/>
                  </a:lnTo>
                  <a:lnTo>
                    <a:pt x="1016" y="3215"/>
                  </a:lnTo>
                  <a:lnTo>
                    <a:pt x="1521" y="2339"/>
                  </a:lnTo>
                  <a:lnTo>
                    <a:pt x="2352" y="2315"/>
                  </a:lnTo>
                  <a:lnTo>
                    <a:pt x="2875" y="1761"/>
                  </a:lnTo>
                  <a:lnTo>
                    <a:pt x="2877" y="1750"/>
                  </a:lnTo>
                  <a:lnTo>
                    <a:pt x="3182" y="587"/>
                  </a:lnTo>
                  <a:lnTo>
                    <a:pt x="21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37">
              <a:extLst>
                <a:ext uri="{FF2B5EF4-FFF2-40B4-BE49-F238E27FC236}">
                  <a16:creationId xmlns:a16="http://schemas.microsoft.com/office/drawing/2014/main" id="{2DF8F6FE-FDB2-17E0-03B0-AE1B85E7DE13}"/>
                </a:ext>
              </a:extLst>
            </p:cNvPr>
            <p:cNvSpPr/>
            <p:nvPr/>
          </p:nvSpPr>
          <p:spPr>
            <a:xfrm>
              <a:off x="7678076" y="282096"/>
              <a:ext cx="278687" cy="129402"/>
            </a:xfrm>
            <a:custGeom>
              <a:avLst/>
              <a:gdLst/>
              <a:ahLst/>
              <a:cxnLst/>
              <a:rect l="l" t="t" r="r" b="b"/>
              <a:pathLst>
                <a:path w="3392" h="1575" extrusionOk="0">
                  <a:moveTo>
                    <a:pt x="2377" y="0"/>
                  </a:moveTo>
                  <a:lnTo>
                    <a:pt x="1717" y="744"/>
                  </a:lnTo>
                  <a:lnTo>
                    <a:pt x="716" y="165"/>
                  </a:lnTo>
                  <a:lnTo>
                    <a:pt x="1" y="578"/>
                  </a:lnTo>
                  <a:lnTo>
                    <a:pt x="1016" y="1165"/>
                  </a:lnTo>
                  <a:lnTo>
                    <a:pt x="1731" y="752"/>
                  </a:lnTo>
                  <a:lnTo>
                    <a:pt x="1871" y="1125"/>
                  </a:lnTo>
                  <a:lnTo>
                    <a:pt x="2040" y="1575"/>
                  </a:lnTo>
                  <a:lnTo>
                    <a:pt x="2560" y="1523"/>
                  </a:lnTo>
                  <a:lnTo>
                    <a:pt x="3391" y="587"/>
                  </a:lnTo>
                  <a:lnTo>
                    <a:pt x="23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37">
              <a:extLst>
                <a:ext uri="{FF2B5EF4-FFF2-40B4-BE49-F238E27FC236}">
                  <a16:creationId xmlns:a16="http://schemas.microsoft.com/office/drawing/2014/main" id="{21487E44-AC3D-5496-3EBB-DA93F374B8B1}"/>
                </a:ext>
              </a:extLst>
            </p:cNvPr>
            <p:cNvSpPr/>
            <p:nvPr/>
          </p:nvSpPr>
          <p:spPr>
            <a:xfrm>
              <a:off x="7965788" y="436549"/>
              <a:ext cx="84378" cy="54554"/>
            </a:xfrm>
            <a:custGeom>
              <a:avLst/>
              <a:gdLst/>
              <a:ahLst/>
              <a:cxnLst/>
              <a:rect l="l" t="t" r="r" b="b"/>
              <a:pathLst>
                <a:path w="1027" h="664" extrusionOk="0">
                  <a:moveTo>
                    <a:pt x="63" y="1"/>
                  </a:moveTo>
                  <a:lnTo>
                    <a:pt x="1" y="187"/>
                  </a:lnTo>
                  <a:lnTo>
                    <a:pt x="216" y="663"/>
                  </a:lnTo>
                  <a:lnTo>
                    <a:pt x="1026" y="528"/>
                  </a:lnTo>
                  <a:lnTo>
                    <a:pt x="835" y="443"/>
                  </a:lnTo>
                  <a:lnTo>
                    <a:pt x="6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37">
              <a:extLst>
                <a:ext uri="{FF2B5EF4-FFF2-40B4-BE49-F238E27FC236}">
                  <a16:creationId xmlns:a16="http://schemas.microsoft.com/office/drawing/2014/main" id="{E76DBB59-4ACD-D051-A9B0-7DC9BDED320C}"/>
                </a:ext>
              </a:extLst>
            </p:cNvPr>
            <p:cNvSpPr/>
            <p:nvPr/>
          </p:nvSpPr>
          <p:spPr>
            <a:xfrm>
              <a:off x="7970882" y="381916"/>
              <a:ext cx="79613" cy="91115"/>
            </a:xfrm>
            <a:custGeom>
              <a:avLst/>
              <a:gdLst/>
              <a:ahLst/>
              <a:cxnLst/>
              <a:rect l="l" t="t" r="r" b="b"/>
              <a:pathLst>
                <a:path w="969" h="1109" extrusionOk="0">
                  <a:moveTo>
                    <a:pt x="221" y="0"/>
                  </a:moveTo>
                  <a:lnTo>
                    <a:pt x="20" y="606"/>
                  </a:lnTo>
                  <a:lnTo>
                    <a:pt x="1" y="666"/>
                  </a:lnTo>
                  <a:lnTo>
                    <a:pt x="773" y="1108"/>
                  </a:lnTo>
                  <a:lnTo>
                    <a:pt x="969" y="429"/>
                  </a:lnTo>
                  <a:lnTo>
                    <a:pt x="22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7">
              <a:extLst>
                <a:ext uri="{FF2B5EF4-FFF2-40B4-BE49-F238E27FC236}">
                  <a16:creationId xmlns:a16="http://schemas.microsoft.com/office/drawing/2014/main" id="{C18098E3-B0E8-C0F8-51DF-20B1231647AF}"/>
                </a:ext>
              </a:extLst>
            </p:cNvPr>
            <p:cNvSpPr/>
            <p:nvPr/>
          </p:nvSpPr>
          <p:spPr>
            <a:xfrm>
              <a:off x="7526991" y="330322"/>
              <a:ext cx="527796" cy="670343"/>
            </a:xfrm>
            <a:custGeom>
              <a:avLst/>
              <a:gdLst/>
              <a:ahLst/>
              <a:cxnLst/>
              <a:rect l="l" t="t" r="r" b="b"/>
              <a:pathLst>
                <a:path w="6424" h="8159" extrusionOk="0">
                  <a:moveTo>
                    <a:pt x="3592" y="2978"/>
                  </a:moveTo>
                  <a:cubicBezTo>
                    <a:pt x="3872" y="2978"/>
                    <a:pt x="4065" y="3201"/>
                    <a:pt x="4065" y="3587"/>
                  </a:cubicBezTo>
                  <a:cubicBezTo>
                    <a:pt x="4065" y="4130"/>
                    <a:pt x="3683" y="4791"/>
                    <a:pt x="3212" y="5063"/>
                  </a:cubicBezTo>
                  <a:cubicBezTo>
                    <a:pt x="3076" y="5142"/>
                    <a:pt x="2947" y="5179"/>
                    <a:pt x="2832" y="5179"/>
                  </a:cubicBezTo>
                  <a:cubicBezTo>
                    <a:pt x="2553" y="5179"/>
                    <a:pt x="2361" y="4957"/>
                    <a:pt x="2361" y="4571"/>
                  </a:cubicBezTo>
                  <a:cubicBezTo>
                    <a:pt x="2361" y="4499"/>
                    <a:pt x="2368" y="4423"/>
                    <a:pt x="2381" y="4348"/>
                  </a:cubicBezTo>
                  <a:cubicBezTo>
                    <a:pt x="2452" y="3933"/>
                    <a:pt x="2707" y="3493"/>
                    <a:pt x="3029" y="3224"/>
                  </a:cubicBezTo>
                  <a:cubicBezTo>
                    <a:pt x="3088" y="3176"/>
                    <a:pt x="3149" y="3132"/>
                    <a:pt x="3212" y="3095"/>
                  </a:cubicBezTo>
                  <a:cubicBezTo>
                    <a:pt x="3349" y="3016"/>
                    <a:pt x="3478" y="2978"/>
                    <a:pt x="3592" y="2978"/>
                  </a:cubicBezTo>
                  <a:close/>
                  <a:moveTo>
                    <a:pt x="5230" y="0"/>
                  </a:moveTo>
                  <a:lnTo>
                    <a:pt x="4399" y="936"/>
                  </a:lnTo>
                  <a:lnTo>
                    <a:pt x="3879" y="988"/>
                  </a:lnTo>
                  <a:lnTo>
                    <a:pt x="3710" y="538"/>
                  </a:lnTo>
                  <a:lnTo>
                    <a:pt x="3570" y="165"/>
                  </a:lnTo>
                  <a:lnTo>
                    <a:pt x="2855" y="578"/>
                  </a:lnTo>
                  <a:lnTo>
                    <a:pt x="2550" y="1741"/>
                  </a:lnTo>
                  <a:lnTo>
                    <a:pt x="2548" y="1752"/>
                  </a:lnTo>
                  <a:cubicBezTo>
                    <a:pt x="2547" y="1757"/>
                    <a:pt x="2025" y="2306"/>
                    <a:pt x="2025" y="2306"/>
                  </a:cubicBezTo>
                  <a:lnTo>
                    <a:pt x="1194" y="2330"/>
                  </a:lnTo>
                  <a:lnTo>
                    <a:pt x="689" y="3206"/>
                  </a:lnTo>
                  <a:lnTo>
                    <a:pt x="1084" y="3938"/>
                  </a:lnTo>
                  <a:lnTo>
                    <a:pt x="868" y="4664"/>
                  </a:lnTo>
                  <a:lnTo>
                    <a:pt x="1" y="5520"/>
                  </a:lnTo>
                  <a:lnTo>
                    <a:pt x="1" y="6347"/>
                  </a:lnTo>
                  <a:lnTo>
                    <a:pt x="395" y="6281"/>
                  </a:lnTo>
                  <a:lnTo>
                    <a:pt x="1084" y="6679"/>
                  </a:lnTo>
                  <a:lnTo>
                    <a:pt x="689" y="7867"/>
                  </a:lnTo>
                  <a:lnTo>
                    <a:pt x="1194" y="8158"/>
                  </a:lnTo>
                  <a:lnTo>
                    <a:pt x="1854" y="7416"/>
                  </a:lnTo>
                  <a:lnTo>
                    <a:pt x="2025" y="7223"/>
                  </a:lnTo>
                  <a:lnTo>
                    <a:pt x="2547" y="7171"/>
                  </a:lnTo>
                  <a:lnTo>
                    <a:pt x="2855" y="7994"/>
                  </a:lnTo>
                  <a:lnTo>
                    <a:pt x="3570" y="7581"/>
                  </a:lnTo>
                  <a:lnTo>
                    <a:pt x="3879" y="6402"/>
                  </a:lnTo>
                  <a:lnTo>
                    <a:pt x="4399" y="5852"/>
                  </a:lnTo>
                  <a:lnTo>
                    <a:pt x="5230" y="5829"/>
                  </a:lnTo>
                  <a:lnTo>
                    <a:pt x="5737" y="4953"/>
                  </a:lnTo>
                  <a:lnTo>
                    <a:pt x="5342" y="4221"/>
                  </a:lnTo>
                  <a:lnTo>
                    <a:pt x="5557" y="3494"/>
                  </a:lnTo>
                  <a:lnTo>
                    <a:pt x="5735" y="3319"/>
                  </a:lnTo>
                  <a:lnTo>
                    <a:pt x="5941" y="3116"/>
                  </a:lnTo>
                  <a:lnTo>
                    <a:pt x="6424" y="2638"/>
                  </a:lnTo>
                  <a:lnTo>
                    <a:pt x="6424" y="2287"/>
                  </a:lnTo>
                  <a:lnTo>
                    <a:pt x="6424" y="1847"/>
                  </a:lnTo>
                  <a:lnTo>
                    <a:pt x="6367" y="1821"/>
                  </a:lnTo>
                  <a:lnTo>
                    <a:pt x="5557" y="1956"/>
                  </a:lnTo>
                  <a:lnTo>
                    <a:pt x="5342" y="1480"/>
                  </a:lnTo>
                  <a:lnTo>
                    <a:pt x="5404" y="1294"/>
                  </a:lnTo>
                  <a:lnTo>
                    <a:pt x="5423" y="1234"/>
                  </a:lnTo>
                  <a:lnTo>
                    <a:pt x="5624" y="628"/>
                  </a:lnTo>
                  <a:lnTo>
                    <a:pt x="5737" y="292"/>
                  </a:lnTo>
                  <a:lnTo>
                    <a:pt x="5714" y="278"/>
                  </a:lnTo>
                  <a:lnTo>
                    <a:pt x="523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7">
              <a:extLst>
                <a:ext uri="{FF2B5EF4-FFF2-40B4-BE49-F238E27FC236}">
                  <a16:creationId xmlns:a16="http://schemas.microsoft.com/office/drawing/2014/main" id="{5DA97C30-A17A-AB18-50E0-0B9E4DDA4DAA}"/>
                </a:ext>
              </a:extLst>
            </p:cNvPr>
            <p:cNvSpPr/>
            <p:nvPr/>
          </p:nvSpPr>
          <p:spPr>
            <a:xfrm>
              <a:off x="8034307" y="171760"/>
              <a:ext cx="377607" cy="505530"/>
            </a:xfrm>
            <a:custGeom>
              <a:avLst/>
              <a:gdLst/>
              <a:ahLst/>
              <a:cxnLst/>
              <a:rect l="l" t="t" r="r" b="b"/>
              <a:pathLst>
                <a:path w="4596" h="6153" extrusionOk="0">
                  <a:moveTo>
                    <a:pt x="2580" y="2264"/>
                  </a:moveTo>
                  <a:cubicBezTo>
                    <a:pt x="2708" y="2264"/>
                    <a:pt x="2815" y="2328"/>
                    <a:pt x="2876" y="2457"/>
                  </a:cubicBezTo>
                  <a:cubicBezTo>
                    <a:pt x="3012" y="2747"/>
                    <a:pt x="2865" y="3259"/>
                    <a:pt x="2545" y="3601"/>
                  </a:cubicBezTo>
                  <a:cubicBezTo>
                    <a:pt x="2368" y="3790"/>
                    <a:pt x="2176" y="3888"/>
                    <a:pt x="2017" y="3888"/>
                  </a:cubicBezTo>
                  <a:cubicBezTo>
                    <a:pt x="1888" y="3888"/>
                    <a:pt x="1781" y="3824"/>
                    <a:pt x="1720" y="3695"/>
                  </a:cubicBezTo>
                  <a:cubicBezTo>
                    <a:pt x="1583" y="3405"/>
                    <a:pt x="1732" y="2893"/>
                    <a:pt x="2050" y="2552"/>
                  </a:cubicBezTo>
                  <a:cubicBezTo>
                    <a:pt x="2228" y="2362"/>
                    <a:pt x="2420" y="2264"/>
                    <a:pt x="2580" y="2264"/>
                  </a:cubicBezTo>
                  <a:close/>
                  <a:moveTo>
                    <a:pt x="3424" y="0"/>
                  </a:moveTo>
                  <a:lnTo>
                    <a:pt x="2934" y="55"/>
                  </a:lnTo>
                  <a:lnTo>
                    <a:pt x="2485" y="903"/>
                  </a:lnTo>
                  <a:lnTo>
                    <a:pt x="2070" y="1149"/>
                  </a:lnTo>
                  <a:lnTo>
                    <a:pt x="1609" y="838"/>
                  </a:lnTo>
                  <a:lnTo>
                    <a:pt x="1124" y="1358"/>
                  </a:lnTo>
                  <a:lnTo>
                    <a:pt x="1166" y="2116"/>
                  </a:lnTo>
                  <a:lnTo>
                    <a:pt x="876" y="2627"/>
                  </a:lnTo>
                  <a:lnTo>
                    <a:pt x="197" y="2987"/>
                  </a:lnTo>
                  <a:lnTo>
                    <a:pt x="1" y="3666"/>
                  </a:lnTo>
                  <a:lnTo>
                    <a:pt x="192" y="3751"/>
                  </a:lnTo>
                  <a:lnTo>
                    <a:pt x="249" y="3777"/>
                  </a:lnTo>
                  <a:lnTo>
                    <a:pt x="510" y="3892"/>
                  </a:lnTo>
                  <a:lnTo>
                    <a:pt x="514" y="4369"/>
                  </a:lnTo>
                  <a:lnTo>
                    <a:pt x="16" y="5189"/>
                  </a:lnTo>
                  <a:lnTo>
                    <a:pt x="223" y="5629"/>
                  </a:lnTo>
                  <a:lnTo>
                    <a:pt x="241" y="5618"/>
                  </a:lnTo>
                  <a:lnTo>
                    <a:pt x="901" y="5190"/>
                  </a:lnTo>
                  <a:lnTo>
                    <a:pt x="1198" y="5353"/>
                  </a:lnTo>
                  <a:lnTo>
                    <a:pt x="1171" y="6153"/>
                  </a:lnTo>
                  <a:lnTo>
                    <a:pt x="1661" y="6097"/>
                  </a:lnTo>
                  <a:lnTo>
                    <a:pt x="2110" y="5250"/>
                  </a:lnTo>
                  <a:lnTo>
                    <a:pt x="2527" y="5004"/>
                  </a:lnTo>
                  <a:lnTo>
                    <a:pt x="2987" y="5314"/>
                  </a:lnTo>
                  <a:lnTo>
                    <a:pt x="3473" y="4794"/>
                  </a:lnTo>
                  <a:lnTo>
                    <a:pt x="3430" y="4036"/>
                  </a:lnTo>
                  <a:lnTo>
                    <a:pt x="3720" y="3525"/>
                  </a:lnTo>
                  <a:lnTo>
                    <a:pt x="4399" y="3164"/>
                  </a:lnTo>
                  <a:lnTo>
                    <a:pt x="4595" y="2485"/>
                  </a:lnTo>
                  <a:lnTo>
                    <a:pt x="4086" y="2260"/>
                  </a:lnTo>
                  <a:lnTo>
                    <a:pt x="4085" y="2192"/>
                  </a:lnTo>
                  <a:lnTo>
                    <a:pt x="4082" y="1783"/>
                  </a:lnTo>
                  <a:lnTo>
                    <a:pt x="4581" y="963"/>
                  </a:lnTo>
                  <a:lnTo>
                    <a:pt x="4372" y="523"/>
                  </a:lnTo>
                  <a:lnTo>
                    <a:pt x="3696" y="963"/>
                  </a:lnTo>
                  <a:lnTo>
                    <a:pt x="3398" y="798"/>
                  </a:lnTo>
                  <a:lnTo>
                    <a:pt x="34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7" name="Google Shape;1177;p37">
            <a:extLst>
              <a:ext uri="{FF2B5EF4-FFF2-40B4-BE49-F238E27FC236}">
                <a16:creationId xmlns:a16="http://schemas.microsoft.com/office/drawing/2014/main" id="{CE2659E2-0F2A-5ECA-E147-74762EB4AC28}"/>
              </a:ext>
            </a:extLst>
          </p:cNvPr>
          <p:cNvSpPr txBox="1">
            <a:spLocks noGrp="1"/>
          </p:cNvSpPr>
          <p:nvPr>
            <p:ph type="title"/>
          </p:nvPr>
        </p:nvSpPr>
        <p:spPr>
          <a:xfrm>
            <a:off x="224297" y="-122510"/>
            <a:ext cx="9263858" cy="1276615"/>
          </a:xfrm>
          <a:prstGeom prst="rect">
            <a:avLst/>
          </a:prstGeom>
        </p:spPr>
        <p:txBody>
          <a:bodyPr spcFirstLastPara="1" wrap="square" lIns="91425" tIns="91425" rIns="91425" bIns="91425" anchor="ctr" anchorCtr="0">
            <a:noAutofit/>
          </a:bodyPr>
          <a:lstStyle/>
          <a:p>
            <a:pPr lvl="0"/>
            <a:r>
              <a:rPr lang="en-US" sz="4800" dirty="0"/>
              <a:t>Các </a:t>
            </a:r>
            <a:r>
              <a:rPr lang="en-US" sz="4800" dirty="0" err="1"/>
              <a:t>độ</a:t>
            </a:r>
            <a:r>
              <a:rPr lang="en-US" sz="4800" dirty="0"/>
              <a:t> </a:t>
            </a:r>
            <a:r>
              <a:rPr lang="en-US" sz="4800" dirty="0" err="1"/>
              <a:t>đo</a:t>
            </a:r>
            <a:r>
              <a:rPr lang="en-US" sz="4800" dirty="0"/>
              <a:t> </a:t>
            </a:r>
            <a:r>
              <a:rPr lang="en-US" sz="4800" dirty="0" err="1"/>
              <a:t>khoảng</a:t>
            </a:r>
            <a:r>
              <a:rPr lang="en-US" sz="4800" dirty="0"/>
              <a:t> </a:t>
            </a:r>
            <a:r>
              <a:rPr lang="en-US" sz="4800" dirty="0" err="1"/>
              <a:t>cách</a:t>
            </a:r>
            <a:r>
              <a:rPr lang="en-US" sz="4800" dirty="0"/>
              <a:t> </a:t>
            </a:r>
            <a:r>
              <a:rPr lang="en-US" sz="4800" dirty="0" err="1"/>
              <a:t>trong</a:t>
            </a:r>
            <a:r>
              <a:rPr lang="en-US" sz="4800" dirty="0"/>
              <a:t> KNN</a:t>
            </a:r>
            <a:endParaRPr sz="4800" dirty="0">
              <a:solidFill>
                <a:schemeClr val="lt2"/>
              </a:solidFill>
            </a:endParaRPr>
          </a:p>
        </p:txBody>
      </p:sp>
      <p:grpSp>
        <p:nvGrpSpPr>
          <p:cNvPr id="1209" name="Google Shape;1209;p37">
            <a:extLst>
              <a:ext uri="{FF2B5EF4-FFF2-40B4-BE49-F238E27FC236}">
                <a16:creationId xmlns:a16="http://schemas.microsoft.com/office/drawing/2014/main" id="{E8CC309A-FDC5-4C68-7442-EA3595AE5656}"/>
              </a:ext>
            </a:extLst>
          </p:cNvPr>
          <p:cNvGrpSpPr/>
          <p:nvPr/>
        </p:nvGrpSpPr>
        <p:grpSpPr>
          <a:xfrm>
            <a:off x="7595596" y="3149422"/>
            <a:ext cx="1245385" cy="1593962"/>
            <a:chOff x="7577235" y="3020097"/>
            <a:chExt cx="985897" cy="1261745"/>
          </a:xfrm>
        </p:grpSpPr>
        <p:sp>
          <p:nvSpPr>
            <p:cNvPr id="1210" name="Google Shape;1210;p37">
              <a:extLst>
                <a:ext uri="{FF2B5EF4-FFF2-40B4-BE49-F238E27FC236}">
                  <a16:creationId xmlns:a16="http://schemas.microsoft.com/office/drawing/2014/main" id="{D4D606EE-C801-1AA4-6500-4F5E6FD2D051}"/>
                </a:ext>
              </a:extLst>
            </p:cNvPr>
            <p:cNvSpPr/>
            <p:nvPr/>
          </p:nvSpPr>
          <p:spPr>
            <a:xfrm flipH="1">
              <a:off x="7840202" y="3971655"/>
              <a:ext cx="330908" cy="252290"/>
            </a:xfrm>
            <a:custGeom>
              <a:avLst/>
              <a:gdLst/>
              <a:ahLst/>
              <a:cxnLst/>
              <a:rect l="l" t="t" r="r" b="b"/>
              <a:pathLst>
                <a:path w="6503" h="4958" extrusionOk="0">
                  <a:moveTo>
                    <a:pt x="2007" y="0"/>
                  </a:moveTo>
                  <a:cubicBezTo>
                    <a:pt x="1734" y="0"/>
                    <a:pt x="1462" y="71"/>
                    <a:pt x="1217" y="212"/>
                  </a:cubicBezTo>
                  <a:lnTo>
                    <a:pt x="663" y="533"/>
                  </a:lnTo>
                  <a:lnTo>
                    <a:pt x="0" y="1767"/>
                  </a:lnTo>
                  <a:lnTo>
                    <a:pt x="152" y="2858"/>
                  </a:lnTo>
                  <a:cubicBezTo>
                    <a:pt x="231" y="3425"/>
                    <a:pt x="565" y="3923"/>
                    <a:pt x="1061" y="4209"/>
                  </a:cubicBezTo>
                  <a:lnTo>
                    <a:pt x="1973" y="4747"/>
                  </a:lnTo>
                  <a:cubicBezTo>
                    <a:pt x="2217" y="4887"/>
                    <a:pt x="2489" y="4957"/>
                    <a:pt x="2761" y="4957"/>
                  </a:cubicBezTo>
                  <a:cubicBezTo>
                    <a:pt x="3034" y="4957"/>
                    <a:pt x="3306" y="4887"/>
                    <a:pt x="3550" y="4747"/>
                  </a:cubicBezTo>
                  <a:lnTo>
                    <a:pt x="6124" y="3260"/>
                  </a:lnTo>
                  <a:cubicBezTo>
                    <a:pt x="6406" y="3097"/>
                    <a:pt x="6502" y="2775"/>
                    <a:pt x="6413" y="2503"/>
                  </a:cubicBezTo>
                  <a:cubicBezTo>
                    <a:pt x="6368" y="2360"/>
                    <a:pt x="6271" y="2231"/>
                    <a:pt x="6124" y="2146"/>
                  </a:cubicBezTo>
                  <a:lnTo>
                    <a:pt x="2795" y="212"/>
                  </a:lnTo>
                  <a:cubicBezTo>
                    <a:pt x="2551" y="71"/>
                    <a:pt x="2279" y="0"/>
                    <a:pt x="20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7">
              <a:extLst>
                <a:ext uri="{FF2B5EF4-FFF2-40B4-BE49-F238E27FC236}">
                  <a16:creationId xmlns:a16="http://schemas.microsoft.com/office/drawing/2014/main" id="{A032763F-4ECD-9D81-EEDB-4E33107BD078}"/>
                </a:ext>
              </a:extLst>
            </p:cNvPr>
            <p:cNvSpPr/>
            <p:nvPr/>
          </p:nvSpPr>
          <p:spPr>
            <a:xfrm flipH="1">
              <a:off x="7840304" y="3904995"/>
              <a:ext cx="317882" cy="298545"/>
            </a:xfrm>
            <a:custGeom>
              <a:avLst/>
              <a:gdLst/>
              <a:ahLst/>
              <a:cxnLst/>
              <a:rect l="l" t="t" r="r" b="b"/>
              <a:pathLst>
                <a:path w="6247" h="5867" extrusionOk="0">
                  <a:moveTo>
                    <a:pt x="1540" y="1"/>
                  </a:moveTo>
                  <a:lnTo>
                    <a:pt x="1540" y="930"/>
                  </a:lnTo>
                  <a:cubicBezTo>
                    <a:pt x="1429" y="945"/>
                    <a:pt x="1319" y="966"/>
                    <a:pt x="1212" y="1006"/>
                  </a:cubicBezTo>
                  <a:cubicBezTo>
                    <a:pt x="1127" y="1035"/>
                    <a:pt x="1043" y="1073"/>
                    <a:pt x="965" y="1120"/>
                  </a:cubicBezTo>
                  <a:lnTo>
                    <a:pt x="725" y="1259"/>
                  </a:lnTo>
                  <a:lnTo>
                    <a:pt x="409" y="1843"/>
                  </a:lnTo>
                  <a:lnTo>
                    <a:pt x="1" y="2280"/>
                  </a:lnTo>
                  <a:lnTo>
                    <a:pt x="236" y="3868"/>
                  </a:lnTo>
                  <a:lnTo>
                    <a:pt x="283" y="4180"/>
                  </a:lnTo>
                  <a:cubicBezTo>
                    <a:pt x="348" y="4614"/>
                    <a:pt x="602" y="4995"/>
                    <a:pt x="975" y="5218"/>
                  </a:cubicBezTo>
                  <a:cubicBezTo>
                    <a:pt x="985" y="5228"/>
                    <a:pt x="996" y="5235"/>
                    <a:pt x="1009" y="5240"/>
                  </a:cubicBezTo>
                  <a:lnTo>
                    <a:pt x="1719" y="5655"/>
                  </a:lnTo>
                  <a:cubicBezTo>
                    <a:pt x="1963" y="5796"/>
                    <a:pt x="2235" y="5867"/>
                    <a:pt x="2507" y="5867"/>
                  </a:cubicBezTo>
                  <a:cubicBezTo>
                    <a:pt x="2780" y="5867"/>
                    <a:pt x="3052" y="5796"/>
                    <a:pt x="3296" y="5655"/>
                  </a:cubicBezTo>
                  <a:lnTo>
                    <a:pt x="5870" y="4168"/>
                  </a:lnTo>
                  <a:cubicBezTo>
                    <a:pt x="6015" y="4083"/>
                    <a:pt x="6114" y="3957"/>
                    <a:pt x="6159" y="3813"/>
                  </a:cubicBezTo>
                  <a:cubicBezTo>
                    <a:pt x="6247" y="3550"/>
                    <a:pt x="6157" y="3242"/>
                    <a:pt x="5896" y="3073"/>
                  </a:cubicBezTo>
                  <a:lnTo>
                    <a:pt x="5292" y="2725"/>
                  </a:lnTo>
                  <a:lnTo>
                    <a:pt x="4550" y="2301"/>
                  </a:lnTo>
                  <a:cubicBezTo>
                    <a:pt x="4304" y="2160"/>
                    <a:pt x="4105" y="1952"/>
                    <a:pt x="3979" y="1706"/>
                  </a:cubicBezTo>
                  <a:cubicBezTo>
                    <a:pt x="3901" y="1560"/>
                    <a:pt x="3848" y="1404"/>
                    <a:pt x="3825" y="1240"/>
                  </a:cubicBezTo>
                  <a:lnTo>
                    <a:pt x="36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7">
              <a:extLst>
                <a:ext uri="{FF2B5EF4-FFF2-40B4-BE49-F238E27FC236}">
                  <a16:creationId xmlns:a16="http://schemas.microsoft.com/office/drawing/2014/main" id="{C3579228-3A81-EBD0-B46C-68CD35266754}"/>
                </a:ext>
              </a:extLst>
            </p:cNvPr>
            <p:cNvSpPr/>
            <p:nvPr/>
          </p:nvSpPr>
          <p:spPr>
            <a:xfrm flipH="1">
              <a:off x="7840304" y="3991806"/>
              <a:ext cx="305873" cy="211735"/>
            </a:xfrm>
            <a:custGeom>
              <a:avLst/>
              <a:gdLst/>
              <a:ahLst/>
              <a:cxnLst/>
              <a:rect l="l" t="t" r="r" b="b"/>
              <a:pathLst>
                <a:path w="6011" h="4161" extrusionOk="0">
                  <a:moveTo>
                    <a:pt x="3743" y="1"/>
                  </a:moveTo>
                  <a:lnTo>
                    <a:pt x="0" y="2162"/>
                  </a:lnTo>
                  <a:lnTo>
                    <a:pt x="47" y="2474"/>
                  </a:lnTo>
                  <a:cubicBezTo>
                    <a:pt x="112" y="2908"/>
                    <a:pt x="366" y="3289"/>
                    <a:pt x="739" y="3512"/>
                  </a:cubicBezTo>
                  <a:cubicBezTo>
                    <a:pt x="749" y="3522"/>
                    <a:pt x="760" y="3529"/>
                    <a:pt x="773" y="3534"/>
                  </a:cubicBezTo>
                  <a:lnTo>
                    <a:pt x="1483" y="3949"/>
                  </a:lnTo>
                  <a:cubicBezTo>
                    <a:pt x="1727" y="4090"/>
                    <a:pt x="1999" y="4161"/>
                    <a:pt x="2271" y="4161"/>
                  </a:cubicBezTo>
                  <a:cubicBezTo>
                    <a:pt x="2544" y="4161"/>
                    <a:pt x="2816" y="4090"/>
                    <a:pt x="3060" y="3949"/>
                  </a:cubicBezTo>
                  <a:lnTo>
                    <a:pt x="5634" y="2462"/>
                  </a:lnTo>
                  <a:cubicBezTo>
                    <a:pt x="5779" y="2377"/>
                    <a:pt x="5878" y="2251"/>
                    <a:pt x="5923" y="2107"/>
                  </a:cubicBezTo>
                  <a:cubicBezTo>
                    <a:pt x="6011" y="1844"/>
                    <a:pt x="5921" y="1536"/>
                    <a:pt x="5660" y="1367"/>
                  </a:cubicBezTo>
                  <a:lnTo>
                    <a:pt x="5056" y="1019"/>
                  </a:lnTo>
                  <a:lnTo>
                    <a:pt x="4314" y="595"/>
                  </a:lnTo>
                  <a:cubicBezTo>
                    <a:pt x="4067" y="454"/>
                    <a:pt x="3869" y="246"/>
                    <a:pt x="3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37">
              <a:extLst>
                <a:ext uri="{FF2B5EF4-FFF2-40B4-BE49-F238E27FC236}">
                  <a16:creationId xmlns:a16="http://schemas.microsoft.com/office/drawing/2014/main" id="{3E64CAA5-9198-DA47-2C88-D5EADF393802}"/>
                </a:ext>
              </a:extLst>
            </p:cNvPr>
            <p:cNvSpPr/>
            <p:nvPr/>
          </p:nvSpPr>
          <p:spPr>
            <a:xfrm flipH="1">
              <a:off x="7840304" y="4043607"/>
              <a:ext cx="268319" cy="159933"/>
            </a:xfrm>
            <a:custGeom>
              <a:avLst/>
              <a:gdLst/>
              <a:ahLst/>
              <a:cxnLst/>
              <a:rect l="l" t="t" r="r" b="b"/>
              <a:pathLst>
                <a:path w="5273" h="3143" extrusionOk="0">
                  <a:moveTo>
                    <a:pt x="4318" y="1"/>
                  </a:moveTo>
                  <a:lnTo>
                    <a:pt x="1" y="2493"/>
                  </a:lnTo>
                  <a:cubicBezTo>
                    <a:pt x="12" y="2504"/>
                    <a:pt x="22" y="2511"/>
                    <a:pt x="35" y="2516"/>
                  </a:cubicBezTo>
                  <a:lnTo>
                    <a:pt x="745" y="2931"/>
                  </a:lnTo>
                  <a:cubicBezTo>
                    <a:pt x="989" y="3072"/>
                    <a:pt x="1261" y="3143"/>
                    <a:pt x="1533" y="3143"/>
                  </a:cubicBezTo>
                  <a:cubicBezTo>
                    <a:pt x="1806" y="3143"/>
                    <a:pt x="2078" y="3072"/>
                    <a:pt x="2323" y="2931"/>
                  </a:cubicBezTo>
                  <a:lnTo>
                    <a:pt x="4896" y="1444"/>
                  </a:lnTo>
                  <a:cubicBezTo>
                    <a:pt x="5041" y="1359"/>
                    <a:pt x="5140" y="1232"/>
                    <a:pt x="5185" y="1089"/>
                  </a:cubicBezTo>
                  <a:cubicBezTo>
                    <a:pt x="5273" y="825"/>
                    <a:pt x="5183" y="518"/>
                    <a:pt x="4922" y="349"/>
                  </a:cubicBezTo>
                  <a:lnTo>
                    <a:pt x="43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37">
              <a:extLst>
                <a:ext uri="{FF2B5EF4-FFF2-40B4-BE49-F238E27FC236}">
                  <a16:creationId xmlns:a16="http://schemas.microsoft.com/office/drawing/2014/main" id="{0250DEDE-CE4A-4BEF-4A91-57E4B2742FBD}"/>
                </a:ext>
              </a:extLst>
            </p:cNvPr>
            <p:cNvSpPr/>
            <p:nvPr/>
          </p:nvSpPr>
          <p:spPr>
            <a:xfrm flipH="1">
              <a:off x="7588990" y="3020097"/>
              <a:ext cx="974142" cy="1255384"/>
            </a:xfrm>
            <a:custGeom>
              <a:avLst/>
              <a:gdLst/>
              <a:ahLst/>
              <a:cxnLst/>
              <a:rect l="l" t="t" r="r" b="b"/>
              <a:pathLst>
                <a:path w="19144" h="24671" extrusionOk="0">
                  <a:moveTo>
                    <a:pt x="18023" y="1"/>
                  </a:moveTo>
                  <a:cubicBezTo>
                    <a:pt x="17930" y="1"/>
                    <a:pt x="17834" y="24"/>
                    <a:pt x="17743" y="77"/>
                  </a:cubicBezTo>
                  <a:lnTo>
                    <a:pt x="869" y="9819"/>
                  </a:lnTo>
                  <a:cubicBezTo>
                    <a:pt x="339" y="10124"/>
                    <a:pt x="11" y="10690"/>
                    <a:pt x="10" y="11302"/>
                  </a:cubicBezTo>
                  <a:lnTo>
                    <a:pt x="2" y="23759"/>
                  </a:lnTo>
                  <a:cubicBezTo>
                    <a:pt x="1" y="23930"/>
                    <a:pt x="73" y="24075"/>
                    <a:pt x="183" y="24177"/>
                  </a:cubicBezTo>
                  <a:lnTo>
                    <a:pt x="174" y="24191"/>
                  </a:lnTo>
                  <a:lnTo>
                    <a:pt x="288" y="24256"/>
                  </a:lnTo>
                  <a:lnTo>
                    <a:pt x="1004" y="24671"/>
                  </a:lnTo>
                  <a:lnTo>
                    <a:pt x="1739" y="23398"/>
                  </a:lnTo>
                  <a:lnTo>
                    <a:pt x="17459" y="14289"/>
                  </a:lnTo>
                  <a:cubicBezTo>
                    <a:pt x="17955" y="14004"/>
                    <a:pt x="18260" y="13477"/>
                    <a:pt x="18260" y="12907"/>
                  </a:cubicBezTo>
                  <a:lnTo>
                    <a:pt x="18268" y="2000"/>
                  </a:lnTo>
                  <a:lnTo>
                    <a:pt x="18299" y="2018"/>
                  </a:lnTo>
                  <a:lnTo>
                    <a:pt x="19144" y="555"/>
                  </a:lnTo>
                  <a:lnTo>
                    <a:pt x="18287" y="60"/>
                  </a:lnTo>
                  <a:lnTo>
                    <a:pt x="18285" y="64"/>
                  </a:lnTo>
                  <a:cubicBezTo>
                    <a:pt x="18204" y="24"/>
                    <a:pt x="18115" y="1"/>
                    <a:pt x="180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37">
              <a:extLst>
                <a:ext uri="{FF2B5EF4-FFF2-40B4-BE49-F238E27FC236}">
                  <a16:creationId xmlns:a16="http://schemas.microsoft.com/office/drawing/2014/main" id="{8E567C77-D61B-11ED-E67B-CAD2D58F494A}"/>
                </a:ext>
              </a:extLst>
            </p:cNvPr>
            <p:cNvSpPr/>
            <p:nvPr/>
          </p:nvSpPr>
          <p:spPr>
            <a:xfrm flipH="1">
              <a:off x="7577235" y="3042640"/>
              <a:ext cx="945291" cy="1239202"/>
            </a:xfrm>
            <a:custGeom>
              <a:avLst/>
              <a:gdLst/>
              <a:ahLst/>
              <a:cxnLst/>
              <a:rect l="l" t="t" r="r" b="b"/>
              <a:pathLst>
                <a:path w="18577" h="24353" extrusionOk="0">
                  <a:moveTo>
                    <a:pt x="18001" y="1"/>
                  </a:moveTo>
                  <a:cubicBezTo>
                    <a:pt x="17905" y="1"/>
                    <a:pt x="17808" y="25"/>
                    <a:pt x="17715" y="78"/>
                  </a:cubicBezTo>
                  <a:lnTo>
                    <a:pt x="868" y="9836"/>
                  </a:lnTo>
                  <a:cubicBezTo>
                    <a:pt x="337" y="10141"/>
                    <a:pt x="10" y="10706"/>
                    <a:pt x="9" y="11319"/>
                  </a:cubicBezTo>
                  <a:lnTo>
                    <a:pt x="1" y="23776"/>
                  </a:lnTo>
                  <a:cubicBezTo>
                    <a:pt x="0" y="24112"/>
                    <a:pt x="276" y="24353"/>
                    <a:pt x="576" y="24353"/>
                  </a:cubicBezTo>
                  <a:cubicBezTo>
                    <a:pt x="671" y="24353"/>
                    <a:pt x="769" y="24328"/>
                    <a:pt x="862" y="24275"/>
                  </a:cubicBezTo>
                  <a:lnTo>
                    <a:pt x="17767" y="14484"/>
                  </a:lnTo>
                  <a:cubicBezTo>
                    <a:pt x="18261" y="14199"/>
                    <a:pt x="18566" y="13672"/>
                    <a:pt x="18568" y="13101"/>
                  </a:cubicBezTo>
                  <a:lnTo>
                    <a:pt x="18577" y="577"/>
                  </a:lnTo>
                  <a:cubicBezTo>
                    <a:pt x="18577" y="241"/>
                    <a:pt x="18301" y="1"/>
                    <a:pt x="180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37">
              <a:extLst>
                <a:ext uri="{FF2B5EF4-FFF2-40B4-BE49-F238E27FC236}">
                  <a16:creationId xmlns:a16="http://schemas.microsoft.com/office/drawing/2014/main" id="{1855BA5A-FB5C-3E58-7F2C-84612D8029BE}"/>
                </a:ext>
              </a:extLst>
            </p:cNvPr>
            <p:cNvSpPr/>
            <p:nvPr/>
          </p:nvSpPr>
          <p:spPr>
            <a:xfrm flipH="1">
              <a:off x="7596673" y="3037551"/>
              <a:ext cx="934757" cy="1237218"/>
            </a:xfrm>
            <a:custGeom>
              <a:avLst/>
              <a:gdLst/>
              <a:ahLst/>
              <a:cxnLst/>
              <a:rect l="l" t="t" r="r" b="b"/>
              <a:pathLst>
                <a:path w="18370" h="24314" extrusionOk="0">
                  <a:moveTo>
                    <a:pt x="17996" y="1"/>
                  </a:moveTo>
                  <a:cubicBezTo>
                    <a:pt x="17902" y="1"/>
                    <a:pt x="17806" y="25"/>
                    <a:pt x="17715" y="77"/>
                  </a:cubicBezTo>
                  <a:lnTo>
                    <a:pt x="868" y="9834"/>
                  </a:lnTo>
                  <a:cubicBezTo>
                    <a:pt x="337" y="10140"/>
                    <a:pt x="10" y="10705"/>
                    <a:pt x="10" y="11317"/>
                  </a:cubicBezTo>
                  <a:lnTo>
                    <a:pt x="1" y="23775"/>
                  </a:lnTo>
                  <a:cubicBezTo>
                    <a:pt x="1" y="24035"/>
                    <a:pt x="167" y="24236"/>
                    <a:pt x="382" y="24313"/>
                  </a:cubicBezTo>
                  <a:cubicBezTo>
                    <a:pt x="260" y="24211"/>
                    <a:pt x="175" y="24059"/>
                    <a:pt x="176" y="23876"/>
                  </a:cubicBezTo>
                  <a:lnTo>
                    <a:pt x="184" y="11419"/>
                  </a:lnTo>
                  <a:cubicBezTo>
                    <a:pt x="185" y="10806"/>
                    <a:pt x="512" y="10241"/>
                    <a:pt x="1043" y="9936"/>
                  </a:cubicBezTo>
                  <a:lnTo>
                    <a:pt x="17890" y="178"/>
                  </a:lnTo>
                  <a:cubicBezTo>
                    <a:pt x="17981" y="127"/>
                    <a:pt x="18076" y="103"/>
                    <a:pt x="18170" y="103"/>
                  </a:cubicBezTo>
                  <a:cubicBezTo>
                    <a:pt x="18239" y="103"/>
                    <a:pt x="18306" y="116"/>
                    <a:pt x="18370" y="139"/>
                  </a:cubicBezTo>
                  <a:cubicBezTo>
                    <a:pt x="18266" y="52"/>
                    <a:pt x="18134" y="1"/>
                    <a:pt x="179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37">
              <a:extLst>
                <a:ext uri="{FF2B5EF4-FFF2-40B4-BE49-F238E27FC236}">
                  <a16:creationId xmlns:a16="http://schemas.microsoft.com/office/drawing/2014/main" id="{1992989C-9B4C-2BBA-935C-CF2F0DCF12CB}"/>
                </a:ext>
              </a:extLst>
            </p:cNvPr>
            <p:cNvSpPr/>
            <p:nvPr/>
          </p:nvSpPr>
          <p:spPr>
            <a:xfrm flipH="1">
              <a:off x="7604000" y="3088080"/>
              <a:ext cx="891811" cy="1074589"/>
            </a:xfrm>
            <a:custGeom>
              <a:avLst/>
              <a:gdLst/>
              <a:ahLst/>
              <a:cxnLst/>
              <a:rect l="l" t="t" r="r" b="b"/>
              <a:pathLst>
                <a:path w="17526" h="21118" extrusionOk="0">
                  <a:moveTo>
                    <a:pt x="17249" y="0"/>
                  </a:moveTo>
                  <a:cubicBezTo>
                    <a:pt x="17203" y="0"/>
                    <a:pt x="17155" y="12"/>
                    <a:pt x="17110" y="38"/>
                  </a:cubicBezTo>
                  <a:lnTo>
                    <a:pt x="574" y="9585"/>
                  </a:lnTo>
                  <a:cubicBezTo>
                    <a:pt x="219" y="9790"/>
                    <a:pt x="1" y="10168"/>
                    <a:pt x="1" y="10579"/>
                  </a:cubicBezTo>
                  <a:lnTo>
                    <a:pt x="1" y="21118"/>
                  </a:lnTo>
                  <a:lnTo>
                    <a:pt x="17526" y="11000"/>
                  </a:lnTo>
                  <a:lnTo>
                    <a:pt x="17526" y="278"/>
                  </a:lnTo>
                  <a:cubicBezTo>
                    <a:pt x="17526" y="116"/>
                    <a:pt x="17393" y="0"/>
                    <a:pt x="1724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37">
              <a:extLst>
                <a:ext uri="{FF2B5EF4-FFF2-40B4-BE49-F238E27FC236}">
                  <a16:creationId xmlns:a16="http://schemas.microsoft.com/office/drawing/2014/main" id="{3BF6FCAD-0BFC-23F1-4D9A-012CB2F45FAF}"/>
                </a:ext>
              </a:extLst>
            </p:cNvPr>
            <p:cNvSpPr/>
            <p:nvPr/>
          </p:nvSpPr>
          <p:spPr>
            <a:xfrm flipH="1">
              <a:off x="7633920" y="3132147"/>
              <a:ext cx="831919" cy="965034"/>
            </a:xfrm>
            <a:custGeom>
              <a:avLst/>
              <a:gdLst/>
              <a:ahLst/>
              <a:cxnLst/>
              <a:rect l="l" t="t" r="r" b="b"/>
              <a:pathLst>
                <a:path w="16349" h="18965" extrusionOk="0">
                  <a:moveTo>
                    <a:pt x="16349" y="1"/>
                  </a:moveTo>
                  <a:lnTo>
                    <a:pt x="1" y="9439"/>
                  </a:lnTo>
                  <a:lnTo>
                    <a:pt x="1" y="18965"/>
                  </a:lnTo>
                  <a:lnTo>
                    <a:pt x="16349" y="9526"/>
                  </a:lnTo>
                  <a:lnTo>
                    <a:pt x="163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37">
              <a:extLst>
                <a:ext uri="{FF2B5EF4-FFF2-40B4-BE49-F238E27FC236}">
                  <a16:creationId xmlns:a16="http://schemas.microsoft.com/office/drawing/2014/main" id="{14239EB1-153A-2976-C5C1-9DC3432B8256}"/>
                </a:ext>
              </a:extLst>
            </p:cNvPr>
            <p:cNvSpPr/>
            <p:nvPr/>
          </p:nvSpPr>
          <p:spPr>
            <a:xfrm flipH="1">
              <a:off x="7686884" y="3192446"/>
              <a:ext cx="722218" cy="837728"/>
            </a:xfrm>
            <a:custGeom>
              <a:avLst/>
              <a:gdLst/>
              <a:ahLst/>
              <a:cxnLst/>
              <a:rect l="l" t="t" r="r" b="b"/>
              <a:pathLst>
                <a:path w="14193" h="16463" extrusionOk="0">
                  <a:moveTo>
                    <a:pt x="14192" y="0"/>
                  </a:moveTo>
                  <a:lnTo>
                    <a:pt x="1" y="8193"/>
                  </a:lnTo>
                  <a:lnTo>
                    <a:pt x="1" y="16462"/>
                  </a:lnTo>
                  <a:lnTo>
                    <a:pt x="14192" y="8269"/>
                  </a:lnTo>
                  <a:lnTo>
                    <a:pt x="1419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roup 3">
            <a:extLst>
              <a:ext uri="{FF2B5EF4-FFF2-40B4-BE49-F238E27FC236}">
                <a16:creationId xmlns:a16="http://schemas.microsoft.com/office/drawing/2014/main" id="{B28D159C-3575-8F7D-A82F-42ADF50B69CA}"/>
              </a:ext>
            </a:extLst>
          </p:cNvPr>
          <p:cNvGrpSpPr/>
          <p:nvPr/>
        </p:nvGrpSpPr>
        <p:grpSpPr>
          <a:xfrm>
            <a:off x="-6793162" y="744669"/>
            <a:ext cx="6247810" cy="4038478"/>
            <a:chOff x="1403684" y="918533"/>
            <a:chExt cx="6247810" cy="4038478"/>
          </a:xfrm>
        </p:grpSpPr>
        <p:sp>
          <p:nvSpPr>
            <p:cNvPr id="3" name="Rectangle: Rounded Corners 2">
              <a:extLst>
                <a:ext uri="{FF2B5EF4-FFF2-40B4-BE49-F238E27FC236}">
                  <a16:creationId xmlns:a16="http://schemas.microsoft.com/office/drawing/2014/main" id="{A18B8A6C-CEC7-08BE-7C08-7FD47AAEBD42}"/>
                </a:ext>
              </a:extLst>
            </p:cNvPr>
            <p:cNvSpPr/>
            <p:nvPr/>
          </p:nvSpPr>
          <p:spPr>
            <a:xfrm>
              <a:off x="1403684" y="918533"/>
              <a:ext cx="6144474" cy="4038478"/>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106DE16-72D2-0FC3-3377-5EFC2BFB72E2}"/>
                    </a:ext>
                  </a:extLst>
                </p:cNvPr>
                <p:cNvSpPr txBox="1"/>
                <p:nvPr/>
              </p:nvSpPr>
              <p:spPr>
                <a:xfrm>
                  <a:off x="1531242" y="1065017"/>
                  <a:ext cx="6120252" cy="3731278"/>
                </a:xfrm>
                <a:prstGeom prst="rect">
                  <a:avLst/>
                </a:prstGeom>
                <a:noFill/>
              </p:spPr>
              <p:txBody>
                <a:bodyPr wrap="square" rtlCol="0">
                  <a:spAutoFit/>
                </a:bodyPr>
                <a:lstStyle/>
                <a:p>
                  <a:r>
                    <a:rPr lang="vi-VN" b="1" dirty="0"/>
                    <a:t>Khoảng cách Euclidean</a:t>
                  </a:r>
                  <a:endParaRPr lang="vi-VN" dirty="0"/>
                </a:p>
                <a:p>
                  <a:r>
                    <a:rPr lang="vi-VN" dirty="0"/>
                    <a:t>Công thức:</a:t>
                  </a:r>
                </a:p>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ad>
                          <m:radPr>
                            <m:degHide m:val="on"/>
                            <m:ctrlPr>
                              <a:rPr lang="en-US" i="1">
                                <a:latin typeface="Cambria Math" panose="02040503050406030204" pitchFamily="18" charset="0"/>
                              </a:rPr>
                            </m:ctrlPr>
                          </m:radPr>
                          <m:deg/>
                          <m:e>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sup>
                                    <m:r>
                                      <a:rPr lang="en-US" i="1">
                                        <a:latin typeface="Cambria Math" panose="02040503050406030204" pitchFamily="18" charset="0"/>
                                      </a:rPr>
                                      <m:t>2</m:t>
                                    </m:r>
                                  </m:sup>
                                </m:sSup>
                              </m:e>
                            </m:nary>
                          </m:e>
                        </m:rad>
                      </m:oMath>
                    </m:oMathPara>
                  </a14:m>
                  <a:endParaRPr lang="vi-VN" dirty="0"/>
                </a:p>
                <a:p>
                  <a:r>
                    <a:rPr lang="vi-VN" dirty="0"/>
                    <a:t>Mô tả: Khoảng cách đường thẳng ngắn nhất giữa hai điểm trong không gian đa chiều. Đây là độ đo khoảng cách "trực quan" nhất mà con người thường nghĩ đến.</a:t>
                  </a:r>
                </a:p>
                <a:p>
                  <a:r>
                    <a:rPr lang="vi-VN" dirty="0"/>
                    <a:t>Ưu điểm:</a:t>
                  </a:r>
                </a:p>
                <a:p>
                  <a:r>
                    <a:rPr lang="en-US" dirty="0"/>
                    <a:t>	</a:t>
                  </a:r>
                  <a:r>
                    <a:rPr lang="vi-VN" dirty="0"/>
                    <a:t>Phổ biến và dễ hiểu</a:t>
                  </a:r>
                </a:p>
                <a:p>
                  <a:r>
                    <a:rPr lang="en-US" dirty="0"/>
                    <a:t>	</a:t>
                  </a:r>
                  <a:r>
                    <a:rPr lang="vi-VN" dirty="0"/>
                    <a:t>Phù hợp với dữ liệu liên tục</a:t>
                  </a:r>
                </a:p>
                <a:p>
                  <a:r>
                    <a:rPr lang="en-US" dirty="0"/>
                    <a:t>	</a:t>
                  </a:r>
                  <a:r>
                    <a:rPr lang="vi-VN" dirty="0"/>
                    <a:t>Tính toán hiệu quả</a:t>
                  </a:r>
                </a:p>
                <a:p>
                  <a:r>
                    <a:rPr lang="en-US" dirty="0"/>
                    <a:t>	</a:t>
                  </a:r>
                  <a:r>
                    <a:rPr lang="vi-VN" dirty="0"/>
                    <a:t>Hoạt động tốt với đặc trưng chuẩn hóa</a:t>
                  </a:r>
                </a:p>
                <a:p>
                  <a:r>
                    <a:rPr lang="vi-VN" dirty="0"/>
                    <a:t>Nhược điểm:</a:t>
                  </a:r>
                </a:p>
                <a:p>
                  <a:r>
                    <a:rPr lang="en-US" dirty="0"/>
                    <a:t>	</a:t>
                  </a:r>
                  <a:r>
                    <a:rPr lang="vi-VN" dirty="0"/>
                    <a:t>Nhạy cảm với đặc trưng có thang đo lớn</a:t>
                  </a:r>
                </a:p>
                <a:p>
                  <a:r>
                    <a:rPr lang="en-US" dirty="0"/>
                    <a:t>	</a:t>
                  </a:r>
                  <a:r>
                    <a:rPr lang="vi-VN" dirty="0"/>
                    <a:t>Có thể bị ảnh hưởng bởi ngoại lệ (outliers)</a:t>
                  </a:r>
                  <a:endParaRPr lang="en-US" dirty="0"/>
                </a:p>
              </p:txBody>
            </p:sp>
          </mc:Choice>
          <mc:Fallback xmlns="">
            <p:sp>
              <p:nvSpPr>
                <p:cNvPr id="2" name="TextBox 1">
                  <a:extLst>
                    <a:ext uri="{FF2B5EF4-FFF2-40B4-BE49-F238E27FC236}">
                      <a16:creationId xmlns:a16="http://schemas.microsoft.com/office/drawing/2014/main" id="{7106DE16-72D2-0FC3-3377-5EFC2BFB72E2}"/>
                    </a:ext>
                  </a:extLst>
                </p:cNvPr>
                <p:cNvSpPr txBox="1">
                  <a:spLocks noRot="1" noChangeAspect="1" noMove="1" noResize="1" noEditPoints="1" noAdjustHandles="1" noChangeArrowheads="1" noChangeShapeType="1" noTextEdit="1"/>
                </p:cNvSpPr>
                <p:nvPr/>
              </p:nvSpPr>
              <p:spPr>
                <a:xfrm>
                  <a:off x="1531242" y="1065017"/>
                  <a:ext cx="6120252" cy="3731278"/>
                </a:xfrm>
                <a:prstGeom prst="rect">
                  <a:avLst/>
                </a:prstGeom>
                <a:blipFill>
                  <a:blip r:embed="rId3"/>
                  <a:stretch>
                    <a:fillRect l="-299" t="-327" b="-980"/>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1CD195BD-613B-8EEA-779A-2E4587DAC673}"/>
              </a:ext>
            </a:extLst>
          </p:cNvPr>
          <p:cNvGrpSpPr/>
          <p:nvPr/>
        </p:nvGrpSpPr>
        <p:grpSpPr>
          <a:xfrm>
            <a:off x="-6492530" y="1012093"/>
            <a:ext cx="6331666" cy="4038478"/>
            <a:chOff x="-6608604" y="1053371"/>
            <a:chExt cx="6331666" cy="4038478"/>
          </a:xfrm>
        </p:grpSpPr>
        <p:sp>
          <p:nvSpPr>
            <p:cNvPr id="6" name="Rectangle: Rounded Corners 5">
              <a:extLst>
                <a:ext uri="{FF2B5EF4-FFF2-40B4-BE49-F238E27FC236}">
                  <a16:creationId xmlns:a16="http://schemas.microsoft.com/office/drawing/2014/main" id="{004B8A58-09FE-862B-BD00-A2850DE69DCA}"/>
                </a:ext>
              </a:extLst>
            </p:cNvPr>
            <p:cNvSpPr/>
            <p:nvPr/>
          </p:nvSpPr>
          <p:spPr>
            <a:xfrm>
              <a:off x="-6608604" y="1053371"/>
              <a:ext cx="6144474" cy="403847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E5F95D0-2F15-350A-30C3-076AF6A1BE5C}"/>
                    </a:ext>
                  </a:extLst>
                </p:cNvPr>
                <p:cNvSpPr txBox="1"/>
                <p:nvPr/>
              </p:nvSpPr>
              <p:spPr>
                <a:xfrm>
                  <a:off x="-6397190" y="1555932"/>
                  <a:ext cx="6120252" cy="3052952"/>
                </a:xfrm>
                <a:prstGeom prst="rect">
                  <a:avLst/>
                </a:prstGeom>
                <a:noFill/>
              </p:spPr>
              <p:txBody>
                <a:bodyPr wrap="square" rtlCol="0">
                  <a:spAutoFit/>
                </a:bodyPr>
                <a:lstStyle/>
                <a:p>
                  <a:pPr>
                    <a:lnSpc>
                      <a:spcPts val="1700"/>
                    </a:lnSpc>
                  </a:pPr>
                  <a:r>
                    <a:rPr lang="en-US" b="1" dirty="0" err="1">
                      <a:solidFill>
                        <a:srgbClr val="3B3535"/>
                      </a:solidFill>
                      <a:latin typeface="Alexandria Semi Bold" pitchFamily="34" charset="0"/>
                      <a:ea typeface="Alexandria Semi Bold" pitchFamily="34" charset="-122"/>
                      <a:cs typeface="Alexandria Semi Bold" pitchFamily="34" charset="-120"/>
                    </a:rPr>
                    <a:t>Khoảng</a:t>
                  </a:r>
                  <a:r>
                    <a:rPr lang="en-US" b="1" dirty="0">
                      <a:solidFill>
                        <a:srgbClr val="3B3535"/>
                      </a:solidFill>
                      <a:latin typeface="Alexandria Semi Bold" pitchFamily="34" charset="0"/>
                      <a:ea typeface="Alexandria Semi Bold" pitchFamily="34" charset="-122"/>
                      <a:cs typeface="Alexandria Semi Bold" pitchFamily="34" charset="-120"/>
                    </a:rPr>
                    <a:t> </a:t>
                  </a:r>
                  <a:r>
                    <a:rPr lang="en-US" b="1" dirty="0" err="1">
                      <a:solidFill>
                        <a:srgbClr val="3B3535"/>
                      </a:solidFill>
                      <a:latin typeface="Alexandria Semi Bold" pitchFamily="34" charset="0"/>
                      <a:ea typeface="Alexandria Semi Bold" pitchFamily="34" charset="-122"/>
                      <a:cs typeface="Alexandria Semi Bold" pitchFamily="34" charset="-120"/>
                    </a:rPr>
                    <a:t>cách</a:t>
                  </a:r>
                  <a:r>
                    <a:rPr lang="en-US" b="1" dirty="0">
                      <a:solidFill>
                        <a:srgbClr val="3B3535"/>
                      </a:solidFill>
                      <a:latin typeface="Alexandria Semi Bold" pitchFamily="34" charset="0"/>
                      <a:ea typeface="Alexandria Semi Bold" pitchFamily="34" charset="-122"/>
                      <a:cs typeface="Alexandria Semi Bold" pitchFamily="34" charset="-120"/>
                    </a:rPr>
                    <a:t> Manhattan</a:t>
                  </a:r>
                  <a:endParaRPr lang="en-US" b="1" dirty="0"/>
                </a:p>
                <a:p>
                  <a:r>
                    <a:rPr lang="vi-VN" dirty="0"/>
                    <a:t>Công thức:</a:t>
                  </a:r>
                </a:p>
                <a:p>
                  <a:pPr/>
                  <a14:m>
                    <m:oMathPara xmlns:m="http://schemas.openxmlformats.org/officeDocument/2006/math">
                      <m:oMathParaPr>
                        <m:jc m:val="centerGroup"/>
                      </m:oMathParaPr>
                      <m:oMath xmlns:m="http://schemas.openxmlformats.org/officeDocument/2006/math">
                        <m:r>
                          <a:rPr lang="es-ES" i="1" smtClean="0">
                            <a:latin typeface="Cambria Math" panose="02040503050406030204" pitchFamily="18" charset="0"/>
                          </a:rPr>
                          <m:t>𝑑</m:t>
                        </m:r>
                        <m:d>
                          <m:dPr>
                            <m:ctrlPr>
                              <a:rPr lang="es-ES" i="1">
                                <a:latin typeface="Cambria Math" panose="02040503050406030204" pitchFamily="18" charset="0"/>
                              </a:rPr>
                            </m:ctrlPr>
                          </m:dPr>
                          <m:e>
                            <m:r>
                              <a:rPr lang="es-ES" i="1">
                                <a:latin typeface="Cambria Math" panose="02040503050406030204" pitchFamily="18" charset="0"/>
                              </a:rPr>
                              <m:t>𝑥</m:t>
                            </m:r>
                            <m:r>
                              <a:rPr lang="es-ES" i="1">
                                <a:latin typeface="Cambria Math" panose="02040503050406030204" pitchFamily="18" charset="0"/>
                              </a:rPr>
                              <m:t>,</m:t>
                            </m:r>
                            <m:r>
                              <a:rPr lang="es-ES" i="1">
                                <a:latin typeface="Cambria Math" panose="02040503050406030204" pitchFamily="18" charset="0"/>
                              </a:rPr>
                              <m:t>𝑦</m:t>
                            </m:r>
                          </m:e>
                        </m:d>
                        <m:r>
                          <a:rPr lang="es-ES" i="1">
                            <a:latin typeface="Cambria Math" panose="02040503050406030204" pitchFamily="18" charset="0"/>
                          </a:rPr>
                          <m:t>=</m:t>
                        </m:r>
                        <m:nary>
                          <m:naryPr>
                            <m:chr m:val="∑"/>
                            <m:ctrlPr>
                              <a:rPr lang="es-ES" i="1">
                                <a:latin typeface="Cambria Math" panose="02040503050406030204" pitchFamily="18" charset="0"/>
                              </a:rPr>
                            </m:ctrlPr>
                          </m:naryPr>
                          <m:sub>
                            <m: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𝑦</m:t>
                                    </m:r>
                                  </m:e>
                                  <m:sub>
                                    <m:r>
                                      <a:rPr lang="es-ES" i="1">
                                        <a:latin typeface="Cambria Math" panose="02040503050406030204" pitchFamily="18" charset="0"/>
                                      </a:rPr>
                                      <m:t>𝑖</m:t>
                                    </m:r>
                                  </m:sub>
                                </m:sSub>
                              </m:e>
                            </m:d>
                          </m:e>
                        </m:nary>
                      </m:oMath>
                    </m:oMathPara>
                  </a14:m>
                  <a:endParaRPr lang="en-US" dirty="0"/>
                </a:p>
                <a:p>
                  <a:r>
                    <a:rPr lang="vi-VN" dirty="0"/>
                    <a:t>Mô tả: Tổng chênh lệch tuyệt đối theo từng chiều tọa độ. Tương đương với việc di chuyển theo dạng lưới vuông góc thay vì đường thẳng.</a:t>
                  </a:r>
                </a:p>
                <a:p>
                  <a:r>
                    <a:rPr lang="vi-VN" dirty="0"/>
                    <a:t>Ưu điểm:</a:t>
                  </a:r>
                </a:p>
                <a:p>
                  <a:r>
                    <a:rPr lang="en-US" dirty="0"/>
                    <a:t>	</a:t>
                  </a:r>
                  <a:r>
                    <a:rPr lang="vi-VN" dirty="0"/>
                    <a:t>Ít nhạy cảm với ngoại lệ hơn Euclidean</a:t>
                  </a:r>
                </a:p>
                <a:p>
                  <a:r>
                    <a:rPr lang="en-US" dirty="0"/>
                    <a:t>	</a:t>
                  </a:r>
                  <a:r>
                    <a:rPr lang="vi-VN" dirty="0"/>
                    <a:t>Phù hợp với dữ liệu có đặc trưng rời rạc</a:t>
                  </a:r>
                </a:p>
                <a:p>
                  <a:r>
                    <a:rPr lang="en-US" dirty="0"/>
                    <a:t>	</a:t>
                  </a:r>
                  <a:r>
                    <a:rPr lang="vi-VN" dirty="0"/>
                    <a:t>Tính toán nhanh hơn EuclideanNhược điểm:</a:t>
                  </a:r>
                </a:p>
                <a:p>
                  <a:r>
                    <a:rPr lang="vi-VN" dirty="0"/>
                    <a:t>Nhược điểm:</a:t>
                  </a:r>
                </a:p>
                <a:p>
                  <a:r>
                    <a:rPr lang="en-US" dirty="0"/>
                    <a:t>	</a:t>
                  </a:r>
                  <a:r>
                    <a:rPr lang="vi-VN" dirty="0"/>
                    <a:t>Không phản ánh tốt "khoảng cách thực"</a:t>
                  </a:r>
                </a:p>
                <a:p>
                  <a:r>
                    <a:rPr lang="en-US" dirty="0"/>
                    <a:t>	</a:t>
                  </a:r>
                  <a:r>
                    <a:rPr lang="vi-VN" dirty="0"/>
                    <a:t>Có thể kém hiệu quả với dữ liệu liên tục</a:t>
                  </a:r>
                  <a:endParaRPr lang="en-US" dirty="0"/>
                </a:p>
              </p:txBody>
            </p:sp>
          </mc:Choice>
          <mc:Fallback xmlns="">
            <p:sp>
              <p:nvSpPr>
                <p:cNvPr id="7" name="TextBox 6">
                  <a:extLst>
                    <a:ext uri="{FF2B5EF4-FFF2-40B4-BE49-F238E27FC236}">
                      <a16:creationId xmlns:a16="http://schemas.microsoft.com/office/drawing/2014/main" id="{FE5F95D0-2F15-350A-30C3-076AF6A1BE5C}"/>
                    </a:ext>
                  </a:extLst>
                </p:cNvPr>
                <p:cNvSpPr txBox="1">
                  <a:spLocks noRot="1" noChangeAspect="1" noMove="1" noResize="1" noEditPoints="1" noAdjustHandles="1" noChangeArrowheads="1" noChangeShapeType="1" noTextEdit="1"/>
                </p:cNvSpPr>
                <p:nvPr/>
              </p:nvSpPr>
              <p:spPr>
                <a:xfrm>
                  <a:off x="-6397190" y="1555932"/>
                  <a:ext cx="6120252" cy="3052952"/>
                </a:xfrm>
                <a:prstGeom prst="rect">
                  <a:avLst/>
                </a:prstGeom>
                <a:blipFill>
                  <a:blip r:embed="rId4"/>
                  <a:stretch>
                    <a:fillRect l="-299" t="-399" r="-598" b="-1198"/>
                  </a:stretch>
                </a:blipFill>
              </p:spPr>
              <p:txBody>
                <a:bodyPr/>
                <a:lstStyle/>
                <a:p>
                  <a:r>
                    <a:rPr lang="en-US">
                      <a:noFill/>
                    </a:rPr>
                    <a:t> </a:t>
                  </a:r>
                </a:p>
              </p:txBody>
            </p:sp>
          </mc:Fallback>
        </mc:AlternateContent>
      </p:grpSp>
      <p:grpSp>
        <p:nvGrpSpPr>
          <p:cNvPr id="11" name="Group 10">
            <a:extLst>
              <a:ext uri="{FF2B5EF4-FFF2-40B4-BE49-F238E27FC236}">
                <a16:creationId xmlns:a16="http://schemas.microsoft.com/office/drawing/2014/main" id="{27EC84FA-92CE-7B59-4477-6BDD65CEDA1A}"/>
              </a:ext>
            </a:extLst>
          </p:cNvPr>
          <p:cNvGrpSpPr/>
          <p:nvPr/>
        </p:nvGrpSpPr>
        <p:grpSpPr>
          <a:xfrm>
            <a:off x="1634202" y="1021891"/>
            <a:ext cx="6302953" cy="4038478"/>
            <a:chOff x="9398853" y="903653"/>
            <a:chExt cx="6302953" cy="4038478"/>
          </a:xfrm>
        </p:grpSpPr>
        <p:sp>
          <p:nvSpPr>
            <p:cNvPr id="12" name="Rectangle: Rounded Corners 11">
              <a:extLst>
                <a:ext uri="{FF2B5EF4-FFF2-40B4-BE49-F238E27FC236}">
                  <a16:creationId xmlns:a16="http://schemas.microsoft.com/office/drawing/2014/main" id="{B1AC23BC-E326-6D67-3BF0-AAEDF90CBCA3}"/>
                </a:ext>
              </a:extLst>
            </p:cNvPr>
            <p:cNvSpPr/>
            <p:nvPr/>
          </p:nvSpPr>
          <p:spPr>
            <a:xfrm>
              <a:off x="9398853" y="903653"/>
              <a:ext cx="6144474" cy="403847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BC0C72B-42CF-9F65-5066-1E64CAB084F5}"/>
                    </a:ext>
                  </a:extLst>
                </p:cNvPr>
                <p:cNvSpPr txBox="1"/>
                <p:nvPr/>
              </p:nvSpPr>
              <p:spPr>
                <a:xfrm>
                  <a:off x="9581554" y="1180460"/>
                  <a:ext cx="6120252" cy="3101618"/>
                </a:xfrm>
                <a:prstGeom prst="rect">
                  <a:avLst/>
                </a:prstGeom>
                <a:noFill/>
              </p:spPr>
              <p:txBody>
                <a:bodyPr wrap="square" rtlCol="0">
                  <a:spAutoFit/>
                </a:bodyPr>
                <a:lstStyle/>
                <a:p>
                  <a:r>
                    <a:rPr lang="vi-VN" b="1" dirty="0"/>
                    <a:t>Khoảng cách Minkowski</a:t>
                  </a:r>
                  <a:endParaRPr lang="en-US" b="1" dirty="0"/>
                </a:p>
                <a:p>
                  <a:r>
                    <a:rPr lang="vi-VN" dirty="0"/>
                    <a:t>Công thức:</a:t>
                  </a:r>
                </a:p>
                <a:p>
                  <a:endParaRPr lang="vi-VN" dirty="0"/>
                </a:p>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𝑑</m:t>
                        </m:r>
                        <m:d>
                          <m:dPr>
                            <m:ctrlPr>
                              <a:rPr lang="vi-VN" i="1">
                                <a:latin typeface="Cambria Math" panose="02040503050406030204" pitchFamily="18" charset="0"/>
                              </a:rPr>
                            </m:ctrlPr>
                          </m:dPr>
                          <m:e>
                            <m:r>
                              <a:rPr lang="vi-VN" i="1">
                                <a:latin typeface="Cambria Math" panose="02040503050406030204" pitchFamily="18" charset="0"/>
                              </a:rPr>
                              <m:t>𝑥</m:t>
                            </m:r>
                            <m:r>
                              <a:rPr lang="vi-VN" i="1">
                                <a:latin typeface="Cambria Math" panose="02040503050406030204" pitchFamily="18" charset="0"/>
                              </a:rPr>
                              <m:t>,</m:t>
                            </m:r>
                            <m:r>
                              <a:rPr lang="vi-VN" i="1">
                                <a:latin typeface="Cambria Math" panose="02040503050406030204" pitchFamily="18" charset="0"/>
                              </a:rPr>
                              <m:t>𝑦</m:t>
                            </m:r>
                          </m:e>
                        </m:d>
                        <m:r>
                          <a:rPr lang="vi-VN" i="1">
                            <a:latin typeface="Cambria Math" panose="02040503050406030204" pitchFamily="18" charset="0"/>
                          </a:rPr>
                          <m:t>=</m:t>
                        </m:r>
                        <m:sSup>
                          <m:sSupPr>
                            <m:ctrlPr>
                              <a:rPr lang="vi-VN" i="1">
                                <a:latin typeface="Cambria Math" panose="02040503050406030204" pitchFamily="18" charset="0"/>
                              </a:rPr>
                            </m:ctrlPr>
                          </m:sSupPr>
                          <m:e>
                            <m:d>
                              <m:dPr>
                                <m:ctrlPr>
                                  <a:rPr lang="vi-VN" i="1">
                                    <a:latin typeface="Cambria Math" panose="02040503050406030204" pitchFamily="18" charset="0"/>
                                  </a:rPr>
                                </m:ctrlPr>
                              </m:dPr>
                              <m:e>
                                <m:nary>
                                  <m:naryPr>
                                    <m:chr m:val="∑"/>
                                    <m:ctrlPr>
                                      <a:rPr lang="vi-VN" i="1">
                                        <a:latin typeface="Cambria Math" panose="02040503050406030204" pitchFamily="18" charset="0"/>
                                      </a:rPr>
                                    </m:ctrlPr>
                                  </m:naryPr>
                                  <m:sub>
                                    <m:r>
                                      <a:rPr lang="vi-VN" i="1">
                                        <a:latin typeface="Cambria Math" panose="02040503050406030204" pitchFamily="18" charset="0"/>
                                      </a:rPr>
                                      <m:t>𝑖</m:t>
                                    </m:r>
                                    <m:r>
                                      <a:rPr lang="vi-VN" i="1">
                                        <a:latin typeface="Cambria Math" panose="02040503050406030204" pitchFamily="18" charset="0"/>
                                      </a:rPr>
                                      <m:t>=1</m:t>
                                    </m:r>
                                  </m:sub>
                                  <m:sup>
                                    <m:r>
                                      <a:rPr lang="vi-VN" i="1">
                                        <a:latin typeface="Cambria Math" panose="02040503050406030204" pitchFamily="18" charset="0"/>
                                      </a:rPr>
                                      <m:t>𝑛</m:t>
                                    </m:r>
                                  </m:sup>
                                  <m:e>
                                    <m:sSup>
                                      <m:sSupPr>
                                        <m:ctrlPr>
                                          <a:rPr lang="vi-VN" i="1">
                                            <a:latin typeface="Cambria Math" panose="02040503050406030204" pitchFamily="18" charset="0"/>
                                          </a:rPr>
                                        </m:ctrlPr>
                                      </m:sSupPr>
                                      <m:e>
                                        <m:d>
                                          <m:dPr>
                                            <m:begChr m:val="|"/>
                                            <m:endChr m:val="|"/>
                                            <m:ctrlPr>
                                              <a:rPr lang="vi-VN" i="1">
                                                <a:latin typeface="Cambria Math" panose="02040503050406030204" pitchFamily="18" charset="0"/>
                                              </a:rPr>
                                            </m:ctrlPr>
                                          </m:dPr>
                                          <m:e>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𝑖</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𝑦</m:t>
                                                </m:r>
                                              </m:e>
                                              <m:sub>
                                                <m:r>
                                                  <a:rPr lang="vi-VN" i="1">
                                                    <a:latin typeface="Cambria Math" panose="02040503050406030204" pitchFamily="18" charset="0"/>
                                                  </a:rPr>
                                                  <m:t>𝑖</m:t>
                                                </m:r>
                                              </m:sub>
                                            </m:sSub>
                                          </m:e>
                                        </m:d>
                                      </m:e>
                                      <m:sup>
                                        <m:r>
                                          <a:rPr lang="vi-VN" i="1">
                                            <a:latin typeface="Cambria Math" panose="02040503050406030204" pitchFamily="18" charset="0"/>
                                          </a:rPr>
                                          <m:t>𝑝</m:t>
                                        </m:r>
                                      </m:sup>
                                    </m:sSup>
                                  </m:e>
                                </m:nary>
                              </m:e>
                            </m:d>
                          </m:e>
                          <m:sup>
                            <m:r>
                              <a:rPr lang="vi-VN" i="1">
                                <a:latin typeface="Cambria Math" panose="02040503050406030204" pitchFamily="18" charset="0"/>
                              </a:rPr>
                              <m:t>1</m:t>
                            </m:r>
                            <m:r>
                              <m:rPr>
                                <m:lit/>
                              </m:rPr>
                              <a:rPr lang="vi-VN" i="1">
                                <a:latin typeface="Cambria Math" panose="02040503050406030204" pitchFamily="18" charset="0"/>
                              </a:rPr>
                              <m:t>/</m:t>
                            </m:r>
                            <m:r>
                              <a:rPr lang="vi-VN" i="1">
                                <a:latin typeface="Cambria Math" panose="02040503050406030204" pitchFamily="18" charset="0"/>
                              </a:rPr>
                              <m:t>𝑝</m:t>
                            </m:r>
                          </m:sup>
                        </m:sSup>
                      </m:oMath>
                    </m:oMathPara>
                  </a14:m>
                  <a:endParaRPr lang="vi-VN" dirty="0"/>
                </a:p>
                <a:p>
                  <a:r>
                    <a:rPr lang="vi-VN" dirty="0"/>
                    <a:t>Mô tả: Tổng quát của cả Euclidean và Manhattan. Khi p=1, là Manhattan; khi p=2, là Euclidean.</a:t>
                  </a:r>
                </a:p>
                <a:p>
                  <a:r>
                    <a:rPr lang="vi-VN" dirty="0"/>
                    <a:t>Ưu điểm:</a:t>
                  </a:r>
                </a:p>
                <a:p>
                  <a:r>
                    <a:rPr lang="en-US" dirty="0"/>
                    <a:t>	</a:t>
                  </a:r>
                  <a:r>
                    <a:rPr lang="vi-VN" dirty="0"/>
                    <a:t>Linh hoạt, có thể điều chỉnh bằng tham số p</a:t>
                  </a:r>
                </a:p>
                <a:p>
                  <a:r>
                    <a:rPr lang="en-US" dirty="0"/>
                    <a:t>	</a:t>
                  </a:r>
                  <a:r>
                    <a:rPr lang="vi-VN" dirty="0"/>
                    <a:t>Phù hợp với nhiều loại dữ liệuNhược điểm:</a:t>
                  </a:r>
                </a:p>
                <a:p>
                  <a:r>
                    <a:rPr lang="vi-VN" dirty="0"/>
                    <a:t>Nhược điểm:</a:t>
                  </a:r>
                </a:p>
                <a:p>
                  <a:r>
                    <a:rPr lang="en-US" dirty="0"/>
                    <a:t>	</a:t>
                  </a:r>
                  <a:r>
                    <a:rPr lang="vi-VN" dirty="0"/>
                    <a:t>Phải chọn p phù hợp (thường p=2)</a:t>
                  </a:r>
                </a:p>
                <a:p>
                  <a:r>
                    <a:rPr lang="en-US" dirty="0"/>
                    <a:t>	</a:t>
                  </a:r>
                  <a:r>
                    <a:rPr lang="vi-VN" dirty="0"/>
                    <a:t>Phức tạp hơn hai độ đo trên</a:t>
                  </a:r>
                  <a:endParaRPr lang="en-US" dirty="0"/>
                </a:p>
              </p:txBody>
            </p:sp>
          </mc:Choice>
          <mc:Fallback xmlns="">
            <p:sp>
              <p:nvSpPr>
                <p:cNvPr id="13" name="TextBox 12">
                  <a:extLst>
                    <a:ext uri="{FF2B5EF4-FFF2-40B4-BE49-F238E27FC236}">
                      <a16:creationId xmlns:a16="http://schemas.microsoft.com/office/drawing/2014/main" id="{EBC0C72B-42CF-9F65-5066-1E64CAB084F5}"/>
                    </a:ext>
                  </a:extLst>
                </p:cNvPr>
                <p:cNvSpPr txBox="1">
                  <a:spLocks noRot="1" noChangeAspect="1" noMove="1" noResize="1" noEditPoints="1" noAdjustHandles="1" noChangeArrowheads="1" noChangeShapeType="1" noTextEdit="1"/>
                </p:cNvSpPr>
                <p:nvPr/>
              </p:nvSpPr>
              <p:spPr>
                <a:xfrm>
                  <a:off x="9581554" y="1180460"/>
                  <a:ext cx="6120252" cy="3101618"/>
                </a:xfrm>
                <a:prstGeom prst="rect">
                  <a:avLst/>
                </a:prstGeom>
                <a:blipFill>
                  <a:blip r:embed="rId5"/>
                  <a:stretch>
                    <a:fillRect l="-299" t="-393" b="-1179"/>
                  </a:stretch>
                </a:blipFill>
              </p:spPr>
              <p:txBody>
                <a:bodyPr/>
                <a:lstStyle/>
                <a:p>
                  <a:r>
                    <a:rPr lang="en-US">
                      <a:noFill/>
                    </a:rPr>
                    <a:t> </a:t>
                  </a:r>
                </a:p>
              </p:txBody>
            </p:sp>
          </mc:Fallback>
        </mc:AlternateContent>
      </p:grpSp>
    </p:spTree>
    <p:extLst>
      <p:ext uri="{BB962C8B-B14F-4D97-AF65-F5344CB8AC3E}">
        <p14:creationId xmlns:p14="http://schemas.microsoft.com/office/powerpoint/2010/main" val="2862953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grpSp>
        <p:nvGrpSpPr>
          <p:cNvPr id="1227" name="Google Shape;1227;p38"/>
          <p:cNvGrpSpPr/>
          <p:nvPr/>
        </p:nvGrpSpPr>
        <p:grpSpPr>
          <a:xfrm>
            <a:off x="3041073" y="-151393"/>
            <a:ext cx="2002536" cy="2008258"/>
            <a:chOff x="7458824" y="89625"/>
            <a:chExt cx="1271078" cy="1339826"/>
          </a:xfrm>
        </p:grpSpPr>
        <p:sp>
          <p:nvSpPr>
            <p:cNvPr id="1228" name="Google Shape;1228;p38"/>
            <p:cNvSpPr/>
            <p:nvPr/>
          </p:nvSpPr>
          <p:spPr>
            <a:xfrm>
              <a:off x="8339891" y="893471"/>
              <a:ext cx="238421" cy="395123"/>
            </a:xfrm>
            <a:custGeom>
              <a:avLst/>
              <a:gdLst/>
              <a:ahLst/>
              <a:cxnLst/>
              <a:rect l="l" t="t" r="r" b="b"/>
              <a:pathLst>
                <a:path w="1911" h="3167" extrusionOk="0">
                  <a:moveTo>
                    <a:pt x="605" y="1"/>
                  </a:moveTo>
                  <a:cubicBezTo>
                    <a:pt x="605" y="1"/>
                    <a:pt x="281" y="992"/>
                    <a:pt x="167" y="1371"/>
                  </a:cubicBezTo>
                  <a:cubicBezTo>
                    <a:pt x="51" y="1751"/>
                    <a:pt x="1" y="2020"/>
                    <a:pt x="348" y="2238"/>
                  </a:cubicBezTo>
                  <a:cubicBezTo>
                    <a:pt x="817" y="2535"/>
                    <a:pt x="1911" y="3166"/>
                    <a:pt x="1911" y="3166"/>
                  </a:cubicBezTo>
                  <a:lnTo>
                    <a:pt x="1911" y="2902"/>
                  </a:lnTo>
                  <a:cubicBezTo>
                    <a:pt x="1911" y="2902"/>
                    <a:pt x="771" y="2277"/>
                    <a:pt x="459" y="2058"/>
                  </a:cubicBezTo>
                  <a:cubicBezTo>
                    <a:pt x="234" y="1902"/>
                    <a:pt x="305" y="1767"/>
                    <a:pt x="444" y="1317"/>
                  </a:cubicBezTo>
                  <a:cubicBezTo>
                    <a:pt x="581" y="868"/>
                    <a:pt x="883" y="45"/>
                    <a:pt x="883" y="45"/>
                  </a:cubicBezTo>
                  <a:lnTo>
                    <a:pt x="6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8"/>
            <p:cNvSpPr/>
            <p:nvPr/>
          </p:nvSpPr>
          <p:spPr>
            <a:xfrm>
              <a:off x="8114946" y="849804"/>
              <a:ext cx="455258" cy="546460"/>
            </a:xfrm>
            <a:custGeom>
              <a:avLst/>
              <a:gdLst/>
              <a:ahLst/>
              <a:cxnLst/>
              <a:rect l="l" t="t" r="r" b="b"/>
              <a:pathLst>
                <a:path w="3649" h="4380" extrusionOk="0">
                  <a:moveTo>
                    <a:pt x="2620" y="1"/>
                  </a:moveTo>
                  <a:lnTo>
                    <a:pt x="2620" y="1"/>
                  </a:lnTo>
                  <a:cubicBezTo>
                    <a:pt x="1700" y="93"/>
                    <a:pt x="782" y="781"/>
                    <a:pt x="717" y="863"/>
                  </a:cubicBezTo>
                  <a:cubicBezTo>
                    <a:pt x="649" y="950"/>
                    <a:pt x="139" y="2843"/>
                    <a:pt x="69" y="3090"/>
                  </a:cubicBezTo>
                  <a:cubicBezTo>
                    <a:pt x="0" y="3336"/>
                    <a:pt x="70" y="3482"/>
                    <a:pt x="496" y="3737"/>
                  </a:cubicBezTo>
                  <a:cubicBezTo>
                    <a:pt x="920" y="3991"/>
                    <a:pt x="1754" y="4380"/>
                    <a:pt x="1754" y="4380"/>
                  </a:cubicBezTo>
                  <a:lnTo>
                    <a:pt x="3648" y="3309"/>
                  </a:lnTo>
                  <a:cubicBezTo>
                    <a:pt x="3346" y="3129"/>
                    <a:pt x="2959" y="2968"/>
                    <a:pt x="2651" y="2779"/>
                  </a:cubicBezTo>
                  <a:cubicBezTo>
                    <a:pt x="2397" y="2623"/>
                    <a:pt x="2116" y="2529"/>
                    <a:pt x="2029" y="2191"/>
                  </a:cubicBezTo>
                  <a:cubicBezTo>
                    <a:pt x="1945" y="1861"/>
                    <a:pt x="2120" y="1521"/>
                    <a:pt x="2243" y="1218"/>
                  </a:cubicBezTo>
                  <a:cubicBezTo>
                    <a:pt x="2412" y="802"/>
                    <a:pt x="2423" y="405"/>
                    <a:pt x="2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8"/>
            <p:cNvSpPr/>
            <p:nvPr/>
          </p:nvSpPr>
          <p:spPr>
            <a:xfrm>
              <a:off x="8091865" y="1031583"/>
              <a:ext cx="241914" cy="397868"/>
            </a:xfrm>
            <a:custGeom>
              <a:avLst/>
              <a:gdLst/>
              <a:ahLst/>
              <a:cxnLst/>
              <a:rect l="l" t="t" r="r" b="b"/>
              <a:pathLst>
                <a:path w="1939" h="3189" extrusionOk="0">
                  <a:moveTo>
                    <a:pt x="633" y="1"/>
                  </a:moveTo>
                  <a:cubicBezTo>
                    <a:pt x="633" y="1"/>
                    <a:pt x="310" y="993"/>
                    <a:pt x="194" y="1372"/>
                  </a:cubicBezTo>
                  <a:cubicBezTo>
                    <a:pt x="79" y="1752"/>
                    <a:pt x="0" y="2047"/>
                    <a:pt x="346" y="2265"/>
                  </a:cubicBezTo>
                  <a:cubicBezTo>
                    <a:pt x="817" y="2562"/>
                    <a:pt x="1938" y="3189"/>
                    <a:pt x="1938" y="3189"/>
                  </a:cubicBezTo>
                  <a:lnTo>
                    <a:pt x="1938" y="2923"/>
                  </a:lnTo>
                  <a:cubicBezTo>
                    <a:pt x="1938" y="2923"/>
                    <a:pt x="777" y="2266"/>
                    <a:pt x="472" y="2076"/>
                  </a:cubicBezTo>
                  <a:cubicBezTo>
                    <a:pt x="240" y="1930"/>
                    <a:pt x="333" y="1767"/>
                    <a:pt x="471" y="1317"/>
                  </a:cubicBezTo>
                  <a:cubicBezTo>
                    <a:pt x="610" y="868"/>
                    <a:pt x="911" y="46"/>
                    <a:pt x="911" y="46"/>
                  </a:cubicBezTo>
                  <a:lnTo>
                    <a:pt x="6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8"/>
            <p:cNvSpPr/>
            <p:nvPr/>
          </p:nvSpPr>
          <p:spPr>
            <a:xfrm>
              <a:off x="8333653" y="1255407"/>
              <a:ext cx="244659" cy="174044"/>
            </a:xfrm>
            <a:custGeom>
              <a:avLst/>
              <a:gdLst/>
              <a:ahLst/>
              <a:cxnLst/>
              <a:rect l="l" t="t" r="r" b="b"/>
              <a:pathLst>
                <a:path w="1961" h="1395" extrusionOk="0">
                  <a:moveTo>
                    <a:pt x="1961" y="1"/>
                  </a:moveTo>
                  <a:lnTo>
                    <a:pt x="0" y="1129"/>
                  </a:lnTo>
                  <a:lnTo>
                    <a:pt x="0" y="1395"/>
                  </a:lnTo>
                  <a:lnTo>
                    <a:pt x="1961" y="265"/>
                  </a:lnTo>
                  <a:lnTo>
                    <a:pt x="1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8"/>
            <p:cNvSpPr/>
            <p:nvPr/>
          </p:nvSpPr>
          <p:spPr>
            <a:xfrm>
              <a:off x="7808531" y="89625"/>
              <a:ext cx="868721" cy="1187489"/>
            </a:xfrm>
            <a:custGeom>
              <a:avLst/>
              <a:gdLst/>
              <a:ahLst/>
              <a:cxnLst/>
              <a:rect l="l" t="t" r="r" b="b"/>
              <a:pathLst>
                <a:path w="6963" h="9518" extrusionOk="0">
                  <a:moveTo>
                    <a:pt x="6469" y="0"/>
                  </a:moveTo>
                  <a:cubicBezTo>
                    <a:pt x="6387" y="0"/>
                    <a:pt x="6302" y="21"/>
                    <a:pt x="6223" y="67"/>
                  </a:cubicBezTo>
                  <a:lnTo>
                    <a:pt x="247" y="3517"/>
                  </a:lnTo>
                  <a:cubicBezTo>
                    <a:pt x="94" y="3605"/>
                    <a:pt x="0" y="3768"/>
                    <a:pt x="0" y="3944"/>
                  </a:cubicBezTo>
                  <a:lnTo>
                    <a:pt x="0" y="9024"/>
                  </a:lnTo>
                  <a:cubicBezTo>
                    <a:pt x="0" y="9312"/>
                    <a:pt x="236" y="9517"/>
                    <a:pt x="493" y="9517"/>
                  </a:cubicBezTo>
                  <a:cubicBezTo>
                    <a:pt x="575" y="9517"/>
                    <a:pt x="659" y="9496"/>
                    <a:pt x="739" y="9451"/>
                  </a:cubicBezTo>
                  <a:lnTo>
                    <a:pt x="6716" y="6000"/>
                  </a:lnTo>
                  <a:cubicBezTo>
                    <a:pt x="6869" y="5911"/>
                    <a:pt x="6963" y="5749"/>
                    <a:pt x="6963" y="5572"/>
                  </a:cubicBezTo>
                  <a:lnTo>
                    <a:pt x="6963" y="494"/>
                  </a:lnTo>
                  <a:cubicBezTo>
                    <a:pt x="6963" y="206"/>
                    <a:pt x="6726" y="0"/>
                    <a:pt x="6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8"/>
            <p:cNvSpPr/>
            <p:nvPr/>
          </p:nvSpPr>
          <p:spPr>
            <a:xfrm>
              <a:off x="7839222" y="1191653"/>
              <a:ext cx="102056" cy="109042"/>
            </a:xfrm>
            <a:custGeom>
              <a:avLst/>
              <a:gdLst/>
              <a:ahLst/>
              <a:cxnLst/>
              <a:rect l="l" t="t" r="r" b="b"/>
              <a:pathLst>
                <a:path w="818" h="874" extrusionOk="0">
                  <a:moveTo>
                    <a:pt x="51" y="0"/>
                  </a:moveTo>
                  <a:lnTo>
                    <a:pt x="1" y="618"/>
                  </a:lnTo>
                  <a:lnTo>
                    <a:pt x="431" y="873"/>
                  </a:lnTo>
                  <a:lnTo>
                    <a:pt x="817" y="469"/>
                  </a:lnTo>
                  <a:lnTo>
                    <a:pt x="51" y="0"/>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8"/>
            <p:cNvSpPr/>
            <p:nvPr/>
          </p:nvSpPr>
          <p:spPr>
            <a:xfrm>
              <a:off x="8627592" y="97111"/>
              <a:ext cx="71115" cy="33436"/>
            </a:xfrm>
            <a:custGeom>
              <a:avLst/>
              <a:gdLst/>
              <a:ahLst/>
              <a:cxnLst/>
              <a:rect l="l" t="t" r="r" b="b"/>
              <a:pathLst>
                <a:path w="570" h="268" extrusionOk="0">
                  <a:moveTo>
                    <a:pt x="139" y="0"/>
                  </a:moveTo>
                  <a:lnTo>
                    <a:pt x="0" y="267"/>
                  </a:lnTo>
                  <a:lnTo>
                    <a:pt x="0" y="267"/>
                  </a:lnTo>
                  <a:lnTo>
                    <a:pt x="570" y="257"/>
                  </a:lnTo>
                  <a:lnTo>
                    <a:pt x="139" y="0"/>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8"/>
            <p:cNvSpPr/>
            <p:nvPr/>
          </p:nvSpPr>
          <p:spPr>
            <a:xfrm>
              <a:off x="7861181" y="121065"/>
              <a:ext cx="868721" cy="1187489"/>
            </a:xfrm>
            <a:custGeom>
              <a:avLst/>
              <a:gdLst/>
              <a:ahLst/>
              <a:cxnLst/>
              <a:rect l="l" t="t" r="r" b="b"/>
              <a:pathLst>
                <a:path w="6963" h="9518" extrusionOk="0">
                  <a:moveTo>
                    <a:pt x="6469" y="0"/>
                  </a:moveTo>
                  <a:cubicBezTo>
                    <a:pt x="6387" y="0"/>
                    <a:pt x="6303" y="21"/>
                    <a:pt x="6223" y="67"/>
                  </a:cubicBezTo>
                  <a:lnTo>
                    <a:pt x="247" y="3518"/>
                  </a:lnTo>
                  <a:cubicBezTo>
                    <a:pt x="94" y="3605"/>
                    <a:pt x="0" y="3769"/>
                    <a:pt x="0" y="3944"/>
                  </a:cubicBezTo>
                  <a:lnTo>
                    <a:pt x="0" y="9023"/>
                  </a:lnTo>
                  <a:cubicBezTo>
                    <a:pt x="0" y="9311"/>
                    <a:pt x="237" y="9517"/>
                    <a:pt x="494" y="9517"/>
                  </a:cubicBezTo>
                  <a:cubicBezTo>
                    <a:pt x="576" y="9517"/>
                    <a:pt x="660" y="9496"/>
                    <a:pt x="739" y="9451"/>
                  </a:cubicBezTo>
                  <a:lnTo>
                    <a:pt x="6716" y="5999"/>
                  </a:lnTo>
                  <a:cubicBezTo>
                    <a:pt x="6869" y="5912"/>
                    <a:pt x="6963" y="5749"/>
                    <a:pt x="6963" y="5573"/>
                  </a:cubicBezTo>
                  <a:lnTo>
                    <a:pt x="6963" y="494"/>
                  </a:lnTo>
                  <a:cubicBezTo>
                    <a:pt x="6963" y="206"/>
                    <a:pt x="6727" y="0"/>
                    <a:pt x="6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8"/>
            <p:cNvSpPr/>
            <p:nvPr/>
          </p:nvSpPr>
          <p:spPr>
            <a:xfrm>
              <a:off x="7941153" y="210894"/>
              <a:ext cx="719630" cy="1012073"/>
            </a:xfrm>
            <a:custGeom>
              <a:avLst/>
              <a:gdLst/>
              <a:ahLst/>
              <a:cxnLst/>
              <a:rect l="l" t="t" r="r" b="b"/>
              <a:pathLst>
                <a:path w="5768" h="8112" extrusionOk="0">
                  <a:moveTo>
                    <a:pt x="5768" y="0"/>
                  </a:moveTo>
                  <a:lnTo>
                    <a:pt x="5224" y="315"/>
                  </a:lnTo>
                  <a:lnTo>
                    <a:pt x="644" y="2962"/>
                  </a:lnTo>
                  <a:lnTo>
                    <a:pt x="0" y="3334"/>
                  </a:lnTo>
                  <a:lnTo>
                    <a:pt x="0" y="8111"/>
                  </a:lnTo>
                  <a:lnTo>
                    <a:pt x="644" y="7739"/>
                  </a:lnTo>
                  <a:lnTo>
                    <a:pt x="5224" y="5092"/>
                  </a:lnTo>
                  <a:lnTo>
                    <a:pt x="5768" y="4777"/>
                  </a:lnTo>
                  <a:lnTo>
                    <a:pt x="57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8"/>
            <p:cNvSpPr/>
            <p:nvPr/>
          </p:nvSpPr>
          <p:spPr>
            <a:xfrm>
              <a:off x="8316436" y="983300"/>
              <a:ext cx="93697" cy="68120"/>
            </a:xfrm>
            <a:custGeom>
              <a:avLst/>
              <a:gdLst/>
              <a:ahLst/>
              <a:cxnLst/>
              <a:rect l="l" t="t" r="r" b="b"/>
              <a:pathLst>
                <a:path w="751" h="546" extrusionOk="0">
                  <a:moveTo>
                    <a:pt x="686" y="1"/>
                  </a:moveTo>
                  <a:cubicBezTo>
                    <a:pt x="669" y="1"/>
                    <a:pt x="648" y="6"/>
                    <a:pt x="627" y="19"/>
                  </a:cubicBezTo>
                  <a:lnTo>
                    <a:pt x="112" y="312"/>
                  </a:lnTo>
                  <a:cubicBezTo>
                    <a:pt x="49" y="347"/>
                    <a:pt x="1" y="425"/>
                    <a:pt x="5" y="485"/>
                  </a:cubicBezTo>
                  <a:cubicBezTo>
                    <a:pt x="8" y="524"/>
                    <a:pt x="32" y="546"/>
                    <a:pt x="66" y="546"/>
                  </a:cubicBezTo>
                  <a:cubicBezTo>
                    <a:pt x="83" y="546"/>
                    <a:pt x="104" y="540"/>
                    <a:pt x="125" y="527"/>
                  </a:cubicBezTo>
                  <a:lnTo>
                    <a:pt x="641" y="235"/>
                  </a:lnTo>
                  <a:cubicBezTo>
                    <a:pt x="704" y="199"/>
                    <a:pt x="751" y="121"/>
                    <a:pt x="748" y="61"/>
                  </a:cubicBezTo>
                  <a:cubicBezTo>
                    <a:pt x="745" y="23"/>
                    <a:pt x="721" y="1"/>
                    <a:pt x="6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8"/>
            <p:cNvSpPr/>
            <p:nvPr/>
          </p:nvSpPr>
          <p:spPr>
            <a:xfrm>
              <a:off x="8012392" y="413758"/>
              <a:ext cx="584512" cy="601979"/>
            </a:xfrm>
            <a:custGeom>
              <a:avLst/>
              <a:gdLst/>
              <a:ahLst/>
              <a:cxnLst/>
              <a:rect l="l" t="t" r="r" b="b"/>
              <a:pathLst>
                <a:path w="4685" h="4825" extrusionOk="0">
                  <a:moveTo>
                    <a:pt x="3778" y="0"/>
                  </a:moveTo>
                  <a:lnTo>
                    <a:pt x="3185" y="780"/>
                  </a:lnTo>
                  <a:lnTo>
                    <a:pt x="2731" y="446"/>
                  </a:lnTo>
                  <a:lnTo>
                    <a:pt x="2342" y="1284"/>
                  </a:lnTo>
                  <a:lnTo>
                    <a:pt x="1624" y="1131"/>
                  </a:lnTo>
                  <a:lnTo>
                    <a:pt x="1307" y="1845"/>
                  </a:lnTo>
                  <a:lnTo>
                    <a:pt x="682" y="1738"/>
                  </a:lnTo>
                  <a:lnTo>
                    <a:pt x="852" y="2579"/>
                  </a:lnTo>
                  <a:lnTo>
                    <a:pt x="0" y="3364"/>
                  </a:lnTo>
                  <a:lnTo>
                    <a:pt x="676" y="3645"/>
                  </a:lnTo>
                  <a:lnTo>
                    <a:pt x="286" y="4730"/>
                  </a:lnTo>
                  <a:lnTo>
                    <a:pt x="1036" y="4210"/>
                  </a:lnTo>
                  <a:lnTo>
                    <a:pt x="1506" y="4824"/>
                  </a:lnTo>
                  <a:lnTo>
                    <a:pt x="1922" y="3897"/>
                  </a:lnTo>
                  <a:lnTo>
                    <a:pt x="2447" y="4212"/>
                  </a:lnTo>
                  <a:lnTo>
                    <a:pt x="2839" y="3364"/>
                  </a:lnTo>
                  <a:lnTo>
                    <a:pt x="3638" y="3505"/>
                  </a:lnTo>
                  <a:lnTo>
                    <a:pt x="3700" y="2687"/>
                  </a:lnTo>
                  <a:lnTo>
                    <a:pt x="4544" y="2403"/>
                  </a:lnTo>
                  <a:lnTo>
                    <a:pt x="4139" y="1650"/>
                  </a:lnTo>
                  <a:lnTo>
                    <a:pt x="4684" y="554"/>
                  </a:lnTo>
                  <a:lnTo>
                    <a:pt x="4684" y="554"/>
                  </a:lnTo>
                  <a:lnTo>
                    <a:pt x="3847" y="816"/>
                  </a:lnTo>
                  <a:lnTo>
                    <a:pt x="37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9" name="Google Shape;1239;p38"/>
            <p:cNvSpPr/>
            <p:nvPr/>
          </p:nvSpPr>
          <p:spPr>
            <a:xfrm>
              <a:off x="8187807" y="655424"/>
              <a:ext cx="56892" cy="114407"/>
            </a:xfrm>
            <a:custGeom>
              <a:avLst/>
              <a:gdLst/>
              <a:ahLst/>
              <a:cxnLst/>
              <a:rect l="l" t="t" r="r" b="b"/>
              <a:pathLst>
                <a:path w="456" h="917" extrusionOk="0">
                  <a:moveTo>
                    <a:pt x="239" y="167"/>
                  </a:moveTo>
                  <a:cubicBezTo>
                    <a:pt x="290" y="167"/>
                    <a:pt x="321" y="216"/>
                    <a:pt x="321" y="343"/>
                  </a:cubicBezTo>
                  <a:cubicBezTo>
                    <a:pt x="321" y="527"/>
                    <a:pt x="255" y="630"/>
                    <a:pt x="157" y="686"/>
                  </a:cubicBezTo>
                  <a:lnTo>
                    <a:pt x="132" y="701"/>
                  </a:lnTo>
                  <a:lnTo>
                    <a:pt x="132" y="210"/>
                  </a:lnTo>
                  <a:lnTo>
                    <a:pt x="157" y="195"/>
                  </a:lnTo>
                  <a:cubicBezTo>
                    <a:pt x="188" y="177"/>
                    <a:pt x="216" y="167"/>
                    <a:pt x="239" y="167"/>
                  </a:cubicBezTo>
                  <a:close/>
                  <a:moveTo>
                    <a:pt x="310" y="1"/>
                  </a:moveTo>
                  <a:cubicBezTo>
                    <a:pt x="269" y="1"/>
                    <a:pt x="219" y="18"/>
                    <a:pt x="164" y="50"/>
                  </a:cubicBezTo>
                  <a:lnTo>
                    <a:pt x="0" y="144"/>
                  </a:lnTo>
                  <a:lnTo>
                    <a:pt x="0" y="917"/>
                  </a:lnTo>
                  <a:lnTo>
                    <a:pt x="172" y="818"/>
                  </a:lnTo>
                  <a:cubicBezTo>
                    <a:pt x="342" y="720"/>
                    <a:pt x="455" y="530"/>
                    <a:pt x="455" y="265"/>
                  </a:cubicBezTo>
                  <a:cubicBezTo>
                    <a:pt x="455" y="82"/>
                    <a:pt x="402" y="1"/>
                    <a:pt x="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8"/>
            <p:cNvSpPr/>
            <p:nvPr/>
          </p:nvSpPr>
          <p:spPr>
            <a:xfrm>
              <a:off x="8258047" y="615001"/>
              <a:ext cx="56892" cy="114407"/>
            </a:xfrm>
            <a:custGeom>
              <a:avLst/>
              <a:gdLst/>
              <a:ahLst/>
              <a:cxnLst/>
              <a:rect l="l" t="t" r="r" b="b"/>
              <a:pathLst>
                <a:path w="456" h="917" extrusionOk="0">
                  <a:moveTo>
                    <a:pt x="239" y="167"/>
                  </a:moveTo>
                  <a:cubicBezTo>
                    <a:pt x="290" y="167"/>
                    <a:pt x="321" y="215"/>
                    <a:pt x="321" y="341"/>
                  </a:cubicBezTo>
                  <a:cubicBezTo>
                    <a:pt x="321" y="526"/>
                    <a:pt x="255" y="628"/>
                    <a:pt x="157" y="685"/>
                  </a:cubicBezTo>
                  <a:lnTo>
                    <a:pt x="132" y="699"/>
                  </a:lnTo>
                  <a:lnTo>
                    <a:pt x="132" y="208"/>
                  </a:lnTo>
                  <a:lnTo>
                    <a:pt x="157" y="195"/>
                  </a:lnTo>
                  <a:cubicBezTo>
                    <a:pt x="188" y="177"/>
                    <a:pt x="215" y="167"/>
                    <a:pt x="239" y="167"/>
                  </a:cubicBezTo>
                  <a:close/>
                  <a:moveTo>
                    <a:pt x="311" y="0"/>
                  </a:moveTo>
                  <a:cubicBezTo>
                    <a:pt x="269" y="0"/>
                    <a:pt x="220" y="17"/>
                    <a:pt x="164" y="50"/>
                  </a:cubicBezTo>
                  <a:lnTo>
                    <a:pt x="1" y="144"/>
                  </a:lnTo>
                  <a:lnTo>
                    <a:pt x="1" y="917"/>
                  </a:lnTo>
                  <a:lnTo>
                    <a:pt x="172" y="817"/>
                  </a:lnTo>
                  <a:cubicBezTo>
                    <a:pt x="342" y="720"/>
                    <a:pt x="455" y="529"/>
                    <a:pt x="455" y="263"/>
                  </a:cubicBezTo>
                  <a:cubicBezTo>
                    <a:pt x="455" y="81"/>
                    <a:pt x="402" y="0"/>
                    <a:pt x="3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8"/>
            <p:cNvSpPr/>
            <p:nvPr/>
          </p:nvSpPr>
          <p:spPr>
            <a:xfrm>
              <a:off x="8324795" y="569213"/>
              <a:ext cx="65875" cy="108668"/>
            </a:xfrm>
            <a:custGeom>
              <a:avLst/>
              <a:gdLst/>
              <a:ahLst/>
              <a:cxnLst/>
              <a:rect l="l" t="t" r="r" b="b"/>
              <a:pathLst>
                <a:path w="528" h="871" extrusionOk="0">
                  <a:moveTo>
                    <a:pt x="310" y="171"/>
                  </a:moveTo>
                  <a:cubicBezTo>
                    <a:pt x="361" y="171"/>
                    <a:pt x="392" y="236"/>
                    <a:pt x="392" y="358"/>
                  </a:cubicBezTo>
                  <a:cubicBezTo>
                    <a:pt x="392" y="513"/>
                    <a:pt x="343" y="641"/>
                    <a:pt x="264" y="686"/>
                  </a:cubicBezTo>
                  <a:cubicBezTo>
                    <a:pt x="248" y="695"/>
                    <a:pt x="233" y="699"/>
                    <a:pt x="220" y="699"/>
                  </a:cubicBezTo>
                  <a:cubicBezTo>
                    <a:pt x="167" y="699"/>
                    <a:pt x="134" y="630"/>
                    <a:pt x="134" y="507"/>
                  </a:cubicBezTo>
                  <a:cubicBezTo>
                    <a:pt x="134" y="352"/>
                    <a:pt x="185" y="231"/>
                    <a:pt x="264" y="186"/>
                  </a:cubicBezTo>
                  <a:cubicBezTo>
                    <a:pt x="281" y="176"/>
                    <a:pt x="296" y="171"/>
                    <a:pt x="310" y="171"/>
                  </a:cubicBezTo>
                  <a:close/>
                  <a:moveTo>
                    <a:pt x="375" y="0"/>
                  </a:moveTo>
                  <a:cubicBezTo>
                    <a:pt x="342" y="0"/>
                    <a:pt x="305" y="12"/>
                    <a:pt x="264" y="36"/>
                  </a:cubicBezTo>
                  <a:cubicBezTo>
                    <a:pt x="108" y="125"/>
                    <a:pt x="0" y="332"/>
                    <a:pt x="0" y="584"/>
                  </a:cubicBezTo>
                  <a:cubicBezTo>
                    <a:pt x="0" y="773"/>
                    <a:pt x="61" y="871"/>
                    <a:pt x="156" y="871"/>
                  </a:cubicBezTo>
                  <a:cubicBezTo>
                    <a:pt x="188" y="871"/>
                    <a:pt x="225" y="859"/>
                    <a:pt x="264" y="837"/>
                  </a:cubicBezTo>
                  <a:cubicBezTo>
                    <a:pt x="420" y="746"/>
                    <a:pt x="527" y="532"/>
                    <a:pt x="527" y="280"/>
                  </a:cubicBezTo>
                  <a:cubicBezTo>
                    <a:pt x="527" y="95"/>
                    <a:pt x="469"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8"/>
            <p:cNvSpPr/>
            <p:nvPr/>
          </p:nvSpPr>
          <p:spPr>
            <a:xfrm>
              <a:off x="8399278" y="529039"/>
              <a:ext cx="54147" cy="109791"/>
            </a:xfrm>
            <a:custGeom>
              <a:avLst/>
              <a:gdLst/>
              <a:ahLst/>
              <a:cxnLst/>
              <a:rect l="l" t="t" r="r" b="b"/>
              <a:pathLst>
                <a:path w="434" h="880" extrusionOk="0">
                  <a:moveTo>
                    <a:pt x="336" y="1"/>
                  </a:moveTo>
                  <a:cubicBezTo>
                    <a:pt x="302" y="1"/>
                    <a:pt x="266" y="12"/>
                    <a:pt x="230" y="32"/>
                  </a:cubicBezTo>
                  <a:cubicBezTo>
                    <a:pt x="109" y="101"/>
                    <a:pt x="24" y="253"/>
                    <a:pt x="24" y="382"/>
                  </a:cubicBezTo>
                  <a:cubicBezTo>
                    <a:pt x="24" y="489"/>
                    <a:pt x="75" y="525"/>
                    <a:pt x="133" y="525"/>
                  </a:cubicBezTo>
                  <a:cubicBezTo>
                    <a:pt x="136" y="525"/>
                    <a:pt x="138" y="525"/>
                    <a:pt x="141" y="525"/>
                  </a:cubicBezTo>
                  <a:lnTo>
                    <a:pt x="215" y="525"/>
                  </a:lnTo>
                  <a:cubicBezTo>
                    <a:pt x="225" y="524"/>
                    <a:pt x="234" y="524"/>
                    <a:pt x="242" y="524"/>
                  </a:cubicBezTo>
                  <a:cubicBezTo>
                    <a:pt x="277" y="524"/>
                    <a:pt x="299" y="529"/>
                    <a:pt x="299" y="568"/>
                  </a:cubicBezTo>
                  <a:cubicBezTo>
                    <a:pt x="299" y="615"/>
                    <a:pt x="273" y="659"/>
                    <a:pt x="219" y="690"/>
                  </a:cubicBezTo>
                  <a:cubicBezTo>
                    <a:pt x="195" y="703"/>
                    <a:pt x="170" y="710"/>
                    <a:pt x="145" y="710"/>
                  </a:cubicBezTo>
                  <a:cubicBezTo>
                    <a:pt x="121" y="710"/>
                    <a:pt x="97" y="703"/>
                    <a:pt x="76" y="691"/>
                  </a:cubicBezTo>
                  <a:lnTo>
                    <a:pt x="0" y="854"/>
                  </a:lnTo>
                  <a:cubicBezTo>
                    <a:pt x="26" y="872"/>
                    <a:pt x="56" y="880"/>
                    <a:pt x="88" y="880"/>
                  </a:cubicBezTo>
                  <a:cubicBezTo>
                    <a:pt x="129" y="880"/>
                    <a:pt x="173" y="866"/>
                    <a:pt x="215" y="842"/>
                  </a:cubicBezTo>
                  <a:cubicBezTo>
                    <a:pt x="354" y="762"/>
                    <a:pt x="434" y="605"/>
                    <a:pt x="434" y="476"/>
                  </a:cubicBezTo>
                  <a:cubicBezTo>
                    <a:pt x="434" y="371"/>
                    <a:pt x="391" y="333"/>
                    <a:pt x="325" y="333"/>
                  </a:cubicBezTo>
                  <a:cubicBezTo>
                    <a:pt x="323" y="333"/>
                    <a:pt x="321" y="333"/>
                    <a:pt x="319" y="333"/>
                  </a:cubicBezTo>
                  <a:lnTo>
                    <a:pt x="245" y="335"/>
                  </a:lnTo>
                  <a:cubicBezTo>
                    <a:pt x="231" y="336"/>
                    <a:pt x="219" y="337"/>
                    <a:pt x="207" y="337"/>
                  </a:cubicBezTo>
                  <a:cubicBezTo>
                    <a:pt x="176" y="337"/>
                    <a:pt x="156" y="330"/>
                    <a:pt x="156" y="295"/>
                  </a:cubicBezTo>
                  <a:cubicBezTo>
                    <a:pt x="156" y="251"/>
                    <a:pt x="185" y="208"/>
                    <a:pt x="230" y="183"/>
                  </a:cubicBezTo>
                  <a:cubicBezTo>
                    <a:pt x="255" y="169"/>
                    <a:pt x="277" y="162"/>
                    <a:pt x="298" y="162"/>
                  </a:cubicBezTo>
                  <a:cubicBezTo>
                    <a:pt x="316" y="162"/>
                    <a:pt x="333" y="167"/>
                    <a:pt x="350" y="174"/>
                  </a:cubicBezTo>
                  <a:lnTo>
                    <a:pt x="417" y="27"/>
                  </a:lnTo>
                  <a:cubicBezTo>
                    <a:pt x="393" y="9"/>
                    <a:pt x="366"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8"/>
            <p:cNvSpPr/>
            <p:nvPr/>
          </p:nvSpPr>
          <p:spPr>
            <a:xfrm>
              <a:off x="8131414" y="804640"/>
              <a:ext cx="65251" cy="120895"/>
            </a:xfrm>
            <a:custGeom>
              <a:avLst/>
              <a:gdLst/>
              <a:ahLst/>
              <a:cxnLst/>
              <a:rect l="l" t="t" r="r" b="b"/>
              <a:pathLst>
                <a:path w="523" h="969" extrusionOk="0">
                  <a:moveTo>
                    <a:pt x="260" y="179"/>
                  </a:moveTo>
                  <a:cubicBezTo>
                    <a:pt x="276" y="250"/>
                    <a:pt x="291" y="333"/>
                    <a:pt x="307" y="401"/>
                  </a:cubicBezTo>
                  <a:lnTo>
                    <a:pt x="321" y="464"/>
                  </a:lnTo>
                  <a:lnTo>
                    <a:pt x="197" y="535"/>
                  </a:lnTo>
                  <a:lnTo>
                    <a:pt x="212" y="456"/>
                  </a:lnTo>
                  <a:cubicBezTo>
                    <a:pt x="227" y="371"/>
                    <a:pt x="243" y="270"/>
                    <a:pt x="257" y="181"/>
                  </a:cubicBezTo>
                  <a:lnTo>
                    <a:pt x="260" y="179"/>
                  </a:lnTo>
                  <a:close/>
                  <a:moveTo>
                    <a:pt x="340" y="0"/>
                  </a:moveTo>
                  <a:lnTo>
                    <a:pt x="183" y="90"/>
                  </a:lnTo>
                  <a:lnTo>
                    <a:pt x="1" y="969"/>
                  </a:lnTo>
                  <a:lnTo>
                    <a:pt x="135" y="891"/>
                  </a:lnTo>
                  <a:lnTo>
                    <a:pt x="170" y="687"/>
                  </a:lnTo>
                  <a:lnTo>
                    <a:pt x="348" y="585"/>
                  </a:lnTo>
                  <a:lnTo>
                    <a:pt x="384" y="748"/>
                  </a:lnTo>
                  <a:lnTo>
                    <a:pt x="522" y="668"/>
                  </a:lnTo>
                  <a:lnTo>
                    <a:pt x="3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8"/>
            <p:cNvSpPr/>
            <p:nvPr/>
          </p:nvSpPr>
          <p:spPr>
            <a:xfrm>
              <a:off x="8193670" y="760599"/>
              <a:ext cx="56393" cy="117402"/>
            </a:xfrm>
            <a:custGeom>
              <a:avLst/>
              <a:gdLst/>
              <a:ahLst/>
              <a:cxnLst/>
              <a:rect l="l" t="t" r="r" b="b"/>
              <a:pathLst>
                <a:path w="452" h="941" extrusionOk="0">
                  <a:moveTo>
                    <a:pt x="451" y="1"/>
                  </a:moveTo>
                  <a:lnTo>
                    <a:pt x="1" y="261"/>
                  </a:lnTo>
                  <a:lnTo>
                    <a:pt x="1" y="407"/>
                  </a:lnTo>
                  <a:lnTo>
                    <a:pt x="162" y="315"/>
                  </a:lnTo>
                  <a:lnTo>
                    <a:pt x="162" y="941"/>
                  </a:lnTo>
                  <a:lnTo>
                    <a:pt x="292" y="865"/>
                  </a:lnTo>
                  <a:lnTo>
                    <a:pt x="292" y="239"/>
                  </a:lnTo>
                  <a:lnTo>
                    <a:pt x="451" y="148"/>
                  </a:lnTo>
                  <a:lnTo>
                    <a:pt x="4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8"/>
            <p:cNvSpPr/>
            <p:nvPr/>
          </p:nvSpPr>
          <p:spPr>
            <a:xfrm>
              <a:off x="8255178" y="725166"/>
              <a:ext cx="56268" cy="117402"/>
            </a:xfrm>
            <a:custGeom>
              <a:avLst/>
              <a:gdLst/>
              <a:ahLst/>
              <a:cxnLst/>
              <a:rect l="l" t="t" r="r" b="b"/>
              <a:pathLst>
                <a:path w="451" h="941" extrusionOk="0">
                  <a:moveTo>
                    <a:pt x="450" y="1"/>
                  </a:moveTo>
                  <a:lnTo>
                    <a:pt x="1" y="260"/>
                  </a:lnTo>
                  <a:lnTo>
                    <a:pt x="1" y="407"/>
                  </a:lnTo>
                  <a:lnTo>
                    <a:pt x="161" y="315"/>
                  </a:lnTo>
                  <a:lnTo>
                    <a:pt x="161" y="940"/>
                  </a:lnTo>
                  <a:lnTo>
                    <a:pt x="292" y="865"/>
                  </a:lnTo>
                  <a:lnTo>
                    <a:pt x="292" y="240"/>
                  </a:lnTo>
                  <a:lnTo>
                    <a:pt x="450" y="147"/>
                  </a:lnTo>
                  <a:lnTo>
                    <a:pt x="4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8"/>
            <p:cNvSpPr/>
            <p:nvPr/>
          </p:nvSpPr>
          <p:spPr>
            <a:xfrm>
              <a:off x="8308950" y="702210"/>
              <a:ext cx="65001" cy="120895"/>
            </a:xfrm>
            <a:custGeom>
              <a:avLst/>
              <a:gdLst/>
              <a:ahLst/>
              <a:cxnLst/>
              <a:rect l="l" t="t" r="r" b="b"/>
              <a:pathLst>
                <a:path w="521" h="969" extrusionOk="0">
                  <a:moveTo>
                    <a:pt x="258" y="179"/>
                  </a:moveTo>
                  <a:cubicBezTo>
                    <a:pt x="275" y="251"/>
                    <a:pt x="290" y="334"/>
                    <a:pt x="305" y="401"/>
                  </a:cubicBezTo>
                  <a:lnTo>
                    <a:pt x="320" y="464"/>
                  </a:lnTo>
                  <a:lnTo>
                    <a:pt x="195" y="536"/>
                  </a:lnTo>
                  <a:lnTo>
                    <a:pt x="210" y="456"/>
                  </a:lnTo>
                  <a:cubicBezTo>
                    <a:pt x="225" y="371"/>
                    <a:pt x="241" y="272"/>
                    <a:pt x="255" y="182"/>
                  </a:cubicBezTo>
                  <a:lnTo>
                    <a:pt x="258" y="179"/>
                  </a:lnTo>
                  <a:close/>
                  <a:moveTo>
                    <a:pt x="338" y="0"/>
                  </a:moveTo>
                  <a:lnTo>
                    <a:pt x="181" y="90"/>
                  </a:lnTo>
                  <a:lnTo>
                    <a:pt x="0" y="969"/>
                  </a:lnTo>
                  <a:lnTo>
                    <a:pt x="133" y="892"/>
                  </a:lnTo>
                  <a:lnTo>
                    <a:pt x="169" y="687"/>
                  </a:lnTo>
                  <a:lnTo>
                    <a:pt x="347" y="585"/>
                  </a:lnTo>
                  <a:lnTo>
                    <a:pt x="382" y="748"/>
                  </a:lnTo>
                  <a:lnTo>
                    <a:pt x="520" y="668"/>
                  </a:lnTo>
                  <a:lnTo>
                    <a:pt x="3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8"/>
            <p:cNvSpPr/>
            <p:nvPr/>
          </p:nvSpPr>
          <p:spPr>
            <a:xfrm>
              <a:off x="8376821" y="662410"/>
              <a:ext cx="57141" cy="108169"/>
            </a:xfrm>
            <a:custGeom>
              <a:avLst/>
              <a:gdLst/>
              <a:ahLst/>
              <a:cxnLst/>
              <a:rect l="l" t="t" r="r" b="b"/>
              <a:pathLst>
                <a:path w="458" h="867" extrusionOk="0">
                  <a:moveTo>
                    <a:pt x="367" y="1"/>
                  </a:moveTo>
                  <a:cubicBezTo>
                    <a:pt x="340" y="1"/>
                    <a:pt x="310" y="9"/>
                    <a:pt x="277" y="28"/>
                  </a:cubicBezTo>
                  <a:cubicBezTo>
                    <a:pt x="127" y="113"/>
                    <a:pt x="0" y="336"/>
                    <a:pt x="0" y="592"/>
                  </a:cubicBezTo>
                  <a:cubicBezTo>
                    <a:pt x="0" y="780"/>
                    <a:pt x="65" y="866"/>
                    <a:pt x="158" y="866"/>
                  </a:cubicBezTo>
                  <a:cubicBezTo>
                    <a:pt x="193" y="866"/>
                    <a:pt x="232" y="854"/>
                    <a:pt x="274" y="830"/>
                  </a:cubicBezTo>
                  <a:cubicBezTo>
                    <a:pt x="345" y="789"/>
                    <a:pt x="409" y="712"/>
                    <a:pt x="457" y="610"/>
                  </a:cubicBezTo>
                  <a:lnTo>
                    <a:pt x="385" y="546"/>
                  </a:lnTo>
                  <a:cubicBezTo>
                    <a:pt x="357" y="604"/>
                    <a:pt x="323" y="650"/>
                    <a:pt x="275" y="678"/>
                  </a:cubicBezTo>
                  <a:cubicBezTo>
                    <a:pt x="256" y="689"/>
                    <a:pt x="238" y="695"/>
                    <a:pt x="222" y="695"/>
                  </a:cubicBezTo>
                  <a:cubicBezTo>
                    <a:pt x="168" y="695"/>
                    <a:pt x="134" y="631"/>
                    <a:pt x="134" y="508"/>
                  </a:cubicBezTo>
                  <a:cubicBezTo>
                    <a:pt x="134" y="353"/>
                    <a:pt x="197" y="224"/>
                    <a:pt x="278" y="176"/>
                  </a:cubicBezTo>
                  <a:cubicBezTo>
                    <a:pt x="296" y="166"/>
                    <a:pt x="312" y="161"/>
                    <a:pt x="326" y="161"/>
                  </a:cubicBezTo>
                  <a:cubicBezTo>
                    <a:pt x="344" y="161"/>
                    <a:pt x="360" y="168"/>
                    <a:pt x="376" y="178"/>
                  </a:cubicBezTo>
                  <a:lnTo>
                    <a:pt x="448" y="29"/>
                  </a:lnTo>
                  <a:cubicBezTo>
                    <a:pt x="427" y="12"/>
                    <a:pt x="399" y="1"/>
                    <a:pt x="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8"/>
            <p:cNvSpPr/>
            <p:nvPr/>
          </p:nvSpPr>
          <p:spPr>
            <a:xfrm>
              <a:off x="8444441" y="615874"/>
              <a:ext cx="60385" cy="129004"/>
            </a:xfrm>
            <a:custGeom>
              <a:avLst/>
              <a:gdLst/>
              <a:ahLst/>
              <a:cxnLst/>
              <a:rect l="l" t="t" r="r" b="b"/>
              <a:pathLst>
                <a:path w="484" h="1034" extrusionOk="0">
                  <a:moveTo>
                    <a:pt x="451" y="1"/>
                  </a:moveTo>
                  <a:lnTo>
                    <a:pt x="308" y="83"/>
                  </a:lnTo>
                  <a:lnTo>
                    <a:pt x="135" y="500"/>
                  </a:lnTo>
                  <a:lnTo>
                    <a:pt x="133" y="501"/>
                  </a:lnTo>
                  <a:lnTo>
                    <a:pt x="133" y="184"/>
                  </a:lnTo>
                  <a:lnTo>
                    <a:pt x="1" y="261"/>
                  </a:lnTo>
                  <a:lnTo>
                    <a:pt x="1" y="1033"/>
                  </a:lnTo>
                  <a:lnTo>
                    <a:pt x="133" y="957"/>
                  </a:lnTo>
                  <a:lnTo>
                    <a:pt x="133" y="750"/>
                  </a:lnTo>
                  <a:lnTo>
                    <a:pt x="200" y="592"/>
                  </a:lnTo>
                  <a:lnTo>
                    <a:pt x="340" y="836"/>
                  </a:lnTo>
                  <a:lnTo>
                    <a:pt x="484" y="754"/>
                  </a:lnTo>
                  <a:lnTo>
                    <a:pt x="277" y="410"/>
                  </a:lnTo>
                  <a:lnTo>
                    <a:pt x="4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8"/>
            <p:cNvSpPr/>
            <p:nvPr/>
          </p:nvSpPr>
          <p:spPr>
            <a:xfrm>
              <a:off x="7458824" y="1021352"/>
              <a:ext cx="353826" cy="286080"/>
            </a:xfrm>
            <a:custGeom>
              <a:avLst/>
              <a:gdLst/>
              <a:ahLst/>
              <a:cxnLst/>
              <a:rect l="l" t="t" r="r" b="b"/>
              <a:pathLst>
                <a:path w="2836" h="2293" extrusionOk="0">
                  <a:moveTo>
                    <a:pt x="1835" y="1"/>
                  </a:moveTo>
                  <a:lnTo>
                    <a:pt x="1835" y="300"/>
                  </a:lnTo>
                  <a:lnTo>
                    <a:pt x="0" y="1359"/>
                  </a:lnTo>
                  <a:lnTo>
                    <a:pt x="0" y="2292"/>
                  </a:lnTo>
                  <a:lnTo>
                    <a:pt x="1835" y="1234"/>
                  </a:lnTo>
                  <a:lnTo>
                    <a:pt x="1835" y="1532"/>
                  </a:lnTo>
                  <a:lnTo>
                    <a:pt x="2836" y="189"/>
                  </a:lnTo>
                  <a:lnTo>
                    <a:pt x="1835"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8"/>
            <p:cNvSpPr/>
            <p:nvPr/>
          </p:nvSpPr>
          <p:spPr>
            <a:xfrm>
              <a:off x="7687637" y="1175434"/>
              <a:ext cx="25951" cy="52775"/>
            </a:xfrm>
            <a:custGeom>
              <a:avLst/>
              <a:gdLst/>
              <a:ahLst/>
              <a:cxnLst/>
              <a:rect l="l" t="t" r="r" b="b"/>
              <a:pathLst>
                <a:path w="208" h="423" extrusionOk="0">
                  <a:moveTo>
                    <a:pt x="1" y="1"/>
                  </a:moveTo>
                  <a:lnTo>
                    <a:pt x="1" y="299"/>
                  </a:lnTo>
                  <a:lnTo>
                    <a:pt x="208" y="422"/>
                  </a:lnTo>
                  <a:lnTo>
                    <a:pt x="208" y="1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8"/>
            <p:cNvSpPr/>
            <p:nvPr/>
          </p:nvSpPr>
          <p:spPr>
            <a:xfrm>
              <a:off x="7484650" y="1036574"/>
              <a:ext cx="353702" cy="286080"/>
            </a:xfrm>
            <a:custGeom>
              <a:avLst/>
              <a:gdLst/>
              <a:ahLst/>
              <a:cxnLst/>
              <a:rect l="l" t="t" r="r" b="b"/>
              <a:pathLst>
                <a:path w="2835" h="2293" extrusionOk="0">
                  <a:moveTo>
                    <a:pt x="1835" y="0"/>
                  </a:moveTo>
                  <a:lnTo>
                    <a:pt x="1835" y="300"/>
                  </a:lnTo>
                  <a:lnTo>
                    <a:pt x="1" y="1358"/>
                  </a:lnTo>
                  <a:lnTo>
                    <a:pt x="1" y="2293"/>
                  </a:lnTo>
                  <a:lnTo>
                    <a:pt x="1835" y="1233"/>
                  </a:lnTo>
                  <a:lnTo>
                    <a:pt x="1835" y="1532"/>
                  </a:lnTo>
                  <a:lnTo>
                    <a:pt x="2835" y="188"/>
                  </a:lnTo>
                  <a:lnTo>
                    <a:pt x="1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8"/>
            <p:cNvSpPr/>
            <p:nvPr/>
          </p:nvSpPr>
          <p:spPr>
            <a:xfrm>
              <a:off x="7458824" y="1190780"/>
              <a:ext cx="25951" cy="131874"/>
            </a:xfrm>
            <a:custGeom>
              <a:avLst/>
              <a:gdLst/>
              <a:ahLst/>
              <a:cxnLst/>
              <a:rect l="l" t="t" r="r" b="b"/>
              <a:pathLst>
                <a:path w="208" h="1057" extrusionOk="0">
                  <a:moveTo>
                    <a:pt x="0" y="1"/>
                  </a:moveTo>
                  <a:lnTo>
                    <a:pt x="0" y="934"/>
                  </a:lnTo>
                  <a:lnTo>
                    <a:pt x="208" y="1057"/>
                  </a:lnTo>
                  <a:lnTo>
                    <a:pt x="208" y="12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8"/>
            <p:cNvSpPr/>
            <p:nvPr/>
          </p:nvSpPr>
          <p:spPr>
            <a:xfrm>
              <a:off x="7458824" y="1058781"/>
              <a:ext cx="254765" cy="147345"/>
            </a:xfrm>
            <a:custGeom>
              <a:avLst/>
              <a:gdLst/>
              <a:ahLst/>
              <a:cxnLst/>
              <a:rect l="l" t="t" r="r" b="b"/>
              <a:pathLst>
                <a:path w="2042" h="1181" extrusionOk="0">
                  <a:moveTo>
                    <a:pt x="1835" y="0"/>
                  </a:moveTo>
                  <a:lnTo>
                    <a:pt x="0" y="1059"/>
                  </a:lnTo>
                  <a:lnTo>
                    <a:pt x="208" y="1180"/>
                  </a:lnTo>
                  <a:lnTo>
                    <a:pt x="2042" y="122"/>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8"/>
            <p:cNvSpPr/>
            <p:nvPr/>
          </p:nvSpPr>
          <p:spPr>
            <a:xfrm>
              <a:off x="7687637" y="1021352"/>
              <a:ext cx="25951" cy="52650"/>
            </a:xfrm>
            <a:custGeom>
              <a:avLst/>
              <a:gdLst/>
              <a:ahLst/>
              <a:cxnLst/>
              <a:rect l="l" t="t" r="r" b="b"/>
              <a:pathLst>
                <a:path w="208" h="422" extrusionOk="0">
                  <a:moveTo>
                    <a:pt x="1" y="1"/>
                  </a:moveTo>
                  <a:lnTo>
                    <a:pt x="1" y="300"/>
                  </a:lnTo>
                  <a:lnTo>
                    <a:pt x="208" y="422"/>
                  </a:lnTo>
                  <a:lnTo>
                    <a:pt x="208" y="122"/>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8"/>
            <p:cNvSpPr/>
            <p:nvPr/>
          </p:nvSpPr>
          <p:spPr>
            <a:xfrm>
              <a:off x="7687637" y="1021352"/>
              <a:ext cx="150713" cy="38801"/>
            </a:xfrm>
            <a:custGeom>
              <a:avLst/>
              <a:gdLst/>
              <a:ahLst/>
              <a:cxnLst/>
              <a:rect l="l" t="t" r="r" b="b"/>
              <a:pathLst>
                <a:path w="1208" h="311" extrusionOk="0">
                  <a:moveTo>
                    <a:pt x="1" y="1"/>
                  </a:moveTo>
                  <a:lnTo>
                    <a:pt x="208" y="122"/>
                  </a:lnTo>
                  <a:lnTo>
                    <a:pt x="1208" y="310"/>
                  </a:lnTo>
                  <a:lnTo>
                    <a:pt x="1002" y="18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8"/>
            <p:cNvSpPr/>
            <p:nvPr/>
          </p:nvSpPr>
          <p:spPr>
            <a:xfrm>
              <a:off x="7458824" y="780311"/>
              <a:ext cx="353826" cy="285956"/>
            </a:xfrm>
            <a:custGeom>
              <a:avLst/>
              <a:gdLst/>
              <a:ahLst/>
              <a:cxnLst/>
              <a:rect l="l" t="t" r="r" b="b"/>
              <a:pathLst>
                <a:path w="2836" h="2292" extrusionOk="0">
                  <a:moveTo>
                    <a:pt x="1835" y="0"/>
                  </a:moveTo>
                  <a:lnTo>
                    <a:pt x="1835" y="299"/>
                  </a:lnTo>
                  <a:lnTo>
                    <a:pt x="0" y="1358"/>
                  </a:lnTo>
                  <a:lnTo>
                    <a:pt x="0" y="2292"/>
                  </a:lnTo>
                  <a:lnTo>
                    <a:pt x="1835" y="1232"/>
                  </a:lnTo>
                  <a:lnTo>
                    <a:pt x="1835" y="1531"/>
                  </a:lnTo>
                  <a:lnTo>
                    <a:pt x="2836" y="188"/>
                  </a:lnTo>
                  <a:lnTo>
                    <a:pt x="183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8"/>
            <p:cNvSpPr/>
            <p:nvPr/>
          </p:nvSpPr>
          <p:spPr>
            <a:xfrm>
              <a:off x="7687637" y="934393"/>
              <a:ext cx="25951" cy="52525"/>
            </a:xfrm>
            <a:custGeom>
              <a:avLst/>
              <a:gdLst/>
              <a:ahLst/>
              <a:cxnLst/>
              <a:rect l="l" t="t" r="r" b="b"/>
              <a:pathLst>
                <a:path w="208" h="421" extrusionOk="0">
                  <a:moveTo>
                    <a:pt x="1" y="1"/>
                  </a:moveTo>
                  <a:lnTo>
                    <a:pt x="1" y="299"/>
                  </a:lnTo>
                  <a:lnTo>
                    <a:pt x="208" y="421"/>
                  </a:lnTo>
                  <a:lnTo>
                    <a:pt x="208" y="122"/>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8"/>
            <p:cNvSpPr/>
            <p:nvPr/>
          </p:nvSpPr>
          <p:spPr>
            <a:xfrm>
              <a:off x="7484650" y="795407"/>
              <a:ext cx="353702" cy="286080"/>
            </a:xfrm>
            <a:custGeom>
              <a:avLst/>
              <a:gdLst/>
              <a:ahLst/>
              <a:cxnLst/>
              <a:rect l="l" t="t" r="r" b="b"/>
              <a:pathLst>
                <a:path w="2835" h="2293" extrusionOk="0">
                  <a:moveTo>
                    <a:pt x="1835" y="1"/>
                  </a:moveTo>
                  <a:lnTo>
                    <a:pt x="1835" y="299"/>
                  </a:lnTo>
                  <a:lnTo>
                    <a:pt x="1" y="1359"/>
                  </a:lnTo>
                  <a:lnTo>
                    <a:pt x="1" y="2292"/>
                  </a:lnTo>
                  <a:lnTo>
                    <a:pt x="1835" y="1233"/>
                  </a:lnTo>
                  <a:lnTo>
                    <a:pt x="1835" y="1532"/>
                  </a:lnTo>
                  <a:lnTo>
                    <a:pt x="2835" y="189"/>
                  </a:lnTo>
                  <a:lnTo>
                    <a:pt x="18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8"/>
            <p:cNvSpPr/>
            <p:nvPr/>
          </p:nvSpPr>
          <p:spPr>
            <a:xfrm>
              <a:off x="7458824" y="949739"/>
              <a:ext cx="25951" cy="131749"/>
            </a:xfrm>
            <a:custGeom>
              <a:avLst/>
              <a:gdLst/>
              <a:ahLst/>
              <a:cxnLst/>
              <a:rect l="l" t="t" r="r" b="b"/>
              <a:pathLst>
                <a:path w="208" h="1056" extrusionOk="0">
                  <a:moveTo>
                    <a:pt x="0" y="0"/>
                  </a:moveTo>
                  <a:lnTo>
                    <a:pt x="0" y="934"/>
                  </a:lnTo>
                  <a:lnTo>
                    <a:pt x="208" y="1055"/>
                  </a:lnTo>
                  <a:lnTo>
                    <a:pt x="208" y="122"/>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8"/>
            <p:cNvSpPr/>
            <p:nvPr/>
          </p:nvSpPr>
          <p:spPr>
            <a:xfrm>
              <a:off x="7458824" y="817490"/>
              <a:ext cx="254765" cy="147469"/>
            </a:xfrm>
            <a:custGeom>
              <a:avLst/>
              <a:gdLst/>
              <a:ahLst/>
              <a:cxnLst/>
              <a:rect l="l" t="t" r="r" b="b"/>
              <a:pathLst>
                <a:path w="2042" h="1182" extrusionOk="0">
                  <a:moveTo>
                    <a:pt x="1835" y="1"/>
                  </a:moveTo>
                  <a:lnTo>
                    <a:pt x="0" y="1060"/>
                  </a:lnTo>
                  <a:lnTo>
                    <a:pt x="208" y="1182"/>
                  </a:lnTo>
                  <a:lnTo>
                    <a:pt x="2042" y="122"/>
                  </a:lnTo>
                  <a:lnTo>
                    <a:pt x="18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8"/>
            <p:cNvSpPr/>
            <p:nvPr/>
          </p:nvSpPr>
          <p:spPr>
            <a:xfrm>
              <a:off x="7687637" y="780311"/>
              <a:ext cx="25951" cy="52525"/>
            </a:xfrm>
            <a:custGeom>
              <a:avLst/>
              <a:gdLst/>
              <a:ahLst/>
              <a:cxnLst/>
              <a:rect l="l" t="t" r="r" b="b"/>
              <a:pathLst>
                <a:path w="208" h="421" extrusionOk="0">
                  <a:moveTo>
                    <a:pt x="1" y="0"/>
                  </a:moveTo>
                  <a:lnTo>
                    <a:pt x="1" y="299"/>
                  </a:lnTo>
                  <a:lnTo>
                    <a:pt x="208" y="420"/>
                  </a:lnTo>
                  <a:lnTo>
                    <a:pt x="208" y="122"/>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8"/>
            <p:cNvSpPr/>
            <p:nvPr/>
          </p:nvSpPr>
          <p:spPr>
            <a:xfrm>
              <a:off x="7687637" y="780311"/>
              <a:ext cx="150713" cy="38676"/>
            </a:xfrm>
            <a:custGeom>
              <a:avLst/>
              <a:gdLst/>
              <a:ahLst/>
              <a:cxnLst/>
              <a:rect l="l" t="t" r="r" b="b"/>
              <a:pathLst>
                <a:path w="1208" h="310" extrusionOk="0">
                  <a:moveTo>
                    <a:pt x="1" y="0"/>
                  </a:moveTo>
                  <a:lnTo>
                    <a:pt x="208" y="122"/>
                  </a:lnTo>
                  <a:lnTo>
                    <a:pt x="1208" y="310"/>
                  </a:lnTo>
                  <a:lnTo>
                    <a:pt x="1002" y="18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5" name="Google Shape;1225;p38"/>
          <p:cNvSpPr txBox="1">
            <a:spLocks noGrp="1"/>
          </p:cNvSpPr>
          <p:nvPr>
            <p:ph type="subTitle" idx="1"/>
          </p:nvPr>
        </p:nvSpPr>
        <p:spPr>
          <a:xfrm>
            <a:off x="1141830" y="1587753"/>
            <a:ext cx="6840900" cy="1740300"/>
          </a:xfrm>
          <a:prstGeom prst="rect">
            <a:avLst/>
          </a:prstGeom>
        </p:spPr>
        <p:txBody>
          <a:bodyPr spcFirstLastPara="1" wrap="square" lIns="91425" tIns="91425" rIns="91425" bIns="91425" anchor="t" anchorCtr="0">
            <a:noAutofit/>
          </a:bodyPr>
          <a:lstStyle/>
          <a:p>
            <a:pPr marL="0" lvl="0" indent="0"/>
            <a:r>
              <a:rPr lang="en-US" sz="4800" dirty="0" err="1">
                <a:solidFill>
                  <a:schemeClr val="tx1">
                    <a:lumMod val="50000"/>
                  </a:schemeClr>
                </a:solidFill>
                <a:latin typeface="Bahnschrift SemiBold" panose="020B0502040204020203" pitchFamily="34" charset="0"/>
              </a:rPr>
              <a:t>Tại</a:t>
            </a:r>
            <a:r>
              <a:rPr lang="en-US" sz="4800" dirty="0">
                <a:solidFill>
                  <a:schemeClr val="tx1">
                    <a:lumMod val="50000"/>
                  </a:schemeClr>
                </a:solidFill>
                <a:latin typeface="Bahnschrift SemiBold" panose="020B0502040204020203" pitchFamily="34" charset="0"/>
              </a:rPr>
              <a:t> </a:t>
            </a:r>
            <a:r>
              <a:rPr lang="en-US" sz="4800" dirty="0" err="1">
                <a:solidFill>
                  <a:schemeClr val="tx1">
                    <a:lumMod val="50000"/>
                  </a:schemeClr>
                </a:solidFill>
                <a:latin typeface="Bahnschrift SemiBold" panose="020B0502040204020203" pitchFamily="34" charset="0"/>
              </a:rPr>
              <a:t>sao</a:t>
            </a:r>
            <a:r>
              <a:rPr lang="en-US" sz="4800" dirty="0">
                <a:solidFill>
                  <a:schemeClr val="tx1">
                    <a:lumMod val="50000"/>
                  </a:schemeClr>
                </a:solidFill>
                <a:latin typeface="Bahnschrift SemiBold" panose="020B0502040204020203" pitchFamily="34" charset="0"/>
              </a:rPr>
              <a:t> </a:t>
            </a:r>
            <a:r>
              <a:rPr lang="en-US" sz="4800" dirty="0" err="1">
                <a:solidFill>
                  <a:schemeClr val="tx1">
                    <a:lumMod val="50000"/>
                  </a:schemeClr>
                </a:solidFill>
                <a:latin typeface="Bahnschrift SemiBold" panose="020B0502040204020203" pitchFamily="34" charset="0"/>
              </a:rPr>
              <a:t>chọn</a:t>
            </a:r>
            <a:r>
              <a:rPr lang="en-US" sz="4800" dirty="0">
                <a:solidFill>
                  <a:schemeClr val="tx1">
                    <a:lumMod val="50000"/>
                  </a:schemeClr>
                </a:solidFill>
                <a:latin typeface="Bahnschrift SemiBold" panose="020B0502040204020203" pitchFamily="34" charset="0"/>
              </a:rPr>
              <a:t> KNN </a:t>
            </a:r>
            <a:r>
              <a:rPr lang="en-US" sz="4800" dirty="0" err="1">
                <a:solidFill>
                  <a:schemeClr val="tx1">
                    <a:lumMod val="50000"/>
                  </a:schemeClr>
                </a:solidFill>
                <a:latin typeface="Bahnschrift SemiBold" panose="020B0502040204020203" pitchFamily="34" charset="0"/>
              </a:rPr>
              <a:t>cho</a:t>
            </a:r>
            <a:r>
              <a:rPr lang="en-US" sz="4800" dirty="0">
                <a:solidFill>
                  <a:schemeClr val="tx1">
                    <a:lumMod val="50000"/>
                  </a:schemeClr>
                </a:solidFill>
                <a:latin typeface="Bahnschrift SemiBold" panose="020B0502040204020203" pitchFamily="34" charset="0"/>
              </a:rPr>
              <a:t> </a:t>
            </a:r>
            <a:r>
              <a:rPr lang="en-US" sz="4800" dirty="0" err="1">
                <a:solidFill>
                  <a:schemeClr val="tx1">
                    <a:lumMod val="50000"/>
                  </a:schemeClr>
                </a:solidFill>
                <a:latin typeface="Bahnschrift SemiBold" panose="020B0502040204020203" pitchFamily="34" charset="0"/>
              </a:rPr>
              <a:t>nhận</a:t>
            </a:r>
            <a:r>
              <a:rPr lang="en-US" sz="4800" dirty="0">
                <a:solidFill>
                  <a:schemeClr val="tx1">
                    <a:lumMod val="50000"/>
                  </a:schemeClr>
                </a:solidFill>
                <a:latin typeface="Bahnschrift SemiBold" panose="020B0502040204020203" pitchFamily="34" charset="0"/>
              </a:rPr>
              <a:t> </a:t>
            </a:r>
            <a:r>
              <a:rPr lang="en-US" sz="4800" dirty="0" err="1">
                <a:solidFill>
                  <a:schemeClr val="tx1">
                    <a:lumMod val="50000"/>
                  </a:schemeClr>
                </a:solidFill>
                <a:latin typeface="Bahnschrift SemiBold" panose="020B0502040204020203" pitchFamily="34" charset="0"/>
              </a:rPr>
              <a:t>diện</a:t>
            </a:r>
            <a:r>
              <a:rPr lang="en-US" sz="4800" dirty="0">
                <a:solidFill>
                  <a:schemeClr val="tx1">
                    <a:lumMod val="50000"/>
                  </a:schemeClr>
                </a:solidFill>
                <a:latin typeface="Bahnschrift SemiBold" panose="020B0502040204020203" pitchFamily="34" charset="0"/>
              </a:rPr>
              <a:t> SYN Flood?</a:t>
            </a:r>
            <a:endParaRPr sz="4800" dirty="0">
              <a:solidFill>
                <a:schemeClr val="tx1">
                  <a:lumMod val="50000"/>
                </a:schemeClr>
              </a:solidFill>
              <a:latin typeface="Bahnschrift SemiBold" panose="020B0502040204020203" pitchFamily="34" charset="0"/>
            </a:endParaRPr>
          </a:p>
        </p:txBody>
      </p:sp>
      <p:cxnSp>
        <p:nvCxnSpPr>
          <p:cNvPr id="1226" name="Google Shape;1226;p38"/>
          <p:cNvCxnSpPr/>
          <p:nvPr/>
        </p:nvCxnSpPr>
        <p:spPr>
          <a:xfrm>
            <a:off x="1011150" y="3216300"/>
            <a:ext cx="7121700" cy="0"/>
          </a:xfrm>
          <a:prstGeom prst="straightConnector1">
            <a:avLst/>
          </a:prstGeom>
          <a:noFill/>
          <a:ln w="19050" cap="flat" cmpd="sng">
            <a:solidFill>
              <a:schemeClr val="lt2"/>
            </a:solidFill>
            <a:prstDash val="solid"/>
            <a:round/>
            <a:headEnd type="none" w="med" len="med"/>
            <a:tailEnd type="none" w="med" len="med"/>
          </a:ln>
        </p:spPr>
      </p:cxnSp>
      <p:grpSp>
        <p:nvGrpSpPr>
          <p:cNvPr id="1263" name="Google Shape;1263;p38"/>
          <p:cNvGrpSpPr/>
          <p:nvPr/>
        </p:nvGrpSpPr>
        <p:grpSpPr>
          <a:xfrm flipH="1">
            <a:off x="4136363" y="3328053"/>
            <a:ext cx="510276" cy="1011126"/>
            <a:chOff x="331179" y="148675"/>
            <a:chExt cx="557496" cy="1104693"/>
          </a:xfrm>
        </p:grpSpPr>
        <p:sp>
          <p:nvSpPr>
            <p:cNvPr id="1264" name="Google Shape;1264;p38"/>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8"/>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8"/>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8"/>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8"/>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8"/>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8"/>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8"/>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8"/>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8"/>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8"/>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8"/>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8"/>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8"/>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8"/>
            <p:cNvSpPr/>
            <p:nvPr/>
          </p:nvSpPr>
          <p:spPr>
            <a:xfrm flipH="1">
              <a:off x="446574" y="660516"/>
              <a:ext cx="27562" cy="35496"/>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8"/>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8"/>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8"/>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8"/>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3">
          <a:extLst>
            <a:ext uri="{FF2B5EF4-FFF2-40B4-BE49-F238E27FC236}">
              <a16:creationId xmlns:a16="http://schemas.microsoft.com/office/drawing/2014/main" id="{08640F47-100E-BEF1-B7AD-B9F708CA95B4}"/>
            </a:ext>
          </a:extLst>
        </p:cNvPr>
        <p:cNvGrpSpPr/>
        <p:nvPr/>
      </p:nvGrpSpPr>
      <p:grpSpPr>
        <a:xfrm>
          <a:off x="0" y="0"/>
          <a:ext cx="0" cy="0"/>
          <a:chOff x="0" y="0"/>
          <a:chExt cx="0" cy="0"/>
        </a:xfrm>
      </p:grpSpPr>
      <p:sp>
        <p:nvSpPr>
          <p:cNvPr id="1220" name="Rectangle: Rounded Corners 1219">
            <a:extLst>
              <a:ext uri="{FF2B5EF4-FFF2-40B4-BE49-F238E27FC236}">
                <a16:creationId xmlns:a16="http://schemas.microsoft.com/office/drawing/2014/main" id="{60C38B4C-F96F-92C9-D7A3-D159404E035C}"/>
              </a:ext>
            </a:extLst>
          </p:cNvPr>
          <p:cNvSpPr/>
          <p:nvPr/>
        </p:nvSpPr>
        <p:spPr>
          <a:xfrm>
            <a:off x="208757" y="2145683"/>
            <a:ext cx="4030932" cy="1785599"/>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221" name="Rectangle: Rounded Corners 1220">
            <a:extLst>
              <a:ext uri="{FF2B5EF4-FFF2-40B4-BE49-F238E27FC236}">
                <a16:creationId xmlns:a16="http://schemas.microsoft.com/office/drawing/2014/main" id="{44FFFD85-4D11-7E78-893D-09DC88E93239}"/>
              </a:ext>
            </a:extLst>
          </p:cNvPr>
          <p:cNvSpPr/>
          <p:nvPr/>
        </p:nvSpPr>
        <p:spPr>
          <a:xfrm>
            <a:off x="4803660" y="674254"/>
            <a:ext cx="4030932" cy="3293096"/>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219" name="Rectangle: Rounded Corners 1218">
            <a:extLst>
              <a:ext uri="{FF2B5EF4-FFF2-40B4-BE49-F238E27FC236}">
                <a16:creationId xmlns:a16="http://schemas.microsoft.com/office/drawing/2014/main" id="{4C0281F7-7D9F-A500-4E26-71067EE6E325}"/>
              </a:ext>
            </a:extLst>
          </p:cNvPr>
          <p:cNvSpPr/>
          <p:nvPr/>
        </p:nvSpPr>
        <p:spPr>
          <a:xfrm>
            <a:off x="271188" y="180620"/>
            <a:ext cx="4030932" cy="17855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25" name="Google Shape;1225;p38">
            <a:extLst>
              <a:ext uri="{FF2B5EF4-FFF2-40B4-BE49-F238E27FC236}">
                <a16:creationId xmlns:a16="http://schemas.microsoft.com/office/drawing/2014/main" id="{45B01825-AFDC-2776-A590-FB5E8BACA00F}"/>
              </a:ext>
            </a:extLst>
          </p:cNvPr>
          <p:cNvSpPr txBox="1">
            <a:spLocks noGrp="1"/>
          </p:cNvSpPr>
          <p:nvPr>
            <p:ph type="subTitle" idx="1"/>
          </p:nvPr>
        </p:nvSpPr>
        <p:spPr>
          <a:xfrm>
            <a:off x="973499" y="6055479"/>
            <a:ext cx="6840900" cy="1740300"/>
          </a:xfrm>
          <a:prstGeom prst="rect">
            <a:avLst/>
          </a:prstGeom>
        </p:spPr>
        <p:txBody>
          <a:bodyPr spcFirstLastPara="1" wrap="square" lIns="91425" tIns="91425" rIns="91425" bIns="91425" anchor="t" anchorCtr="0">
            <a:noAutofit/>
          </a:bodyPr>
          <a:lstStyle/>
          <a:p>
            <a:pPr marL="0" lvl="0" indent="0"/>
            <a:r>
              <a:rPr lang="en-US" sz="4800" dirty="0" err="1"/>
              <a:t>Tại</a:t>
            </a:r>
            <a:r>
              <a:rPr lang="en-US" sz="4800" dirty="0"/>
              <a:t> </a:t>
            </a:r>
            <a:r>
              <a:rPr lang="en-US" sz="4800" dirty="0" err="1"/>
              <a:t>sao</a:t>
            </a:r>
            <a:r>
              <a:rPr lang="en-US" sz="4800" dirty="0"/>
              <a:t> </a:t>
            </a:r>
            <a:r>
              <a:rPr lang="en-US" sz="4800" dirty="0" err="1"/>
              <a:t>chọn</a:t>
            </a:r>
            <a:r>
              <a:rPr lang="en-US" sz="4800" dirty="0"/>
              <a:t> KNN </a:t>
            </a:r>
            <a:r>
              <a:rPr lang="en-US" sz="4800" dirty="0" err="1"/>
              <a:t>cho</a:t>
            </a:r>
            <a:r>
              <a:rPr lang="en-US" sz="4800" dirty="0"/>
              <a:t> </a:t>
            </a:r>
            <a:r>
              <a:rPr lang="en-US" sz="4800" dirty="0" err="1"/>
              <a:t>nhận</a:t>
            </a:r>
            <a:r>
              <a:rPr lang="en-US" sz="4800" dirty="0"/>
              <a:t> </a:t>
            </a:r>
            <a:r>
              <a:rPr lang="en-US" sz="4800" dirty="0" err="1"/>
              <a:t>diện</a:t>
            </a:r>
            <a:r>
              <a:rPr lang="en-US" sz="4800" dirty="0"/>
              <a:t> SYN Flood?</a:t>
            </a:r>
            <a:endParaRPr sz="4800" dirty="0"/>
          </a:p>
        </p:txBody>
      </p:sp>
      <p:cxnSp>
        <p:nvCxnSpPr>
          <p:cNvPr id="1226" name="Google Shape;1226;p38">
            <a:extLst>
              <a:ext uri="{FF2B5EF4-FFF2-40B4-BE49-F238E27FC236}">
                <a16:creationId xmlns:a16="http://schemas.microsoft.com/office/drawing/2014/main" id="{F043811D-9F08-E6E3-4152-2FE9689145D1}"/>
              </a:ext>
            </a:extLst>
          </p:cNvPr>
          <p:cNvCxnSpPr>
            <a:cxnSpLocks/>
          </p:cNvCxnSpPr>
          <p:nvPr/>
        </p:nvCxnSpPr>
        <p:spPr>
          <a:xfrm flipV="1">
            <a:off x="4572000" y="248352"/>
            <a:ext cx="56147" cy="4483165"/>
          </a:xfrm>
          <a:prstGeom prst="straightConnector1">
            <a:avLst/>
          </a:prstGeom>
          <a:noFill/>
          <a:ln w="19050" cap="flat" cmpd="sng">
            <a:solidFill>
              <a:schemeClr val="lt2"/>
            </a:solidFill>
            <a:prstDash val="solid"/>
            <a:round/>
            <a:headEnd type="none" w="med" len="med"/>
            <a:tailEnd type="none" w="med" len="med"/>
          </a:ln>
        </p:spPr>
      </p:cxnSp>
      <p:grpSp>
        <p:nvGrpSpPr>
          <p:cNvPr id="1227" name="Google Shape;1227;p38">
            <a:extLst>
              <a:ext uri="{FF2B5EF4-FFF2-40B4-BE49-F238E27FC236}">
                <a16:creationId xmlns:a16="http://schemas.microsoft.com/office/drawing/2014/main" id="{BDE85DF7-B145-F624-97BC-DEDFBAD9EF63}"/>
              </a:ext>
            </a:extLst>
          </p:cNvPr>
          <p:cNvGrpSpPr/>
          <p:nvPr/>
        </p:nvGrpSpPr>
        <p:grpSpPr>
          <a:xfrm>
            <a:off x="7814399" y="-153998"/>
            <a:ext cx="1071519" cy="1129473"/>
            <a:chOff x="7458824" y="89625"/>
            <a:chExt cx="1271078" cy="1339826"/>
          </a:xfrm>
        </p:grpSpPr>
        <p:sp>
          <p:nvSpPr>
            <p:cNvPr id="1228" name="Google Shape;1228;p38">
              <a:extLst>
                <a:ext uri="{FF2B5EF4-FFF2-40B4-BE49-F238E27FC236}">
                  <a16:creationId xmlns:a16="http://schemas.microsoft.com/office/drawing/2014/main" id="{A67A42F7-CF3A-D7E9-C42F-9A334D7D77DE}"/>
                </a:ext>
              </a:extLst>
            </p:cNvPr>
            <p:cNvSpPr/>
            <p:nvPr/>
          </p:nvSpPr>
          <p:spPr>
            <a:xfrm>
              <a:off x="8339891" y="893471"/>
              <a:ext cx="238421" cy="395123"/>
            </a:xfrm>
            <a:custGeom>
              <a:avLst/>
              <a:gdLst/>
              <a:ahLst/>
              <a:cxnLst/>
              <a:rect l="l" t="t" r="r" b="b"/>
              <a:pathLst>
                <a:path w="1911" h="3167" extrusionOk="0">
                  <a:moveTo>
                    <a:pt x="605" y="1"/>
                  </a:moveTo>
                  <a:cubicBezTo>
                    <a:pt x="605" y="1"/>
                    <a:pt x="281" y="992"/>
                    <a:pt x="167" y="1371"/>
                  </a:cubicBezTo>
                  <a:cubicBezTo>
                    <a:pt x="51" y="1751"/>
                    <a:pt x="1" y="2020"/>
                    <a:pt x="348" y="2238"/>
                  </a:cubicBezTo>
                  <a:cubicBezTo>
                    <a:pt x="817" y="2535"/>
                    <a:pt x="1911" y="3166"/>
                    <a:pt x="1911" y="3166"/>
                  </a:cubicBezTo>
                  <a:lnTo>
                    <a:pt x="1911" y="2902"/>
                  </a:lnTo>
                  <a:cubicBezTo>
                    <a:pt x="1911" y="2902"/>
                    <a:pt x="771" y="2277"/>
                    <a:pt x="459" y="2058"/>
                  </a:cubicBezTo>
                  <a:cubicBezTo>
                    <a:pt x="234" y="1902"/>
                    <a:pt x="305" y="1767"/>
                    <a:pt x="444" y="1317"/>
                  </a:cubicBezTo>
                  <a:cubicBezTo>
                    <a:pt x="581" y="868"/>
                    <a:pt x="883" y="45"/>
                    <a:pt x="883" y="45"/>
                  </a:cubicBezTo>
                  <a:lnTo>
                    <a:pt x="6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38">
              <a:extLst>
                <a:ext uri="{FF2B5EF4-FFF2-40B4-BE49-F238E27FC236}">
                  <a16:creationId xmlns:a16="http://schemas.microsoft.com/office/drawing/2014/main" id="{4B16280C-79F2-275F-B860-94416F0932C4}"/>
                </a:ext>
              </a:extLst>
            </p:cNvPr>
            <p:cNvSpPr/>
            <p:nvPr/>
          </p:nvSpPr>
          <p:spPr>
            <a:xfrm>
              <a:off x="8114946" y="849804"/>
              <a:ext cx="455258" cy="546460"/>
            </a:xfrm>
            <a:custGeom>
              <a:avLst/>
              <a:gdLst/>
              <a:ahLst/>
              <a:cxnLst/>
              <a:rect l="l" t="t" r="r" b="b"/>
              <a:pathLst>
                <a:path w="3649" h="4380" extrusionOk="0">
                  <a:moveTo>
                    <a:pt x="2620" y="1"/>
                  </a:moveTo>
                  <a:lnTo>
                    <a:pt x="2620" y="1"/>
                  </a:lnTo>
                  <a:cubicBezTo>
                    <a:pt x="1700" y="93"/>
                    <a:pt x="782" y="781"/>
                    <a:pt x="717" y="863"/>
                  </a:cubicBezTo>
                  <a:cubicBezTo>
                    <a:pt x="649" y="950"/>
                    <a:pt x="139" y="2843"/>
                    <a:pt x="69" y="3090"/>
                  </a:cubicBezTo>
                  <a:cubicBezTo>
                    <a:pt x="0" y="3336"/>
                    <a:pt x="70" y="3482"/>
                    <a:pt x="496" y="3737"/>
                  </a:cubicBezTo>
                  <a:cubicBezTo>
                    <a:pt x="920" y="3991"/>
                    <a:pt x="1754" y="4380"/>
                    <a:pt x="1754" y="4380"/>
                  </a:cubicBezTo>
                  <a:lnTo>
                    <a:pt x="3648" y="3309"/>
                  </a:lnTo>
                  <a:cubicBezTo>
                    <a:pt x="3346" y="3129"/>
                    <a:pt x="2959" y="2968"/>
                    <a:pt x="2651" y="2779"/>
                  </a:cubicBezTo>
                  <a:cubicBezTo>
                    <a:pt x="2397" y="2623"/>
                    <a:pt x="2116" y="2529"/>
                    <a:pt x="2029" y="2191"/>
                  </a:cubicBezTo>
                  <a:cubicBezTo>
                    <a:pt x="1945" y="1861"/>
                    <a:pt x="2120" y="1521"/>
                    <a:pt x="2243" y="1218"/>
                  </a:cubicBezTo>
                  <a:cubicBezTo>
                    <a:pt x="2412" y="802"/>
                    <a:pt x="2423" y="405"/>
                    <a:pt x="26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38">
              <a:extLst>
                <a:ext uri="{FF2B5EF4-FFF2-40B4-BE49-F238E27FC236}">
                  <a16:creationId xmlns:a16="http://schemas.microsoft.com/office/drawing/2014/main" id="{CC186F09-D122-EC83-7D75-5C81ABFF1720}"/>
                </a:ext>
              </a:extLst>
            </p:cNvPr>
            <p:cNvSpPr/>
            <p:nvPr/>
          </p:nvSpPr>
          <p:spPr>
            <a:xfrm>
              <a:off x="8091865" y="1031583"/>
              <a:ext cx="241914" cy="397868"/>
            </a:xfrm>
            <a:custGeom>
              <a:avLst/>
              <a:gdLst/>
              <a:ahLst/>
              <a:cxnLst/>
              <a:rect l="l" t="t" r="r" b="b"/>
              <a:pathLst>
                <a:path w="1939" h="3189" extrusionOk="0">
                  <a:moveTo>
                    <a:pt x="633" y="1"/>
                  </a:moveTo>
                  <a:cubicBezTo>
                    <a:pt x="633" y="1"/>
                    <a:pt x="310" y="993"/>
                    <a:pt x="194" y="1372"/>
                  </a:cubicBezTo>
                  <a:cubicBezTo>
                    <a:pt x="79" y="1752"/>
                    <a:pt x="0" y="2047"/>
                    <a:pt x="346" y="2265"/>
                  </a:cubicBezTo>
                  <a:cubicBezTo>
                    <a:pt x="817" y="2562"/>
                    <a:pt x="1938" y="3189"/>
                    <a:pt x="1938" y="3189"/>
                  </a:cubicBezTo>
                  <a:lnTo>
                    <a:pt x="1938" y="2923"/>
                  </a:lnTo>
                  <a:cubicBezTo>
                    <a:pt x="1938" y="2923"/>
                    <a:pt x="777" y="2266"/>
                    <a:pt x="472" y="2076"/>
                  </a:cubicBezTo>
                  <a:cubicBezTo>
                    <a:pt x="240" y="1930"/>
                    <a:pt x="333" y="1767"/>
                    <a:pt x="471" y="1317"/>
                  </a:cubicBezTo>
                  <a:cubicBezTo>
                    <a:pt x="610" y="868"/>
                    <a:pt x="911" y="46"/>
                    <a:pt x="911" y="46"/>
                  </a:cubicBezTo>
                  <a:lnTo>
                    <a:pt x="6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38">
              <a:extLst>
                <a:ext uri="{FF2B5EF4-FFF2-40B4-BE49-F238E27FC236}">
                  <a16:creationId xmlns:a16="http://schemas.microsoft.com/office/drawing/2014/main" id="{9B4D5D79-FB56-AED3-05F2-F824732BF2BB}"/>
                </a:ext>
              </a:extLst>
            </p:cNvPr>
            <p:cNvSpPr/>
            <p:nvPr/>
          </p:nvSpPr>
          <p:spPr>
            <a:xfrm>
              <a:off x="8333653" y="1255407"/>
              <a:ext cx="244659" cy="174044"/>
            </a:xfrm>
            <a:custGeom>
              <a:avLst/>
              <a:gdLst/>
              <a:ahLst/>
              <a:cxnLst/>
              <a:rect l="l" t="t" r="r" b="b"/>
              <a:pathLst>
                <a:path w="1961" h="1395" extrusionOk="0">
                  <a:moveTo>
                    <a:pt x="1961" y="1"/>
                  </a:moveTo>
                  <a:lnTo>
                    <a:pt x="0" y="1129"/>
                  </a:lnTo>
                  <a:lnTo>
                    <a:pt x="0" y="1395"/>
                  </a:lnTo>
                  <a:lnTo>
                    <a:pt x="1961" y="265"/>
                  </a:lnTo>
                  <a:lnTo>
                    <a:pt x="19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38">
              <a:extLst>
                <a:ext uri="{FF2B5EF4-FFF2-40B4-BE49-F238E27FC236}">
                  <a16:creationId xmlns:a16="http://schemas.microsoft.com/office/drawing/2014/main" id="{62BC0EE1-38BD-C208-38E3-698103611482}"/>
                </a:ext>
              </a:extLst>
            </p:cNvPr>
            <p:cNvSpPr/>
            <p:nvPr/>
          </p:nvSpPr>
          <p:spPr>
            <a:xfrm>
              <a:off x="7808531" y="89625"/>
              <a:ext cx="868721" cy="1187489"/>
            </a:xfrm>
            <a:custGeom>
              <a:avLst/>
              <a:gdLst/>
              <a:ahLst/>
              <a:cxnLst/>
              <a:rect l="l" t="t" r="r" b="b"/>
              <a:pathLst>
                <a:path w="6963" h="9518" extrusionOk="0">
                  <a:moveTo>
                    <a:pt x="6469" y="0"/>
                  </a:moveTo>
                  <a:cubicBezTo>
                    <a:pt x="6387" y="0"/>
                    <a:pt x="6302" y="21"/>
                    <a:pt x="6223" y="67"/>
                  </a:cubicBezTo>
                  <a:lnTo>
                    <a:pt x="247" y="3517"/>
                  </a:lnTo>
                  <a:cubicBezTo>
                    <a:pt x="94" y="3605"/>
                    <a:pt x="0" y="3768"/>
                    <a:pt x="0" y="3944"/>
                  </a:cubicBezTo>
                  <a:lnTo>
                    <a:pt x="0" y="9024"/>
                  </a:lnTo>
                  <a:cubicBezTo>
                    <a:pt x="0" y="9312"/>
                    <a:pt x="236" y="9517"/>
                    <a:pt x="493" y="9517"/>
                  </a:cubicBezTo>
                  <a:cubicBezTo>
                    <a:pt x="575" y="9517"/>
                    <a:pt x="659" y="9496"/>
                    <a:pt x="739" y="9451"/>
                  </a:cubicBezTo>
                  <a:lnTo>
                    <a:pt x="6716" y="6000"/>
                  </a:lnTo>
                  <a:cubicBezTo>
                    <a:pt x="6869" y="5911"/>
                    <a:pt x="6963" y="5749"/>
                    <a:pt x="6963" y="5572"/>
                  </a:cubicBezTo>
                  <a:lnTo>
                    <a:pt x="6963" y="494"/>
                  </a:lnTo>
                  <a:cubicBezTo>
                    <a:pt x="6963" y="206"/>
                    <a:pt x="6726" y="0"/>
                    <a:pt x="6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38">
              <a:extLst>
                <a:ext uri="{FF2B5EF4-FFF2-40B4-BE49-F238E27FC236}">
                  <a16:creationId xmlns:a16="http://schemas.microsoft.com/office/drawing/2014/main" id="{AB530693-A5DA-80BA-5C74-C8F2211223B7}"/>
                </a:ext>
              </a:extLst>
            </p:cNvPr>
            <p:cNvSpPr/>
            <p:nvPr/>
          </p:nvSpPr>
          <p:spPr>
            <a:xfrm>
              <a:off x="7839222" y="1191653"/>
              <a:ext cx="102056" cy="109042"/>
            </a:xfrm>
            <a:custGeom>
              <a:avLst/>
              <a:gdLst/>
              <a:ahLst/>
              <a:cxnLst/>
              <a:rect l="l" t="t" r="r" b="b"/>
              <a:pathLst>
                <a:path w="818" h="874" extrusionOk="0">
                  <a:moveTo>
                    <a:pt x="51" y="0"/>
                  </a:moveTo>
                  <a:lnTo>
                    <a:pt x="1" y="618"/>
                  </a:lnTo>
                  <a:lnTo>
                    <a:pt x="431" y="873"/>
                  </a:lnTo>
                  <a:lnTo>
                    <a:pt x="817" y="469"/>
                  </a:lnTo>
                  <a:lnTo>
                    <a:pt x="51" y="0"/>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38">
              <a:extLst>
                <a:ext uri="{FF2B5EF4-FFF2-40B4-BE49-F238E27FC236}">
                  <a16:creationId xmlns:a16="http://schemas.microsoft.com/office/drawing/2014/main" id="{7E439FE6-0173-88DC-A1EA-48FBCC481F23}"/>
                </a:ext>
              </a:extLst>
            </p:cNvPr>
            <p:cNvSpPr/>
            <p:nvPr/>
          </p:nvSpPr>
          <p:spPr>
            <a:xfrm>
              <a:off x="8627592" y="97111"/>
              <a:ext cx="71115" cy="33436"/>
            </a:xfrm>
            <a:custGeom>
              <a:avLst/>
              <a:gdLst/>
              <a:ahLst/>
              <a:cxnLst/>
              <a:rect l="l" t="t" r="r" b="b"/>
              <a:pathLst>
                <a:path w="570" h="268" extrusionOk="0">
                  <a:moveTo>
                    <a:pt x="139" y="0"/>
                  </a:moveTo>
                  <a:lnTo>
                    <a:pt x="0" y="267"/>
                  </a:lnTo>
                  <a:lnTo>
                    <a:pt x="0" y="267"/>
                  </a:lnTo>
                  <a:lnTo>
                    <a:pt x="570" y="257"/>
                  </a:lnTo>
                  <a:lnTo>
                    <a:pt x="139" y="0"/>
                  </a:lnTo>
                  <a:close/>
                </a:path>
              </a:pathLst>
            </a:custGeom>
            <a:solidFill>
              <a:srgbClr val="0F0F0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38">
              <a:extLst>
                <a:ext uri="{FF2B5EF4-FFF2-40B4-BE49-F238E27FC236}">
                  <a16:creationId xmlns:a16="http://schemas.microsoft.com/office/drawing/2014/main" id="{BBF24C34-4421-1B54-2A00-1E31ACF2B30F}"/>
                </a:ext>
              </a:extLst>
            </p:cNvPr>
            <p:cNvSpPr/>
            <p:nvPr/>
          </p:nvSpPr>
          <p:spPr>
            <a:xfrm>
              <a:off x="7861181" y="121065"/>
              <a:ext cx="868721" cy="1187489"/>
            </a:xfrm>
            <a:custGeom>
              <a:avLst/>
              <a:gdLst/>
              <a:ahLst/>
              <a:cxnLst/>
              <a:rect l="l" t="t" r="r" b="b"/>
              <a:pathLst>
                <a:path w="6963" h="9518" extrusionOk="0">
                  <a:moveTo>
                    <a:pt x="6469" y="0"/>
                  </a:moveTo>
                  <a:cubicBezTo>
                    <a:pt x="6387" y="0"/>
                    <a:pt x="6303" y="21"/>
                    <a:pt x="6223" y="67"/>
                  </a:cubicBezTo>
                  <a:lnTo>
                    <a:pt x="247" y="3518"/>
                  </a:lnTo>
                  <a:cubicBezTo>
                    <a:pt x="94" y="3605"/>
                    <a:pt x="0" y="3769"/>
                    <a:pt x="0" y="3944"/>
                  </a:cubicBezTo>
                  <a:lnTo>
                    <a:pt x="0" y="9023"/>
                  </a:lnTo>
                  <a:cubicBezTo>
                    <a:pt x="0" y="9311"/>
                    <a:pt x="237" y="9517"/>
                    <a:pt x="494" y="9517"/>
                  </a:cubicBezTo>
                  <a:cubicBezTo>
                    <a:pt x="576" y="9517"/>
                    <a:pt x="660" y="9496"/>
                    <a:pt x="739" y="9451"/>
                  </a:cubicBezTo>
                  <a:lnTo>
                    <a:pt x="6716" y="5999"/>
                  </a:lnTo>
                  <a:cubicBezTo>
                    <a:pt x="6869" y="5912"/>
                    <a:pt x="6963" y="5749"/>
                    <a:pt x="6963" y="5573"/>
                  </a:cubicBezTo>
                  <a:lnTo>
                    <a:pt x="6963" y="494"/>
                  </a:lnTo>
                  <a:cubicBezTo>
                    <a:pt x="6963" y="206"/>
                    <a:pt x="6727" y="0"/>
                    <a:pt x="6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38">
              <a:extLst>
                <a:ext uri="{FF2B5EF4-FFF2-40B4-BE49-F238E27FC236}">
                  <a16:creationId xmlns:a16="http://schemas.microsoft.com/office/drawing/2014/main" id="{4ADB4AEB-080B-BAC1-FC35-40E3D52F4781}"/>
                </a:ext>
              </a:extLst>
            </p:cNvPr>
            <p:cNvSpPr/>
            <p:nvPr/>
          </p:nvSpPr>
          <p:spPr>
            <a:xfrm>
              <a:off x="7941153" y="210894"/>
              <a:ext cx="719630" cy="1012073"/>
            </a:xfrm>
            <a:custGeom>
              <a:avLst/>
              <a:gdLst/>
              <a:ahLst/>
              <a:cxnLst/>
              <a:rect l="l" t="t" r="r" b="b"/>
              <a:pathLst>
                <a:path w="5768" h="8112" extrusionOk="0">
                  <a:moveTo>
                    <a:pt x="5768" y="0"/>
                  </a:moveTo>
                  <a:lnTo>
                    <a:pt x="5224" y="315"/>
                  </a:lnTo>
                  <a:lnTo>
                    <a:pt x="644" y="2962"/>
                  </a:lnTo>
                  <a:lnTo>
                    <a:pt x="0" y="3334"/>
                  </a:lnTo>
                  <a:lnTo>
                    <a:pt x="0" y="8111"/>
                  </a:lnTo>
                  <a:lnTo>
                    <a:pt x="644" y="7739"/>
                  </a:lnTo>
                  <a:lnTo>
                    <a:pt x="5224" y="5092"/>
                  </a:lnTo>
                  <a:lnTo>
                    <a:pt x="5768" y="4777"/>
                  </a:lnTo>
                  <a:lnTo>
                    <a:pt x="576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38">
              <a:extLst>
                <a:ext uri="{FF2B5EF4-FFF2-40B4-BE49-F238E27FC236}">
                  <a16:creationId xmlns:a16="http://schemas.microsoft.com/office/drawing/2014/main" id="{864AE4B8-9096-6598-502E-FFEA6788D71F}"/>
                </a:ext>
              </a:extLst>
            </p:cNvPr>
            <p:cNvSpPr/>
            <p:nvPr/>
          </p:nvSpPr>
          <p:spPr>
            <a:xfrm>
              <a:off x="8316436" y="983300"/>
              <a:ext cx="93697" cy="68120"/>
            </a:xfrm>
            <a:custGeom>
              <a:avLst/>
              <a:gdLst/>
              <a:ahLst/>
              <a:cxnLst/>
              <a:rect l="l" t="t" r="r" b="b"/>
              <a:pathLst>
                <a:path w="751" h="546" extrusionOk="0">
                  <a:moveTo>
                    <a:pt x="686" y="1"/>
                  </a:moveTo>
                  <a:cubicBezTo>
                    <a:pt x="669" y="1"/>
                    <a:pt x="648" y="6"/>
                    <a:pt x="627" y="19"/>
                  </a:cubicBezTo>
                  <a:lnTo>
                    <a:pt x="112" y="312"/>
                  </a:lnTo>
                  <a:cubicBezTo>
                    <a:pt x="49" y="347"/>
                    <a:pt x="1" y="425"/>
                    <a:pt x="5" y="485"/>
                  </a:cubicBezTo>
                  <a:cubicBezTo>
                    <a:pt x="8" y="524"/>
                    <a:pt x="32" y="546"/>
                    <a:pt x="66" y="546"/>
                  </a:cubicBezTo>
                  <a:cubicBezTo>
                    <a:pt x="83" y="546"/>
                    <a:pt x="104" y="540"/>
                    <a:pt x="125" y="527"/>
                  </a:cubicBezTo>
                  <a:lnTo>
                    <a:pt x="641" y="235"/>
                  </a:lnTo>
                  <a:cubicBezTo>
                    <a:pt x="704" y="199"/>
                    <a:pt x="751" y="121"/>
                    <a:pt x="748" y="61"/>
                  </a:cubicBezTo>
                  <a:cubicBezTo>
                    <a:pt x="745" y="23"/>
                    <a:pt x="721" y="1"/>
                    <a:pt x="6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38">
              <a:extLst>
                <a:ext uri="{FF2B5EF4-FFF2-40B4-BE49-F238E27FC236}">
                  <a16:creationId xmlns:a16="http://schemas.microsoft.com/office/drawing/2014/main" id="{135D57D8-2C15-DBDE-2DC2-1F87ECE451BF}"/>
                </a:ext>
              </a:extLst>
            </p:cNvPr>
            <p:cNvSpPr/>
            <p:nvPr/>
          </p:nvSpPr>
          <p:spPr>
            <a:xfrm>
              <a:off x="8012392" y="413758"/>
              <a:ext cx="584512" cy="601979"/>
            </a:xfrm>
            <a:custGeom>
              <a:avLst/>
              <a:gdLst/>
              <a:ahLst/>
              <a:cxnLst/>
              <a:rect l="l" t="t" r="r" b="b"/>
              <a:pathLst>
                <a:path w="4685" h="4825" extrusionOk="0">
                  <a:moveTo>
                    <a:pt x="3778" y="0"/>
                  </a:moveTo>
                  <a:lnTo>
                    <a:pt x="3185" y="780"/>
                  </a:lnTo>
                  <a:lnTo>
                    <a:pt x="2731" y="446"/>
                  </a:lnTo>
                  <a:lnTo>
                    <a:pt x="2342" y="1284"/>
                  </a:lnTo>
                  <a:lnTo>
                    <a:pt x="1624" y="1131"/>
                  </a:lnTo>
                  <a:lnTo>
                    <a:pt x="1307" y="1845"/>
                  </a:lnTo>
                  <a:lnTo>
                    <a:pt x="682" y="1738"/>
                  </a:lnTo>
                  <a:lnTo>
                    <a:pt x="852" y="2579"/>
                  </a:lnTo>
                  <a:lnTo>
                    <a:pt x="0" y="3364"/>
                  </a:lnTo>
                  <a:lnTo>
                    <a:pt x="676" y="3645"/>
                  </a:lnTo>
                  <a:lnTo>
                    <a:pt x="286" y="4730"/>
                  </a:lnTo>
                  <a:lnTo>
                    <a:pt x="1036" y="4210"/>
                  </a:lnTo>
                  <a:lnTo>
                    <a:pt x="1506" y="4824"/>
                  </a:lnTo>
                  <a:lnTo>
                    <a:pt x="1922" y="3897"/>
                  </a:lnTo>
                  <a:lnTo>
                    <a:pt x="2447" y="4212"/>
                  </a:lnTo>
                  <a:lnTo>
                    <a:pt x="2839" y="3364"/>
                  </a:lnTo>
                  <a:lnTo>
                    <a:pt x="3638" y="3505"/>
                  </a:lnTo>
                  <a:lnTo>
                    <a:pt x="3700" y="2687"/>
                  </a:lnTo>
                  <a:lnTo>
                    <a:pt x="4544" y="2403"/>
                  </a:lnTo>
                  <a:lnTo>
                    <a:pt x="4139" y="1650"/>
                  </a:lnTo>
                  <a:lnTo>
                    <a:pt x="4684" y="554"/>
                  </a:lnTo>
                  <a:lnTo>
                    <a:pt x="4684" y="554"/>
                  </a:lnTo>
                  <a:lnTo>
                    <a:pt x="3847" y="816"/>
                  </a:lnTo>
                  <a:lnTo>
                    <a:pt x="37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38">
              <a:extLst>
                <a:ext uri="{FF2B5EF4-FFF2-40B4-BE49-F238E27FC236}">
                  <a16:creationId xmlns:a16="http://schemas.microsoft.com/office/drawing/2014/main" id="{10D642A6-854F-5094-5E4A-841DECC9E088}"/>
                </a:ext>
              </a:extLst>
            </p:cNvPr>
            <p:cNvSpPr/>
            <p:nvPr/>
          </p:nvSpPr>
          <p:spPr>
            <a:xfrm>
              <a:off x="8187807" y="655424"/>
              <a:ext cx="56892" cy="114407"/>
            </a:xfrm>
            <a:custGeom>
              <a:avLst/>
              <a:gdLst/>
              <a:ahLst/>
              <a:cxnLst/>
              <a:rect l="l" t="t" r="r" b="b"/>
              <a:pathLst>
                <a:path w="456" h="917" extrusionOk="0">
                  <a:moveTo>
                    <a:pt x="239" y="167"/>
                  </a:moveTo>
                  <a:cubicBezTo>
                    <a:pt x="290" y="167"/>
                    <a:pt x="321" y="216"/>
                    <a:pt x="321" y="343"/>
                  </a:cubicBezTo>
                  <a:cubicBezTo>
                    <a:pt x="321" y="527"/>
                    <a:pt x="255" y="630"/>
                    <a:pt x="157" y="686"/>
                  </a:cubicBezTo>
                  <a:lnTo>
                    <a:pt x="132" y="701"/>
                  </a:lnTo>
                  <a:lnTo>
                    <a:pt x="132" y="210"/>
                  </a:lnTo>
                  <a:lnTo>
                    <a:pt x="157" y="195"/>
                  </a:lnTo>
                  <a:cubicBezTo>
                    <a:pt x="188" y="177"/>
                    <a:pt x="216" y="167"/>
                    <a:pt x="239" y="167"/>
                  </a:cubicBezTo>
                  <a:close/>
                  <a:moveTo>
                    <a:pt x="310" y="1"/>
                  </a:moveTo>
                  <a:cubicBezTo>
                    <a:pt x="269" y="1"/>
                    <a:pt x="219" y="18"/>
                    <a:pt x="164" y="50"/>
                  </a:cubicBezTo>
                  <a:lnTo>
                    <a:pt x="0" y="144"/>
                  </a:lnTo>
                  <a:lnTo>
                    <a:pt x="0" y="917"/>
                  </a:lnTo>
                  <a:lnTo>
                    <a:pt x="172" y="818"/>
                  </a:lnTo>
                  <a:cubicBezTo>
                    <a:pt x="342" y="720"/>
                    <a:pt x="455" y="530"/>
                    <a:pt x="455" y="265"/>
                  </a:cubicBezTo>
                  <a:cubicBezTo>
                    <a:pt x="455" y="82"/>
                    <a:pt x="402" y="1"/>
                    <a:pt x="3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38">
              <a:extLst>
                <a:ext uri="{FF2B5EF4-FFF2-40B4-BE49-F238E27FC236}">
                  <a16:creationId xmlns:a16="http://schemas.microsoft.com/office/drawing/2014/main" id="{4D773444-3BCA-042F-671A-A15852789D71}"/>
                </a:ext>
              </a:extLst>
            </p:cNvPr>
            <p:cNvSpPr/>
            <p:nvPr/>
          </p:nvSpPr>
          <p:spPr>
            <a:xfrm>
              <a:off x="8258047" y="615001"/>
              <a:ext cx="56892" cy="114407"/>
            </a:xfrm>
            <a:custGeom>
              <a:avLst/>
              <a:gdLst/>
              <a:ahLst/>
              <a:cxnLst/>
              <a:rect l="l" t="t" r="r" b="b"/>
              <a:pathLst>
                <a:path w="456" h="917" extrusionOk="0">
                  <a:moveTo>
                    <a:pt x="239" y="167"/>
                  </a:moveTo>
                  <a:cubicBezTo>
                    <a:pt x="290" y="167"/>
                    <a:pt x="321" y="215"/>
                    <a:pt x="321" y="341"/>
                  </a:cubicBezTo>
                  <a:cubicBezTo>
                    <a:pt x="321" y="526"/>
                    <a:pt x="255" y="628"/>
                    <a:pt x="157" y="685"/>
                  </a:cubicBezTo>
                  <a:lnTo>
                    <a:pt x="132" y="699"/>
                  </a:lnTo>
                  <a:lnTo>
                    <a:pt x="132" y="208"/>
                  </a:lnTo>
                  <a:lnTo>
                    <a:pt x="157" y="195"/>
                  </a:lnTo>
                  <a:cubicBezTo>
                    <a:pt x="188" y="177"/>
                    <a:pt x="215" y="167"/>
                    <a:pt x="239" y="167"/>
                  </a:cubicBezTo>
                  <a:close/>
                  <a:moveTo>
                    <a:pt x="311" y="0"/>
                  </a:moveTo>
                  <a:cubicBezTo>
                    <a:pt x="269" y="0"/>
                    <a:pt x="220" y="17"/>
                    <a:pt x="164" y="50"/>
                  </a:cubicBezTo>
                  <a:lnTo>
                    <a:pt x="1" y="144"/>
                  </a:lnTo>
                  <a:lnTo>
                    <a:pt x="1" y="917"/>
                  </a:lnTo>
                  <a:lnTo>
                    <a:pt x="172" y="817"/>
                  </a:lnTo>
                  <a:cubicBezTo>
                    <a:pt x="342" y="720"/>
                    <a:pt x="455" y="529"/>
                    <a:pt x="455" y="263"/>
                  </a:cubicBezTo>
                  <a:cubicBezTo>
                    <a:pt x="455" y="81"/>
                    <a:pt x="402" y="0"/>
                    <a:pt x="3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38">
              <a:extLst>
                <a:ext uri="{FF2B5EF4-FFF2-40B4-BE49-F238E27FC236}">
                  <a16:creationId xmlns:a16="http://schemas.microsoft.com/office/drawing/2014/main" id="{7781B364-5136-DB6F-405B-99FF951A0371}"/>
                </a:ext>
              </a:extLst>
            </p:cNvPr>
            <p:cNvSpPr/>
            <p:nvPr/>
          </p:nvSpPr>
          <p:spPr>
            <a:xfrm>
              <a:off x="8324795" y="569213"/>
              <a:ext cx="65875" cy="108668"/>
            </a:xfrm>
            <a:custGeom>
              <a:avLst/>
              <a:gdLst/>
              <a:ahLst/>
              <a:cxnLst/>
              <a:rect l="l" t="t" r="r" b="b"/>
              <a:pathLst>
                <a:path w="528" h="871" extrusionOk="0">
                  <a:moveTo>
                    <a:pt x="310" y="171"/>
                  </a:moveTo>
                  <a:cubicBezTo>
                    <a:pt x="361" y="171"/>
                    <a:pt x="392" y="236"/>
                    <a:pt x="392" y="358"/>
                  </a:cubicBezTo>
                  <a:cubicBezTo>
                    <a:pt x="392" y="513"/>
                    <a:pt x="343" y="641"/>
                    <a:pt x="264" y="686"/>
                  </a:cubicBezTo>
                  <a:cubicBezTo>
                    <a:pt x="248" y="695"/>
                    <a:pt x="233" y="699"/>
                    <a:pt x="220" y="699"/>
                  </a:cubicBezTo>
                  <a:cubicBezTo>
                    <a:pt x="167" y="699"/>
                    <a:pt x="134" y="630"/>
                    <a:pt x="134" y="507"/>
                  </a:cubicBezTo>
                  <a:cubicBezTo>
                    <a:pt x="134" y="352"/>
                    <a:pt x="185" y="231"/>
                    <a:pt x="264" y="186"/>
                  </a:cubicBezTo>
                  <a:cubicBezTo>
                    <a:pt x="281" y="176"/>
                    <a:pt x="296" y="171"/>
                    <a:pt x="310" y="171"/>
                  </a:cubicBezTo>
                  <a:close/>
                  <a:moveTo>
                    <a:pt x="375" y="0"/>
                  </a:moveTo>
                  <a:cubicBezTo>
                    <a:pt x="342" y="0"/>
                    <a:pt x="305" y="12"/>
                    <a:pt x="264" y="36"/>
                  </a:cubicBezTo>
                  <a:cubicBezTo>
                    <a:pt x="108" y="125"/>
                    <a:pt x="0" y="332"/>
                    <a:pt x="0" y="584"/>
                  </a:cubicBezTo>
                  <a:cubicBezTo>
                    <a:pt x="0" y="773"/>
                    <a:pt x="61" y="871"/>
                    <a:pt x="156" y="871"/>
                  </a:cubicBezTo>
                  <a:cubicBezTo>
                    <a:pt x="188" y="871"/>
                    <a:pt x="225" y="859"/>
                    <a:pt x="264" y="837"/>
                  </a:cubicBezTo>
                  <a:cubicBezTo>
                    <a:pt x="420" y="746"/>
                    <a:pt x="527" y="532"/>
                    <a:pt x="527" y="280"/>
                  </a:cubicBezTo>
                  <a:cubicBezTo>
                    <a:pt x="527" y="95"/>
                    <a:pt x="469" y="0"/>
                    <a:pt x="37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38">
              <a:extLst>
                <a:ext uri="{FF2B5EF4-FFF2-40B4-BE49-F238E27FC236}">
                  <a16:creationId xmlns:a16="http://schemas.microsoft.com/office/drawing/2014/main" id="{E7B23F82-7BF0-183F-004D-A1FD6D9F446C}"/>
                </a:ext>
              </a:extLst>
            </p:cNvPr>
            <p:cNvSpPr/>
            <p:nvPr/>
          </p:nvSpPr>
          <p:spPr>
            <a:xfrm>
              <a:off x="8399278" y="529039"/>
              <a:ext cx="54147" cy="109791"/>
            </a:xfrm>
            <a:custGeom>
              <a:avLst/>
              <a:gdLst/>
              <a:ahLst/>
              <a:cxnLst/>
              <a:rect l="l" t="t" r="r" b="b"/>
              <a:pathLst>
                <a:path w="434" h="880" extrusionOk="0">
                  <a:moveTo>
                    <a:pt x="336" y="1"/>
                  </a:moveTo>
                  <a:cubicBezTo>
                    <a:pt x="302" y="1"/>
                    <a:pt x="266" y="12"/>
                    <a:pt x="230" y="32"/>
                  </a:cubicBezTo>
                  <a:cubicBezTo>
                    <a:pt x="109" y="101"/>
                    <a:pt x="24" y="253"/>
                    <a:pt x="24" y="382"/>
                  </a:cubicBezTo>
                  <a:cubicBezTo>
                    <a:pt x="24" y="489"/>
                    <a:pt x="75" y="525"/>
                    <a:pt x="133" y="525"/>
                  </a:cubicBezTo>
                  <a:cubicBezTo>
                    <a:pt x="136" y="525"/>
                    <a:pt x="138" y="525"/>
                    <a:pt x="141" y="525"/>
                  </a:cubicBezTo>
                  <a:lnTo>
                    <a:pt x="215" y="525"/>
                  </a:lnTo>
                  <a:cubicBezTo>
                    <a:pt x="225" y="524"/>
                    <a:pt x="234" y="524"/>
                    <a:pt x="242" y="524"/>
                  </a:cubicBezTo>
                  <a:cubicBezTo>
                    <a:pt x="277" y="524"/>
                    <a:pt x="299" y="529"/>
                    <a:pt x="299" y="568"/>
                  </a:cubicBezTo>
                  <a:cubicBezTo>
                    <a:pt x="299" y="615"/>
                    <a:pt x="273" y="659"/>
                    <a:pt x="219" y="690"/>
                  </a:cubicBezTo>
                  <a:cubicBezTo>
                    <a:pt x="195" y="703"/>
                    <a:pt x="170" y="710"/>
                    <a:pt x="145" y="710"/>
                  </a:cubicBezTo>
                  <a:cubicBezTo>
                    <a:pt x="121" y="710"/>
                    <a:pt x="97" y="703"/>
                    <a:pt x="76" y="691"/>
                  </a:cubicBezTo>
                  <a:lnTo>
                    <a:pt x="0" y="854"/>
                  </a:lnTo>
                  <a:cubicBezTo>
                    <a:pt x="26" y="872"/>
                    <a:pt x="56" y="880"/>
                    <a:pt x="88" y="880"/>
                  </a:cubicBezTo>
                  <a:cubicBezTo>
                    <a:pt x="129" y="880"/>
                    <a:pt x="173" y="866"/>
                    <a:pt x="215" y="842"/>
                  </a:cubicBezTo>
                  <a:cubicBezTo>
                    <a:pt x="354" y="762"/>
                    <a:pt x="434" y="605"/>
                    <a:pt x="434" y="476"/>
                  </a:cubicBezTo>
                  <a:cubicBezTo>
                    <a:pt x="434" y="371"/>
                    <a:pt x="391" y="333"/>
                    <a:pt x="325" y="333"/>
                  </a:cubicBezTo>
                  <a:cubicBezTo>
                    <a:pt x="323" y="333"/>
                    <a:pt x="321" y="333"/>
                    <a:pt x="319" y="333"/>
                  </a:cubicBezTo>
                  <a:lnTo>
                    <a:pt x="245" y="335"/>
                  </a:lnTo>
                  <a:cubicBezTo>
                    <a:pt x="231" y="336"/>
                    <a:pt x="219" y="337"/>
                    <a:pt x="207" y="337"/>
                  </a:cubicBezTo>
                  <a:cubicBezTo>
                    <a:pt x="176" y="337"/>
                    <a:pt x="156" y="330"/>
                    <a:pt x="156" y="295"/>
                  </a:cubicBezTo>
                  <a:cubicBezTo>
                    <a:pt x="156" y="251"/>
                    <a:pt x="185" y="208"/>
                    <a:pt x="230" y="183"/>
                  </a:cubicBezTo>
                  <a:cubicBezTo>
                    <a:pt x="255" y="169"/>
                    <a:pt x="277" y="162"/>
                    <a:pt x="298" y="162"/>
                  </a:cubicBezTo>
                  <a:cubicBezTo>
                    <a:pt x="316" y="162"/>
                    <a:pt x="333" y="167"/>
                    <a:pt x="350" y="174"/>
                  </a:cubicBezTo>
                  <a:lnTo>
                    <a:pt x="417" y="27"/>
                  </a:lnTo>
                  <a:cubicBezTo>
                    <a:pt x="393" y="9"/>
                    <a:pt x="366" y="1"/>
                    <a:pt x="3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38">
              <a:extLst>
                <a:ext uri="{FF2B5EF4-FFF2-40B4-BE49-F238E27FC236}">
                  <a16:creationId xmlns:a16="http://schemas.microsoft.com/office/drawing/2014/main" id="{4D84CAC8-FB57-B7F4-BD67-78218C3D59C5}"/>
                </a:ext>
              </a:extLst>
            </p:cNvPr>
            <p:cNvSpPr/>
            <p:nvPr/>
          </p:nvSpPr>
          <p:spPr>
            <a:xfrm>
              <a:off x="8131414" y="804640"/>
              <a:ext cx="65251" cy="120895"/>
            </a:xfrm>
            <a:custGeom>
              <a:avLst/>
              <a:gdLst/>
              <a:ahLst/>
              <a:cxnLst/>
              <a:rect l="l" t="t" r="r" b="b"/>
              <a:pathLst>
                <a:path w="523" h="969" extrusionOk="0">
                  <a:moveTo>
                    <a:pt x="260" y="179"/>
                  </a:moveTo>
                  <a:cubicBezTo>
                    <a:pt x="276" y="250"/>
                    <a:pt x="291" y="333"/>
                    <a:pt x="307" y="401"/>
                  </a:cubicBezTo>
                  <a:lnTo>
                    <a:pt x="321" y="464"/>
                  </a:lnTo>
                  <a:lnTo>
                    <a:pt x="197" y="535"/>
                  </a:lnTo>
                  <a:lnTo>
                    <a:pt x="212" y="456"/>
                  </a:lnTo>
                  <a:cubicBezTo>
                    <a:pt x="227" y="371"/>
                    <a:pt x="243" y="270"/>
                    <a:pt x="257" y="181"/>
                  </a:cubicBezTo>
                  <a:lnTo>
                    <a:pt x="260" y="179"/>
                  </a:lnTo>
                  <a:close/>
                  <a:moveTo>
                    <a:pt x="340" y="0"/>
                  </a:moveTo>
                  <a:lnTo>
                    <a:pt x="183" y="90"/>
                  </a:lnTo>
                  <a:lnTo>
                    <a:pt x="1" y="969"/>
                  </a:lnTo>
                  <a:lnTo>
                    <a:pt x="135" y="891"/>
                  </a:lnTo>
                  <a:lnTo>
                    <a:pt x="170" y="687"/>
                  </a:lnTo>
                  <a:lnTo>
                    <a:pt x="348" y="585"/>
                  </a:lnTo>
                  <a:lnTo>
                    <a:pt x="384" y="748"/>
                  </a:lnTo>
                  <a:lnTo>
                    <a:pt x="522" y="668"/>
                  </a:lnTo>
                  <a:lnTo>
                    <a:pt x="3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38">
              <a:extLst>
                <a:ext uri="{FF2B5EF4-FFF2-40B4-BE49-F238E27FC236}">
                  <a16:creationId xmlns:a16="http://schemas.microsoft.com/office/drawing/2014/main" id="{7C815F4C-E92E-503A-A5DD-5C93B8E15B61}"/>
                </a:ext>
              </a:extLst>
            </p:cNvPr>
            <p:cNvSpPr/>
            <p:nvPr/>
          </p:nvSpPr>
          <p:spPr>
            <a:xfrm>
              <a:off x="8193670" y="760599"/>
              <a:ext cx="56393" cy="117402"/>
            </a:xfrm>
            <a:custGeom>
              <a:avLst/>
              <a:gdLst/>
              <a:ahLst/>
              <a:cxnLst/>
              <a:rect l="l" t="t" r="r" b="b"/>
              <a:pathLst>
                <a:path w="452" h="941" extrusionOk="0">
                  <a:moveTo>
                    <a:pt x="451" y="1"/>
                  </a:moveTo>
                  <a:lnTo>
                    <a:pt x="1" y="261"/>
                  </a:lnTo>
                  <a:lnTo>
                    <a:pt x="1" y="407"/>
                  </a:lnTo>
                  <a:lnTo>
                    <a:pt x="162" y="315"/>
                  </a:lnTo>
                  <a:lnTo>
                    <a:pt x="162" y="941"/>
                  </a:lnTo>
                  <a:lnTo>
                    <a:pt x="292" y="865"/>
                  </a:lnTo>
                  <a:lnTo>
                    <a:pt x="292" y="239"/>
                  </a:lnTo>
                  <a:lnTo>
                    <a:pt x="451" y="148"/>
                  </a:lnTo>
                  <a:lnTo>
                    <a:pt x="4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38">
              <a:extLst>
                <a:ext uri="{FF2B5EF4-FFF2-40B4-BE49-F238E27FC236}">
                  <a16:creationId xmlns:a16="http://schemas.microsoft.com/office/drawing/2014/main" id="{3382037A-167D-9580-0E23-BA922B59E9F0}"/>
                </a:ext>
              </a:extLst>
            </p:cNvPr>
            <p:cNvSpPr/>
            <p:nvPr/>
          </p:nvSpPr>
          <p:spPr>
            <a:xfrm>
              <a:off x="8255178" y="725166"/>
              <a:ext cx="56268" cy="117402"/>
            </a:xfrm>
            <a:custGeom>
              <a:avLst/>
              <a:gdLst/>
              <a:ahLst/>
              <a:cxnLst/>
              <a:rect l="l" t="t" r="r" b="b"/>
              <a:pathLst>
                <a:path w="451" h="941" extrusionOk="0">
                  <a:moveTo>
                    <a:pt x="450" y="1"/>
                  </a:moveTo>
                  <a:lnTo>
                    <a:pt x="1" y="260"/>
                  </a:lnTo>
                  <a:lnTo>
                    <a:pt x="1" y="407"/>
                  </a:lnTo>
                  <a:lnTo>
                    <a:pt x="161" y="315"/>
                  </a:lnTo>
                  <a:lnTo>
                    <a:pt x="161" y="940"/>
                  </a:lnTo>
                  <a:lnTo>
                    <a:pt x="292" y="865"/>
                  </a:lnTo>
                  <a:lnTo>
                    <a:pt x="292" y="240"/>
                  </a:lnTo>
                  <a:lnTo>
                    <a:pt x="450" y="147"/>
                  </a:lnTo>
                  <a:lnTo>
                    <a:pt x="4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38">
              <a:extLst>
                <a:ext uri="{FF2B5EF4-FFF2-40B4-BE49-F238E27FC236}">
                  <a16:creationId xmlns:a16="http://schemas.microsoft.com/office/drawing/2014/main" id="{54CD0568-F2A4-DE84-0425-2F94DD224F3C}"/>
                </a:ext>
              </a:extLst>
            </p:cNvPr>
            <p:cNvSpPr/>
            <p:nvPr/>
          </p:nvSpPr>
          <p:spPr>
            <a:xfrm>
              <a:off x="8308950" y="702210"/>
              <a:ext cx="65001" cy="120895"/>
            </a:xfrm>
            <a:custGeom>
              <a:avLst/>
              <a:gdLst/>
              <a:ahLst/>
              <a:cxnLst/>
              <a:rect l="l" t="t" r="r" b="b"/>
              <a:pathLst>
                <a:path w="521" h="969" extrusionOk="0">
                  <a:moveTo>
                    <a:pt x="258" y="179"/>
                  </a:moveTo>
                  <a:cubicBezTo>
                    <a:pt x="275" y="251"/>
                    <a:pt x="290" y="334"/>
                    <a:pt x="305" y="401"/>
                  </a:cubicBezTo>
                  <a:lnTo>
                    <a:pt x="320" y="464"/>
                  </a:lnTo>
                  <a:lnTo>
                    <a:pt x="195" y="536"/>
                  </a:lnTo>
                  <a:lnTo>
                    <a:pt x="210" y="456"/>
                  </a:lnTo>
                  <a:cubicBezTo>
                    <a:pt x="225" y="371"/>
                    <a:pt x="241" y="272"/>
                    <a:pt x="255" y="182"/>
                  </a:cubicBezTo>
                  <a:lnTo>
                    <a:pt x="258" y="179"/>
                  </a:lnTo>
                  <a:close/>
                  <a:moveTo>
                    <a:pt x="338" y="0"/>
                  </a:moveTo>
                  <a:lnTo>
                    <a:pt x="181" y="90"/>
                  </a:lnTo>
                  <a:lnTo>
                    <a:pt x="0" y="969"/>
                  </a:lnTo>
                  <a:lnTo>
                    <a:pt x="133" y="892"/>
                  </a:lnTo>
                  <a:lnTo>
                    <a:pt x="169" y="687"/>
                  </a:lnTo>
                  <a:lnTo>
                    <a:pt x="347" y="585"/>
                  </a:lnTo>
                  <a:lnTo>
                    <a:pt x="382" y="748"/>
                  </a:lnTo>
                  <a:lnTo>
                    <a:pt x="520" y="668"/>
                  </a:lnTo>
                  <a:lnTo>
                    <a:pt x="3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38">
              <a:extLst>
                <a:ext uri="{FF2B5EF4-FFF2-40B4-BE49-F238E27FC236}">
                  <a16:creationId xmlns:a16="http://schemas.microsoft.com/office/drawing/2014/main" id="{9A89412C-A26B-816D-C431-27E971D05831}"/>
                </a:ext>
              </a:extLst>
            </p:cNvPr>
            <p:cNvSpPr/>
            <p:nvPr/>
          </p:nvSpPr>
          <p:spPr>
            <a:xfrm>
              <a:off x="8376821" y="662410"/>
              <a:ext cx="57141" cy="108169"/>
            </a:xfrm>
            <a:custGeom>
              <a:avLst/>
              <a:gdLst/>
              <a:ahLst/>
              <a:cxnLst/>
              <a:rect l="l" t="t" r="r" b="b"/>
              <a:pathLst>
                <a:path w="458" h="867" extrusionOk="0">
                  <a:moveTo>
                    <a:pt x="367" y="1"/>
                  </a:moveTo>
                  <a:cubicBezTo>
                    <a:pt x="340" y="1"/>
                    <a:pt x="310" y="9"/>
                    <a:pt x="277" y="28"/>
                  </a:cubicBezTo>
                  <a:cubicBezTo>
                    <a:pt x="127" y="113"/>
                    <a:pt x="0" y="336"/>
                    <a:pt x="0" y="592"/>
                  </a:cubicBezTo>
                  <a:cubicBezTo>
                    <a:pt x="0" y="780"/>
                    <a:pt x="65" y="866"/>
                    <a:pt x="158" y="866"/>
                  </a:cubicBezTo>
                  <a:cubicBezTo>
                    <a:pt x="193" y="866"/>
                    <a:pt x="232" y="854"/>
                    <a:pt x="274" y="830"/>
                  </a:cubicBezTo>
                  <a:cubicBezTo>
                    <a:pt x="345" y="789"/>
                    <a:pt x="409" y="712"/>
                    <a:pt x="457" y="610"/>
                  </a:cubicBezTo>
                  <a:lnTo>
                    <a:pt x="385" y="546"/>
                  </a:lnTo>
                  <a:cubicBezTo>
                    <a:pt x="357" y="604"/>
                    <a:pt x="323" y="650"/>
                    <a:pt x="275" y="678"/>
                  </a:cubicBezTo>
                  <a:cubicBezTo>
                    <a:pt x="256" y="689"/>
                    <a:pt x="238" y="695"/>
                    <a:pt x="222" y="695"/>
                  </a:cubicBezTo>
                  <a:cubicBezTo>
                    <a:pt x="168" y="695"/>
                    <a:pt x="134" y="631"/>
                    <a:pt x="134" y="508"/>
                  </a:cubicBezTo>
                  <a:cubicBezTo>
                    <a:pt x="134" y="353"/>
                    <a:pt x="197" y="224"/>
                    <a:pt x="278" y="176"/>
                  </a:cubicBezTo>
                  <a:cubicBezTo>
                    <a:pt x="296" y="166"/>
                    <a:pt x="312" y="161"/>
                    <a:pt x="326" y="161"/>
                  </a:cubicBezTo>
                  <a:cubicBezTo>
                    <a:pt x="344" y="161"/>
                    <a:pt x="360" y="168"/>
                    <a:pt x="376" y="178"/>
                  </a:cubicBezTo>
                  <a:lnTo>
                    <a:pt x="448" y="29"/>
                  </a:lnTo>
                  <a:cubicBezTo>
                    <a:pt x="427" y="12"/>
                    <a:pt x="399" y="1"/>
                    <a:pt x="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38">
              <a:extLst>
                <a:ext uri="{FF2B5EF4-FFF2-40B4-BE49-F238E27FC236}">
                  <a16:creationId xmlns:a16="http://schemas.microsoft.com/office/drawing/2014/main" id="{BC28D35D-293F-E52A-594A-AB8405146C1A}"/>
                </a:ext>
              </a:extLst>
            </p:cNvPr>
            <p:cNvSpPr/>
            <p:nvPr/>
          </p:nvSpPr>
          <p:spPr>
            <a:xfrm>
              <a:off x="8444441" y="615874"/>
              <a:ext cx="60385" cy="129004"/>
            </a:xfrm>
            <a:custGeom>
              <a:avLst/>
              <a:gdLst/>
              <a:ahLst/>
              <a:cxnLst/>
              <a:rect l="l" t="t" r="r" b="b"/>
              <a:pathLst>
                <a:path w="484" h="1034" extrusionOk="0">
                  <a:moveTo>
                    <a:pt x="451" y="1"/>
                  </a:moveTo>
                  <a:lnTo>
                    <a:pt x="308" y="83"/>
                  </a:lnTo>
                  <a:lnTo>
                    <a:pt x="135" y="500"/>
                  </a:lnTo>
                  <a:lnTo>
                    <a:pt x="133" y="501"/>
                  </a:lnTo>
                  <a:lnTo>
                    <a:pt x="133" y="184"/>
                  </a:lnTo>
                  <a:lnTo>
                    <a:pt x="1" y="261"/>
                  </a:lnTo>
                  <a:lnTo>
                    <a:pt x="1" y="1033"/>
                  </a:lnTo>
                  <a:lnTo>
                    <a:pt x="133" y="957"/>
                  </a:lnTo>
                  <a:lnTo>
                    <a:pt x="133" y="750"/>
                  </a:lnTo>
                  <a:lnTo>
                    <a:pt x="200" y="592"/>
                  </a:lnTo>
                  <a:lnTo>
                    <a:pt x="340" y="836"/>
                  </a:lnTo>
                  <a:lnTo>
                    <a:pt x="484" y="754"/>
                  </a:lnTo>
                  <a:lnTo>
                    <a:pt x="277" y="410"/>
                  </a:lnTo>
                  <a:lnTo>
                    <a:pt x="4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38">
              <a:extLst>
                <a:ext uri="{FF2B5EF4-FFF2-40B4-BE49-F238E27FC236}">
                  <a16:creationId xmlns:a16="http://schemas.microsoft.com/office/drawing/2014/main" id="{4D902E77-5369-1029-030B-44848F896536}"/>
                </a:ext>
              </a:extLst>
            </p:cNvPr>
            <p:cNvSpPr/>
            <p:nvPr/>
          </p:nvSpPr>
          <p:spPr>
            <a:xfrm>
              <a:off x="7458824" y="1021352"/>
              <a:ext cx="353826" cy="286080"/>
            </a:xfrm>
            <a:custGeom>
              <a:avLst/>
              <a:gdLst/>
              <a:ahLst/>
              <a:cxnLst/>
              <a:rect l="l" t="t" r="r" b="b"/>
              <a:pathLst>
                <a:path w="2836" h="2293" extrusionOk="0">
                  <a:moveTo>
                    <a:pt x="1835" y="1"/>
                  </a:moveTo>
                  <a:lnTo>
                    <a:pt x="1835" y="300"/>
                  </a:lnTo>
                  <a:lnTo>
                    <a:pt x="0" y="1359"/>
                  </a:lnTo>
                  <a:lnTo>
                    <a:pt x="0" y="2292"/>
                  </a:lnTo>
                  <a:lnTo>
                    <a:pt x="1835" y="1234"/>
                  </a:lnTo>
                  <a:lnTo>
                    <a:pt x="1835" y="1532"/>
                  </a:lnTo>
                  <a:lnTo>
                    <a:pt x="2836" y="189"/>
                  </a:lnTo>
                  <a:lnTo>
                    <a:pt x="1835" y="1"/>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38">
              <a:extLst>
                <a:ext uri="{FF2B5EF4-FFF2-40B4-BE49-F238E27FC236}">
                  <a16:creationId xmlns:a16="http://schemas.microsoft.com/office/drawing/2014/main" id="{024B6330-B9AE-CEAA-83D0-6AA6283174E7}"/>
                </a:ext>
              </a:extLst>
            </p:cNvPr>
            <p:cNvSpPr/>
            <p:nvPr/>
          </p:nvSpPr>
          <p:spPr>
            <a:xfrm>
              <a:off x="7687637" y="1175434"/>
              <a:ext cx="25951" cy="52775"/>
            </a:xfrm>
            <a:custGeom>
              <a:avLst/>
              <a:gdLst/>
              <a:ahLst/>
              <a:cxnLst/>
              <a:rect l="l" t="t" r="r" b="b"/>
              <a:pathLst>
                <a:path w="208" h="423" extrusionOk="0">
                  <a:moveTo>
                    <a:pt x="1" y="1"/>
                  </a:moveTo>
                  <a:lnTo>
                    <a:pt x="1" y="299"/>
                  </a:lnTo>
                  <a:lnTo>
                    <a:pt x="208" y="422"/>
                  </a:lnTo>
                  <a:lnTo>
                    <a:pt x="208" y="123"/>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8">
              <a:extLst>
                <a:ext uri="{FF2B5EF4-FFF2-40B4-BE49-F238E27FC236}">
                  <a16:creationId xmlns:a16="http://schemas.microsoft.com/office/drawing/2014/main" id="{CDD9DDBE-D7FA-1C16-0854-98BBA7564B2A}"/>
                </a:ext>
              </a:extLst>
            </p:cNvPr>
            <p:cNvSpPr/>
            <p:nvPr/>
          </p:nvSpPr>
          <p:spPr>
            <a:xfrm>
              <a:off x="7484650" y="1036574"/>
              <a:ext cx="353702" cy="286080"/>
            </a:xfrm>
            <a:custGeom>
              <a:avLst/>
              <a:gdLst/>
              <a:ahLst/>
              <a:cxnLst/>
              <a:rect l="l" t="t" r="r" b="b"/>
              <a:pathLst>
                <a:path w="2835" h="2293" extrusionOk="0">
                  <a:moveTo>
                    <a:pt x="1835" y="0"/>
                  </a:moveTo>
                  <a:lnTo>
                    <a:pt x="1835" y="300"/>
                  </a:lnTo>
                  <a:lnTo>
                    <a:pt x="1" y="1358"/>
                  </a:lnTo>
                  <a:lnTo>
                    <a:pt x="1" y="2293"/>
                  </a:lnTo>
                  <a:lnTo>
                    <a:pt x="1835" y="1233"/>
                  </a:lnTo>
                  <a:lnTo>
                    <a:pt x="1835" y="1532"/>
                  </a:lnTo>
                  <a:lnTo>
                    <a:pt x="2835" y="188"/>
                  </a:lnTo>
                  <a:lnTo>
                    <a:pt x="183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8">
              <a:extLst>
                <a:ext uri="{FF2B5EF4-FFF2-40B4-BE49-F238E27FC236}">
                  <a16:creationId xmlns:a16="http://schemas.microsoft.com/office/drawing/2014/main" id="{C9963289-7F01-E0EF-1533-1A9ECF8CE46D}"/>
                </a:ext>
              </a:extLst>
            </p:cNvPr>
            <p:cNvSpPr/>
            <p:nvPr/>
          </p:nvSpPr>
          <p:spPr>
            <a:xfrm>
              <a:off x="7458824" y="1190780"/>
              <a:ext cx="25951" cy="131874"/>
            </a:xfrm>
            <a:custGeom>
              <a:avLst/>
              <a:gdLst/>
              <a:ahLst/>
              <a:cxnLst/>
              <a:rect l="l" t="t" r="r" b="b"/>
              <a:pathLst>
                <a:path w="208" h="1057" extrusionOk="0">
                  <a:moveTo>
                    <a:pt x="0" y="1"/>
                  </a:moveTo>
                  <a:lnTo>
                    <a:pt x="0" y="934"/>
                  </a:lnTo>
                  <a:lnTo>
                    <a:pt x="208" y="1057"/>
                  </a:lnTo>
                  <a:lnTo>
                    <a:pt x="208" y="12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8">
              <a:extLst>
                <a:ext uri="{FF2B5EF4-FFF2-40B4-BE49-F238E27FC236}">
                  <a16:creationId xmlns:a16="http://schemas.microsoft.com/office/drawing/2014/main" id="{38A0DCE9-06C1-F10B-E76C-FB6E09330F33}"/>
                </a:ext>
              </a:extLst>
            </p:cNvPr>
            <p:cNvSpPr/>
            <p:nvPr/>
          </p:nvSpPr>
          <p:spPr>
            <a:xfrm>
              <a:off x="7458824" y="1058781"/>
              <a:ext cx="254765" cy="147345"/>
            </a:xfrm>
            <a:custGeom>
              <a:avLst/>
              <a:gdLst/>
              <a:ahLst/>
              <a:cxnLst/>
              <a:rect l="l" t="t" r="r" b="b"/>
              <a:pathLst>
                <a:path w="2042" h="1181" extrusionOk="0">
                  <a:moveTo>
                    <a:pt x="1835" y="0"/>
                  </a:moveTo>
                  <a:lnTo>
                    <a:pt x="0" y="1059"/>
                  </a:lnTo>
                  <a:lnTo>
                    <a:pt x="208" y="1180"/>
                  </a:lnTo>
                  <a:lnTo>
                    <a:pt x="2042" y="122"/>
                  </a:lnTo>
                  <a:lnTo>
                    <a:pt x="18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38">
              <a:extLst>
                <a:ext uri="{FF2B5EF4-FFF2-40B4-BE49-F238E27FC236}">
                  <a16:creationId xmlns:a16="http://schemas.microsoft.com/office/drawing/2014/main" id="{963C22F4-2201-60D8-2F94-EACACB846915}"/>
                </a:ext>
              </a:extLst>
            </p:cNvPr>
            <p:cNvSpPr/>
            <p:nvPr/>
          </p:nvSpPr>
          <p:spPr>
            <a:xfrm>
              <a:off x="7687637" y="1021352"/>
              <a:ext cx="25951" cy="52650"/>
            </a:xfrm>
            <a:custGeom>
              <a:avLst/>
              <a:gdLst/>
              <a:ahLst/>
              <a:cxnLst/>
              <a:rect l="l" t="t" r="r" b="b"/>
              <a:pathLst>
                <a:path w="208" h="422" extrusionOk="0">
                  <a:moveTo>
                    <a:pt x="1" y="1"/>
                  </a:moveTo>
                  <a:lnTo>
                    <a:pt x="1" y="300"/>
                  </a:lnTo>
                  <a:lnTo>
                    <a:pt x="208" y="422"/>
                  </a:lnTo>
                  <a:lnTo>
                    <a:pt x="208" y="122"/>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38">
              <a:extLst>
                <a:ext uri="{FF2B5EF4-FFF2-40B4-BE49-F238E27FC236}">
                  <a16:creationId xmlns:a16="http://schemas.microsoft.com/office/drawing/2014/main" id="{537FEBA8-49BA-F2A8-5B6C-5F9F76414057}"/>
                </a:ext>
              </a:extLst>
            </p:cNvPr>
            <p:cNvSpPr/>
            <p:nvPr/>
          </p:nvSpPr>
          <p:spPr>
            <a:xfrm>
              <a:off x="7687637" y="1021352"/>
              <a:ext cx="150713" cy="38801"/>
            </a:xfrm>
            <a:custGeom>
              <a:avLst/>
              <a:gdLst/>
              <a:ahLst/>
              <a:cxnLst/>
              <a:rect l="l" t="t" r="r" b="b"/>
              <a:pathLst>
                <a:path w="1208" h="311" extrusionOk="0">
                  <a:moveTo>
                    <a:pt x="1" y="1"/>
                  </a:moveTo>
                  <a:lnTo>
                    <a:pt x="208" y="122"/>
                  </a:lnTo>
                  <a:lnTo>
                    <a:pt x="1208" y="310"/>
                  </a:lnTo>
                  <a:lnTo>
                    <a:pt x="1002" y="189"/>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38">
              <a:extLst>
                <a:ext uri="{FF2B5EF4-FFF2-40B4-BE49-F238E27FC236}">
                  <a16:creationId xmlns:a16="http://schemas.microsoft.com/office/drawing/2014/main" id="{4A38C408-D4B5-082C-5159-FFB4FD425DBC}"/>
                </a:ext>
              </a:extLst>
            </p:cNvPr>
            <p:cNvSpPr/>
            <p:nvPr/>
          </p:nvSpPr>
          <p:spPr>
            <a:xfrm>
              <a:off x="7458824" y="780311"/>
              <a:ext cx="353826" cy="285956"/>
            </a:xfrm>
            <a:custGeom>
              <a:avLst/>
              <a:gdLst/>
              <a:ahLst/>
              <a:cxnLst/>
              <a:rect l="l" t="t" r="r" b="b"/>
              <a:pathLst>
                <a:path w="2836" h="2292" extrusionOk="0">
                  <a:moveTo>
                    <a:pt x="1835" y="0"/>
                  </a:moveTo>
                  <a:lnTo>
                    <a:pt x="1835" y="299"/>
                  </a:lnTo>
                  <a:lnTo>
                    <a:pt x="0" y="1358"/>
                  </a:lnTo>
                  <a:lnTo>
                    <a:pt x="0" y="2292"/>
                  </a:lnTo>
                  <a:lnTo>
                    <a:pt x="1835" y="1232"/>
                  </a:lnTo>
                  <a:lnTo>
                    <a:pt x="1835" y="1531"/>
                  </a:lnTo>
                  <a:lnTo>
                    <a:pt x="2836" y="188"/>
                  </a:lnTo>
                  <a:lnTo>
                    <a:pt x="1835" y="0"/>
                  </a:lnTo>
                  <a:close/>
                </a:path>
              </a:pathLst>
            </a:custGeom>
            <a:solidFill>
              <a:srgbClr val="EF474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8">
              <a:extLst>
                <a:ext uri="{FF2B5EF4-FFF2-40B4-BE49-F238E27FC236}">
                  <a16:creationId xmlns:a16="http://schemas.microsoft.com/office/drawing/2014/main" id="{78F06CB5-F573-91FB-97F2-566F51C27EA7}"/>
                </a:ext>
              </a:extLst>
            </p:cNvPr>
            <p:cNvSpPr/>
            <p:nvPr/>
          </p:nvSpPr>
          <p:spPr>
            <a:xfrm>
              <a:off x="7687637" y="934393"/>
              <a:ext cx="25951" cy="52525"/>
            </a:xfrm>
            <a:custGeom>
              <a:avLst/>
              <a:gdLst/>
              <a:ahLst/>
              <a:cxnLst/>
              <a:rect l="l" t="t" r="r" b="b"/>
              <a:pathLst>
                <a:path w="208" h="421" extrusionOk="0">
                  <a:moveTo>
                    <a:pt x="1" y="1"/>
                  </a:moveTo>
                  <a:lnTo>
                    <a:pt x="1" y="299"/>
                  </a:lnTo>
                  <a:lnTo>
                    <a:pt x="208" y="421"/>
                  </a:lnTo>
                  <a:lnTo>
                    <a:pt x="208" y="122"/>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8">
              <a:extLst>
                <a:ext uri="{FF2B5EF4-FFF2-40B4-BE49-F238E27FC236}">
                  <a16:creationId xmlns:a16="http://schemas.microsoft.com/office/drawing/2014/main" id="{FDCBFCD1-59EE-753F-A6E7-F3700AD7A571}"/>
                </a:ext>
              </a:extLst>
            </p:cNvPr>
            <p:cNvSpPr/>
            <p:nvPr/>
          </p:nvSpPr>
          <p:spPr>
            <a:xfrm>
              <a:off x="7484650" y="795407"/>
              <a:ext cx="353702" cy="286080"/>
            </a:xfrm>
            <a:custGeom>
              <a:avLst/>
              <a:gdLst/>
              <a:ahLst/>
              <a:cxnLst/>
              <a:rect l="l" t="t" r="r" b="b"/>
              <a:pathLst>
                <a:path w="2835" h="2293" extrusionOk="0">
                  <a:moveTo>
                    <a:pt x="1835" y="1"/>
                  </a:moveTo>
                  <a:lnTo>
                    <a:pt x="1835" y="299"/>
                  </a:lnTo>
                  <a:lnTo>
                    <a:pt x="1" y="1359"/>
                  </a:lnTo>
                  <a:lnTo>
                    <a:pt x="1" y="2292"/>
                  </a:lnTo>
                  <a:lnTo>
                    <a:pt x="1835" y="1233"/>
                  </a:lnTo>
                  <a:lnTo>
                    <a:pt x="1835" y="1532"/>
                  </a:lnTo>
                  <a:lnTo>
                    <a:pt x="2835" y="189"/>
                  </a:lnTo>
                  <a:lnTo>
                    <a:pt x="183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8">
              <a:extLst>
                <a:ext uri="{FF2B5EF4-FFF2-40B4-BE49-F238E27FC236}">
                  <a16:creationId xmlns:a16="http://schemas.microsoft.com/office/drawing/2014/main" id="{3B24B1CC-8EEB-2C71-1EB0-7DC0B7BD356D}"/>
                </a:ext>
              </a:extLst>
            </p:cNvPr>
            <p:cNvSpPr/>
            <p:nvPr/>
          </p:nvSpPr>
          <p:spPr>
            <a:xfrm>
              <a:off x="7458824" y="949739"/>
              <a:ext cx="25951" cy="131749"/>
            </a:xfrm>
            <a:custGeom>
              <a:avLst/>
              <a:gdLst/>
              <a:ahLst/>
              <a:cxnLst/>
              <a:rect l="l" t="t" r="r" b="b"/>
              <a:pathLst>
                <a:path w="208" h="1056" extrusionOk="0">
                  <a:moveTo>
                    <a:pt x="0" y="0"/>
                  </a:moveTo>
                  <a:lnTo>
                    <a:pt x="0" y="934"/>
                  </a:lnTo>
                  <a:lnTo>
                    <a:pt x="208" y="1055"/>
                  </a:lnTo>
                  <a:lnTo>
                    <a:pt x="208" y="122"/>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8">
              <a:extLst>
                <a:ext uri="{FF2B5EF4-FFF2-40B4-BE49-F238E27FC236}">
                  <a16:creationId xmlns:a16="http://schemas.microsoft.com/office/drawing/2014/main" id="{66D97526-ED60-12D0-0CA5-3B272A36DAA3}"/>
                </a:ext>
              </a:extLst>
            </p:cNvPr>
            <p:cNvSpPr/>
            <p:nvPr/>
          </p:nvSpPr>
          <p:spPr>
            <a:xfrm>
              <a:off x="7458824" y="817490"/>
              <a:ext cx="254765" cy="147469"/>
            </a:xfrm>
            <a:custGeom>
              <a:avLst/>
              <a:gdLst/>
              <a:ahLst/>
              <a:cxnLst/>
              <a:rect l="l" t="t" r="r" b="b"/>
              <a:pathLst>
                <a:path w="2042" h="1182" extrusionOk="0">
                  <a:moveTo>
                    <a:pt x="1835" y="1"/>
                  </a:moveTo>
                  <a:lnTo>
                    <a:pt x="0" y="1060"/>
                  </a:lnTo>
                  <a:lnTo>
                    <a:pt x="208" y="1182"/>
                  </a:lnTo>
                  <a:lnTo>
                    <a:pt x="2042" y="122"/>
                  </a:lnTo>
                  <a:lnTo>
                    <a:pt x="18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8">
              <a:extLst>
                <a:ext uri="{FF2B5EF4-FFF2-40B4-BE49-F238E27FC236}">
                  <a16:creationId xmlns:a16="http://schemas.microsoft.com/office/drawing/2014/main" id="{999949E5-200B-1D4C-A6C3-59BB91E2A3EA}"/>
                </a:ext>
              </a:extLst>
            </p:cNvPr>
            <p:cNvSpPr/>
            <p:nvPr/>
          </p:nvSpPr>
          <p:spPr>
            <a:xfrm>
              <a:off x="7687637" y="780311"/>
              <a:ext cx="25951" cy="52525"/>
            </a:xfrm>
            <a:custGeom>
              <a:avLst/>
              <a:gdLst/>
              <a:ahLst/>
              <a:cxnLst/>
              <a:rect l="l" t="t" r="r" b="b"/>
              <a:pathLst>
                <a:path w="208" h="421" extrusionOk="0">
                  <a:moveTo>
                    <a:pt x="1" y="0"/>
                  </a:moveTo>
                  <a:lnTo>
                    <a:pt x="1" y="299"/>
                  </a:lnTo>
                  <a:lnTo>
                    <a:pt x="208" y="420"/>
                  </a:lnTo>
                  <a:lnTo>
                    <a:pt x="208" y="122"/>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8">
              <a:extLst>
                <a:ext uri="{FF2B5EF4-FFF2-40B4-BE49-F238E27FC236}">
                  <a16:creationId xmlns:a16="http://schemas.microsoft.com/office/drawing/2014/main" id="{EC475837-C388-FF98-2FFB-7BF55FA21ECD}"/>
                </a:ext>
              </a:extLst>
            </p:cNvPr>
            <p:cNvSpPr/>
            <p:nvPr/>
          </p:nvSpPr>
          <p:spPr>
            <a:xfrm>
              <a:off x="7687637" y="780311"/>
              <a:ext cx="150713" cy="38676"/>
            </a:xfrm>
            <a:custGeom>
              <a:avLst/>
              <a:gdLst/>
              <a:ahLst/>
              <a:cxnLst/>
              <a:rect l="l" t="t" r="r" b="b"/>
              <a:pathLst>
                <a:path w="1208" h="310" extrusionOk="0">
                  <a:moveTo>
                    <a:pt x="1" y="0"/>
                  </a:moveTo>
                  <a:lnTo>
                    <a:pt x="208" y="122"/>
                  </a:lnTo>
                  <a:lnTo>
                    <a:pt x="1208" y="310"/>
                  </a:lnTo>
                  <a:lnTo>
                    <a:pt x="1002" y="188"/>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3" name="Google Shape;1263;p38">
            <a:extLst>
              <a:ext uri="{FF2B5EF4-FFF2-40B4-BE49-F238E27FC236}">
                <a16:creationId xmlns:a16="http://schemas.microsoft.com/office/drawing/2014/main" id="{B0196616-8216-FC89-F9B2-29C9AC727417}"/>
              </a:ext>
            </a:extLst>
          </p:cNvPr>
          <p:cNvGrpSpPr/>
          <p:nvPr/>
        </p:nvGrpSpPr>
        <p:grpSpPr>
          <a:xfrm flipH="1">
            <a:off x="185186" y="4042804"/>
            <a:ext cx="510276" cy="1011127"/>
            <a:chOff x="331179" y="148675"/>
            <a:chExt cx="557496" cy="1104694"/>
          </a:xfrm>
        </p:grpSpPr>
        <p:sp>
          <p:nvSpPr>
            <p:cNvPr id="1264" name="Google Shape;1264;p38">
              <a:extLst>
                <a:ext uri="{FF2B5EF4-FFF2-40B4-BE49-F238E27FC236}">
                  <a16:creationId xmlns:a16="http://schemas.microsoft.com/office/drawing/2014/main" id="{5BD27015-66D5-039A-864C-B4345DBBC52C}"/>
                </a:ext>
              </a:extLst>
            </p:cNvPr>
            <p:cNvSpPr/>
            <p:nvPr/>
          </p:nvSpPr>
          <p:spPr>
            <a:xfrm flipH="1">
              <a:off x="331179" y="457561"/>
              <a:ext cx="456019" cy="737621"/>
            </a:xfrm>
            <a:custGeom>
              <a:avLst/>
              <a:gdLst/>
              <a:ahLst/>
              <a:cxnLst/>
              <a:rect l="l" t="t" r="r" b="b"/>
              <a:pathLst>
                <a:path w="3276" h="5299" extrusionOk="0">
                  <a:moveTo>
                    <a:pt x="276" y="1"/>
                  </a:moveTo>
                  <a:cubicBezTo>
                    <a:pt x="114" y="1"/>
                    <a:pt x="1" y="151"/>
                    <a:pt x="1" y="400"/>
                  </a:cubicBezTo>
                  <a:lnTo>
                    <a:pt x="1" y="1975"/>
                  </a:lnTo>
                  <a:cubicBezTo>
                    <a:pt x="1" y="3178"/>
                    <a:pt x="735" y="4581"/>
                    <a:pt x="1638" y="5103"/>
                  </a:cubicBezTo>
                  <a:cubicBezTo>
                    <a:pt x="1868" y="5236"/>
                    <a:pt x="2088" y="5299"/>
                    <a:pt x="2287" y="5299"/>
                  </a:cubicBezTo>
                  <a:cubicBezTo>
                    <a:pt x="2868" y="5299"/>
                    <a:pt x="3275" y="4762"/>
                    <a:pt x="3275" y="3864"/>
                  </a:cubicBezTo>
                  <a:lnTo>
                    <a:pt x="3275" y="2291"/>
                  </a:lnTo>
                  <a:cubicBezTo>
                    <a:pt x="3275" y="1955"/>
                    <a:pt x="3070" y="1564"/>
                    <a:pt x="2818" y="1418"/>
                  </a:cubicBezTo>
                  <a:lnTo>
                    <a:pt x="458" y="56"/>
                  </a:lnTo>
                  <a:cubicBezTo>
                    <a:pt x="394" y="18"/>
                    <a:pt x="332" y="1"/>
                    <a:pt x="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8">
              <a:extLst>
                <a:ext uri="{FF2B5EF4-FFF2-40B4-BE49-F238E27FC236}">
                  <a16:creationId xmlns:a16="http://schemas.microsoft.com/office/drawing/2014/main" id="{2D8321FA-8FA6-11B3-B3A6-0EFD0C59D1E5}"/>
                </a:ext>
              </a:extLst>
            </p:cNvPr>
            <p:cNvSpPr/>
            <p:nvPr/>
          </p:nvSpPr>
          <p:spPr>
            <a:xfrm flipH="1">
              <a:off x="393122" y="1102618"/>
              <a:ext cx="134467" cy="138226"/>
            </a:xfrm>
            <a:custGeom>
              <a:avLst/>
              <a:gdLst/>
              <a:ahLst/>
              <a:cxnLst/>
              <a:rect l="l" t="t" r="r" b="b"/>
              <a:pathLst>
                <a:path w="966" h="993" extrusionOk="0">
                  <a:moveTo>
                    <a:pt x="966" y="0"/>
                  </a:moveTo>
                  <a:lnTo>
                    <a:pt x="1" y="709"/>
                  </a:lnTo>
                  <a:lnTo>
                    <a:pt x="77" y="992"/>
                  </a:lnTo>
                  <a:lnTo>
                    <a:pt x="819" y="568"/>
                  </a:lnTo>
                  <a:lnTo>
                    <a:pt x="96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8">
              <a:extLst>
                <a:ext uri="{FF2B5EF4-FFF2-40B4-BE49-F238E27FC236}">
                  <a16:creationId xmlns:a16="http://schemas.microsoft.com/office/drawing/2014/main" id="{FB9E9AB9-B3C9-3A17-5B36-C4DD4B2E1CC6}"/>
                </a:ext>
              </a:extLst>
            </p:cNvPr>
            <p:cNvSpPr/>
            <p:nvPr/>
          </p:nvSpPr>
          <p:spPr>
            <a:xfrm flipH="1">
              <a:off x="713840" y="459789"/>
              <a:ext cx="149083" cy="136138"/>
            </a:xfrm>
            <a:custGeom>
              <a:avLst/>
              <a:gdLst/>
              <a:ahLst/>
              <a:cxnLst/>
              <a:rect l="l" t="t" r="r" b="b"/>
              <a:pathLst>
                <a:path w="1071" h="978" extrusionOk="0">
                  <a:moveTo>
                    <a:pt x="736" y="0"/>
                  </a:moveTo>
                  <a:lnTo>
                    <a:pt x="1" y="422"/>
                  </a:lnTo>
                  <a:lnTo>
                    <a:pt x="830" y="978"/>
                  </a:lnTo>
                  <a:lnTo>
                    <a:pt x="1071" y="293"/>
                  </a:lnTo>
                  <a:lnTo>
                    <a:pt x="736" y="0"/>
                  </a:lnTo>
                  <a:close/>
                </a:path>
              </a:pathLst>
            </a:custGeom>
            <a:solidFill>
              <a:srgbClr val="4740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8">
              <a:extLst>
                <a:ext uri="{FF2B5EF4-FFF2-40B4-BE49-F238E27FC236}">
                  <a16:creationId xmlns:a16="http://schemas.microsoft.com/office/drawing/2014/main" id="{DE7A2D8D-779A-5EC0-2674-B58716EB8050}"/>
                </a:ext>
              </a:extLst>
            </p:cNvPr>
            <p:cNvSpPr/>
            <p:nvPr/>
          </p:nvSpPr>
          <p:spPr>
            <a:xfrm flipH="1">
              <a:off x="432795" y="515887"/>
              <a:ext cx="455880" cy="737482"/>
            </a:xfrm>
            <a:custGeom>
              <a:avLst/>
              <a:gdLst/>
              <a:ahLst/>
              <a:cxnLst/>
              <a:rect l="l" t="t" r="r" b="b"/>
              <a:pathLst>
                <a:path w="3275" h="5298" extrusionOk="0">
                  <a:moveTo>
                    <a:pt x="277" y="0"/>
                  </a:moveTo>
                  <a:cubicBezTo>
                    <a:pt x="114" y="0"/>
                    <a:pt x="0" y="150"/>
                    <a:pt x="0" y="400"/>
                  </a:cubicBezTo>
                  <a:lnTo>
                    <a:pt x="0" y="1973"/>
                  </a:lnTo>
                  <a:cubicBezTo>
                    <a:pt x="0" y="3177"/>
                    <a:pt x="734" y="4580"/>
                    <a:pt x="1637" y="5102"/>
                  </a:cubicBezTo>
                  <a:cubicBezTo>
                    <a:pt x="1868" y="5235"/>
                    <a:pt x="2087" y="5298"/>
                    <a:pt x="2286" y="5298"/>
                  </a:cubicBezTo>
                  <a:cubicBezTo>
                    <a:pt x="2867" y="5298"/>
                    <a:pt x="3275" y="4761"/>
                    <a:pt x="3275" y="3864"/>
                  </a:cubicBezTo>
                  <a:lnTo>
                    <a:pt x="3275" y="2291"/>
                  </a:lnTo>
                  <a:cubicBezTo>
                    <a:pt x="3275" y="1954"/>
                    <a:pt x="3069" y="1562"/>
                    <a:pt x="2818" y="1417"/>
                  </a:cubicBezTo>
                  <a:lnTo>
                    <a:pt x="457" y="55"/>
                  </a:lnTo>
                  <a:cubicBezTo>
                    <a:pt x="393" y="18"/>
                    <a:pt x="332" y="0"/>
                    <a:pt x="277"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8">
              <a:extLst>
                <a:ext uri="{FF2B5EF4-FFF2-40B4-BE49-F238E27FC236}">
                  <a16:creationId xmlns:a16="http://schemas.microsoft.com/office/drawing/2014/main" id="{E320C424-D694-E73D-C601-DDBE676DC30F}"/>
                </a:ext>
              </a:extLst>
            </p:cNvPr>
            <p:cNvSpPr/>
            <p:nvPr/>
          </p:nvSpPr>
          <p:spPr>
            <a:xfrm flipH="1">
              <a:off x="458686" y="553610"/>
              <a:ext cx="404237" cy="662035"/>
            </a:xfrm>
            <a:custGeom>
              <a:avLst/>
              <a:gdLst/>
              <a:ahLst/>
              <a:cxnLst/>
              <a:rect l="l" t="t" r="r" b="b"/>
              <a:pathLst>
                <a:path w="2904" h="4756" extrusionOk="0">
                  <a:moveTo>
                    <a:pt x="165" y="0"/>
                  </a:moveTo>
                  <a:cubicBezTo>
                    <a:pt x="66" y="0"/>
                    <a:pt x="1" y="92"/>
                    <a:pt x="1" y="236"/>
                  </a:cubicBezTo>
                  <a:lnTo>
                    <a:pt x="1" y="1810"/>
                  </a:lnTo>
                  <a:cubicBezTo>
                    <a:pt x="1" y="2814"/>
                    <a:pt x="589" y="4000"/>
                    <a:pt x="1340" y="4511"/>
                  </a:cubicBezTo>
                  <a:cubicBezTo>
                    <a:pt x="1377" y="4536"/>
                    <a:pt x="1414" y="4561"/>
                    <a:pt x="1452" y="4583"/>
                  </a:cubicBezTo>
                  <a:cubicBezTo>
                    <a:pt x="1603" y="4671"/>
                    <a:pt x="1754" y="4726"/>
                    <a:pt x="1899" y="4746"/>
                  </a:cubicBezTo>
                  <a:cubicBezTo>
                    <a:pt x="1943" y="4753"/>
                    <a:pt x="1986" y="4756"/>
                    <a:pt x="2028" y="4756"/>
                  </a:cubicBezTo>
                  <a:cubicBezTo>
                    <a:pt x="2166" y="4756"/>
                    <a:pt x="2294" y="4721"/>
                    <a:pt x="2410" y="4653"/>
                  </a:cubicBezTo>
                  <a:cubicBezTo>
                    <a:pt x="2475" y="4613"/>
                    <a:pt x="2535" y="4565"/>
                    <a:pt x="2588" y="4507"/>
                  </a:cubicBezTo>
                  <a:cubicBezTo>
                    <a:pt x="2618" y="4474"/>
                    <a:pt x="2649" y="4433"/>
                    <a:pt x="2679" y="4388"/>
                  </a:cubicBezTo>
                  <a:cubicBezTo>
                    <a:pt x="2734" y="4302"/>
                    <a:pt x="2780" y="4203"/>
                    <a:pt x="2816" y="4091"/>
                  </a:cubicBezTo>
                  <a:cubicBezTo>
                    <a:pt x="2875" y="3911"/>
                    <a:pt x="2904" y="3707"/>
                    <a:pt x="2904" y="3486"/>
                  </a:cubicBezTo>
                  <a:lnTo>
                    <a:pt x="2904" y="1913"/>
                  </a:lnTo>
                  <a:cubicBezTo>
                    <a:pt x="2904" y="1714"/>
                    <a:pt x="2782" y="1481"/>
                    <a:pt x="2633" y="1394"/>
                  </a:cubicBezTo>
                  <a:lnTo>
                    <a:pt x="272" y="31"/>
                  </a:lnTo>
                  <a:cubicBezTo>
                    <a:pt x="242" y="14"/>
                    <a:pt x="213" y="4"/>
                    <a:pt x="182" y="1"/>
                  </a:cubicBezTo>
                  <a:cubicBezTo>
                    <a:pt x="176" y="0"/>
                    <a:pt x="171" y="0"/>
                    <a:pt x="1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8">
              <a:extLst>
                <a:ext uri="{FF2B5EF4-FFF2-40B4-BE49-F238E27FC236}">
                  <a16:creationId xmlns:a16="http://schemas.microsoft.com/office/drawing/2014/main" id="{7C02FD5F-A3A3-C43C-45E3-C8D61A8E390E}"/>
                </a:ext>
              </a:extLst>
            </p:cNvPr>
            <p:cNvSpPr/>
            <p:nvPr/>
          </p:nvSpPr>
          <p:spPr>
            <a:xfrm flipH="1">
              <a:off x="469126" y="568783"/>
              <a:ext cx="383218" cy="631690"/>
            </a:xfrm>
            <a:custGeom>
              <a:avLst/>
              <a:gdLst/>
              <a:ahLst/>
              <a:cxnLst/>
              <a:rect l="l" t="t" r="r" b="b"/>
              <a:pathLst>
                <a:path w="2753" h="4538" extrusionOk="0">
                  <a:moveTo>
                    <a:pt x="119" y="1"/>
                  </a:moveTo>
                  <a:cubicBezTo>
                    <a:pt x="50" y="1"/>
                    <a:pt x="0" y="64"/>
                    <a:pt x="0" y="171"/>
                  </a:cubicBezTo>
                  <a:lnTo>
                    <a:pt x="0" y="1744"/>
                  </a:lnTo>
                  <a:cubicBezTo>
                    <a:pt x="0" y="2709"/>
                    <a:pt x="560" y="3822"/>
                    <a:pt x="1269" y="4304"/>
                  </a:cubicBezTo>
                  <a:cubicBezTo>
                    <a:pt x="1304" y="4329"/>
                    <a:pt x="1340" y="4352"/>
                    <a:pt x="1376" y="4374"/>
                  </a:cubicBezTo>
                  <a:cubicBezTo>
                    <a:pt x="1524" y="4458"/>
                    <a:pt x="1666" y="4509"/>
                    <a:pt x="1800" y="4528"/>
                  </a:cubicBezTo>
                  <a:cubicBezTo>
                    <a:pt x="1841" y="4534"/>
                    <a:pt x="1882" y="4537"/>
                    <a:pt x="1922" y="4537"/>
                  </a:cubicBezTo>
                  <a:cubicBezTo>
                    <a:pt x="2054" y="4537"/>
                    <a:pt x="2177" y="4503"/>
                    <a:pt x="2284" y="4439"/>
                  </a:cubicBezTo>
                  <a:cubicBezTo>
                    <a:pt x="2345" y="4403"/>
                    <a:pt x="2401" y="4357"/>
                    <a:pt x="2452" y="4302"/>
                  </a:cubicBezTo>
                  <a:cubicBezTo>
                    <a:pt x="2483" y="4268"/>
                    <a:pt x="2512" y="4229"/>
                    <a:pt x="2539" y="4188"/>
                  </a:cubicBezTo>
                  <a:cubicBezTo>
                    <a:pt x="2591" y="4107"/>
                    <a:pt x="2635" y="4013"/>
                    <a:pt x="2669" y="3907"/>
                  </a:cubicBezTo>
                  <a:cubicBezTo>
                    <a:pt x="2722" y="3743"/>
                    <a:pt x="2752" y="3552"/>
                    <a:pt x="2752" y="3333"/>
                  </a:cubicBezTo>
                  <a:lnTo>
                    <a:pt x="2752" y="1760"/>
                  </a:lnTo>
                  <a:cubicBezTo>
                    <a:pt x="2752" y="1616"/>
                    <a:pt x="2665" y="1448"/>
                    <a:pt x="2557" y="1386"/>
                  </a:cubicBezTo>
                  <a:lnTo>
                    <a:pt x="1903" y="1009"/>
                  </a:lnTo>
                  <a:lnTo>
                    <a:pt x="1661" y="869"/>
                  </a:lnTo>
                  <a:lnTo>
                    <a:pt x="1524" y="789"/>
                  </a:lnTo>
                  <a:lnTo>
                    <a:pt x="1282" y="650"/>
                  </a:lnTo>
                  <a:lnTo>
                    <a:pt x="684" y="305"/>
                  </a:lnTo>
                  <a:lnTo>
                    <a:pt x="196" y="24"/>
                  </a:lnTo>
                  <a:cubicBezTo>
                    <a:pt x="173" y="10"/>
                    <a:pt x="151" y="3"/>
                    <a:pt x="131" y="1"/>
                  </a:cubicBezTo>
                  <a:cubicBezTo>
                    <a:pt x="127" y="1"/>
                    <a:pt x="123" y="1"/>
                    <a:pt x="1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8">
              <a:extLst>
                <a:ext uri="{FF2B5EF4-FFF2-40B4-BE49-F238E27FC236}">
                  <a16:creationId xmlns:a16="http://schemas.microsoft.com/office/drawing/2014/main" id="{D42CF4BB-486A-C758-86F4-045E4732F134}"/>
                </a:ext>
              </a:extLst>
            </p:cNvPr>
            <p:cNvSpPr/>
            <p:nvPr/>
          </p:nvSpPr>
          <p:spPr>
            <a:xfrm flipH="1">
              <a:off x="552507" y="835770"/>
              <a:ext cx="215203" cy="312504"/>
            </a:xfrm>
            <a:custGeom>
              <a:avLst/>
              <a:gdLst/>
              <a:ahLst/>
              <a:cxnLst/>
              <a:rect l="l" t="t" r="r" b="b"/>
              <a:pathLst>
                <a:path w="1546" h="2245" extrusionOk="0">
                  <a:moveTo>
                    <a:pt x="466" y="0"/>
                  </a:moveTo>
                  <a:cubicBezTo>
                    <a:pt x="192" y="0"/>
                    <a:pt x="0" y="253"/>
                    <a:pt x="0" y="676"/>
                  </a:cubicBezTo>
                  <a:cubicBezTo>
                    <a:pt x="0" y="1245"/>
                    <a:pt x="346" y="1906"/>
                    <a:pt x="773" y="2153"/>
                  </a:cubicBezTo>
                  <a:cubicBezTo>
                    <a:pt x="881" y="2215"/>
                    <a:pt x="985" y="2245"/>
                    <a:pt x="1079" y="2245"/>
                  </a:cubicBezTo>
                  <a:cubicBezTo>
                    <a:pt x="1353" y="2245"/>
                    <a:pt x="1545" y="1992"/>
                    <a:pt x="1545" y="1568"/>
                  </a:cubicBezTo>
                  <a:cubicBezTo>
                    <a:pt x="1545" y="1000"/>
                    <a:pt x="1200" y="339"/>
                    <a:pt x="773" y="93"/>
                  </a:cubicBezTo>
                  <a:cubicBezTo>
                    <a:pt x="664" y="30"/>
                    <a:pt x="560" y="0"/>
                    <a:pt x="4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8">
              <a:extLst>
                <a:ext uri="{FF2B5EF4-FFF2-40B4-BE49-F238E27FC236}">
                  <a16:creationId xmlns:a16="http://schemas.microsoft.com/office/drawing/2014/main" id="{D4CC5BF8-D1C4-60C7-B8C4-9E4000628042}"/>
                </a:ext>
              </a:extLst>
            </p:cNvPr>
            <p:cNvSpPr/>
            <p:nvPr/>
          </p:nvSpPr>
          <p:spPr>
            <a:xfrm flipH="1">
              <a:off x="621967" y="886996"/>
              <a:ext cx="85190" cy="123749"/>
            </a:xfrm>
            <a:custGeom>
              <a:avLst/>
              <a:gdLst/>
              <a:ahLst/>
              <a:cxnLst/>
              <a:rect l="l" t="t" r="r" b="b"/>
              <a:pathLst>
                <a:path w="612" h="889" extrusionOk="0">
                  <a:moveTo>
                    <a:pt x="184" y="1"/>
                  </a:moveTo>
                  <a:cubicBezTo>
                    <a:pt x="76" y="1"/>
                    <a:pt x="0" y="100"/>
                    <a:pt x="0" y="268"/>
                  </a:cubicBezTo>
                  <a:cubicBezTo>
                    <a:pt x="0" y="493"/>
                    <a:pt x="136" y="754"/>
                    <a:pt x="305" y="852"/>
                  </a:cubicBezTo>
                  <a:cubicBezTo>
                    <a:pt x="348" y="877"/>
                    <a:pt x="390" y="889"/>
                    <a:pt x="427" y="889"/>
                  </a:cubicBezTo>
                  <a:cubicBezTo>
                    <a:pt x="535" y="889"/>
                    <a:pt x="612" y="789"/>
                    <a:pt x="612" y="622"/>
                  </a:cubicBezTo>
                  <a:cubicBezTo>
                    <a:pt x="612" y="396"/>
                    <a:pt x="474" y="135"/>
                    <a:pt x="305" y="37"/>
                  </a:cubicBezTo>
                  <a:cubicBezTo>
                    <a:pt x="262" y="12"/>
                    <a:pt x="221" y="1"/>
                    <a:pt x="1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38">
              <a:extLst>
                <a:ext uri="{FF2B5EF4-FFF2-40B4-BE49-F238E27FC236}">
                  <a16:creationId xmlns:a16="http://schemas.microsoft.com/office/drawing/2014/main" id="{772ABAA0-AB9E-6CD6-0D71-107FC8C397CB}"/>
                </a:ext>
              </a:extLst>
            </p:cNvPr>
            <p:cNvSpPr/>
            <p:nvPr/>
          </p:nvSpPr>
          <p:spPr>
            <a:xfrm flipH="1">
              <a:off x="789564" y="615554"/>
              <a:ext cx="36888" cy="53731"/>
            </a:xfrm>
            <a:custGeom>
              <a:avLst/>
              <a:gdLst/>
              <a:ahLst/>
              <a:cxnLst/>
              <a:rect l="l" t="t" r="r" b="b"/>
              <a:pathLst>
                <a:path w="265" h="386" extrusionOk="0">
                  <a:moveTo>
                    <a:pt x="81" y="1"/>
                  </a:moveTo>
                  <a:cubicBezTo>
                    <a:pt x="33" y="1"/>
                    <a:pt x="0" y="44"/>
                    <a:pt x="0" y="117"/>
                  </a:cubicBezTo>
                  <a:cubicBezTo>
                    <a:pt x="0" y="215"/>
                    <a:pt x="60" y="327"/>
                    <a:pt x="133" y="370"/>
                  </a:cubicBezTo>
                  <a:cubicBezTo>
                    <a:pt x="151" y="381"/>
                    <a:pt x="169" y="386"/>
                    <a:pt x="185" y="386"/>
                  </a:cubicBezTo>
                  <a:cubicBezTo>
                    <a:pt x="232" y="386"/>
                    <a:pt x="265" y="343"/>
                    <a:pt x="265" y="270"/>
                  </a:cubicBezTo>
                  <a:cubicBezTo>
                    <a:pt x="265" y="173"/>
                    <a:pt x="205" y="59"/>
                    <a:pt x="133" y="16"/>
                  </a:cubicBezTo>
                  <a:cubicBezTo>
                    <a:pt x="115" y="6"/>
                    <a:pt x="97" y="1"/>
                    <a:pt x="8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38">
              <a:extLst>
                <a:ext uri="{FF2B5EF4-FFF2-40B4-BE49-F238E27FC236}">
                  <a16:creationId xmlns:a16="http://schemas.microsoft.com/office/drawing/2014/main" id="{F9130060-8D96-73ED-9055-DEB75EAE60C2}"/>
                </a:ext>
              </a:extLst>
            </p:cNvPr>
            <p:cNvSpPr/>
            <p:nvPr/>
          </p:nvSpPr>
          <p:spPr>
            <a:xfrm flipH="1">
              <a:off x="498496" y="782177"/>
              <a:ext cx="36888" cy="53731"/>
            </a:xfrm>
            <a:custGeom>
              <a:avLst/>
              <a:gdLst/>
              <a:ahLst/>
              <a:cxnLst/>
              <a:rect l="l" t="t" r="r" b="b"/>
              <a:pathLst>
                <a:path w="265" h="386" extrusionOk="0">
                  <a:moveTo>
                    <a:pt x="80" y="0"/>
                  </a:moveTo>
                  <a:cubicBezTo>
                    <a:pt x="33" y="0"/>
                    <a:pt x="0" y="44"/>
                    <a:pt x="0" y="117"/>
                  </a:cubicBezTo>
                  <a:cubicBezTo>
                    <a:pt x="0" y="214"/>
                    <a:pt x="60" y="327"/>
                    <a:pt x="133" y="369"/>
                  </a:cubicBezTo>
                  <a:cubicBezTo>
                    <a:pt x="152" y="380"/>
                    <a:pt x="169" y="385"/>
                    <a:pt x="185" y="385"/>
                  </a:cubicBezTo>
                  <a:cubicBezTo>
                    <a:pt x="232" y="385"/>
                    <a:pt x="265" y="342"/>
                    <a:pt x="265" y="270"/>
                  </a:cubicBezTo>
                  <a:cubicBezTo>
                    <a:pt x="265" y="172"/>
                    <a:pt x="206" y="58"/>
                    <a:pt x="133" y="16"/>
                  </a:cubicBezTo>
                  <a:cubicBezTo>
                    <a:pt x="114" y="5"/>
                    <a:pt x="96" y="0"/>
                    <a:pt x="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8">
              <a:extLst>
                <a:ext uri="{FF2B5EF4-FFF2-40B4-BE49-F238E27FC236}">
                  <a16:creationId xmlns:a16="http://schemas.microsoft.com/office/drawing/2014/main" id="{8DF09377-4F9B-12B2-21C9-3904C994C358}"/>
                </a:ext>
              </a:extLst>
            </p:cNvPr>
            <p:cNvSpPr/>
            <p:nvPr/>
          </p:nvSpPr>
          <p:spPr>
            <a:xfrm flipH="1">
              <a:off x="640898" y="943929"/>
              <a:ext cx="46354" cy="153120"/>
            </a:xfrm>
            <a:custGeom>
              <a:avLst/>
              <a:gdLst/>
              <a:ahLst/>
              <a:cxnLst/>
              <a:rect l="l" t="t" r="r" b="b"/>
              <a:pathLst>
                <a:path w="333" h="1100" extrusionOk="0">
                  <a:moveTo>
                    <a:pt x="72" y="1"/>
                  </a:moveTo>
                  <a:lnTo>
                    <a:pt x="0" y="908"/>
                  </a:lnTo>
                  <a:lnTo>
                    <a:pt x="167" y="1004"/>
                  </a:lnTo>
                  <a:lnTo>
                    <a:pt x="332" y="1100"/>
                  </a:lnTo>
                  <a:lnTo>
                    <a:pt x="261" y="110"/>
                  </a:lnTo>
                  <a:lnTo>
                    <a:pt x="167" y="55"/>
                  </a:lnTo>
                  <a:lnTo>
                    <a:pt x="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8">
              <a:extLst>
                <a:ext uri="{FF2B5EF4-FFF2-40B4-BE49-F238E27FC236}">
                  <a16:creationId xmlns:a16="http://schemas.microsoft.com/office/drawing/2014/main" id="{17BEAC66-F68D-7338-4948-E5F11CBC32DE}"/>
                </a:ext>
              </a:extLst>
            </p:cNvPr>
            <p:cNvSpPr/>
            <p:nvPr/>
          </p:nvSpPr>
          <p:spPr>
            <a:xfrm flipH="1">
              <a:off x="709802" y="160925"/>
              <a:ext cx="36749" cy="20602"/>
            </a:xfrm>
            <a:custGeom>
              <a:avLst/>
              <a:gdLst/>
              <a:ahLst/>
              <a:cxnLst/>
              <a:rect l="l" t="t" r="r" b="b"/>
              <a:pathLst>
                <a:path w="264" h="148" extrusionOk="0">
                  <a:moveTo>
                    <a:pt x="236" y="0"/>
                  </a:moveTo>
                  <a:lnTo>
                    <a:pt x="0" y="148"/>
                  </a:lnTo>
                  <a:lnTo>
                    <a:pt x="264" y="148"/>
                  </a:lnTo>
                  <a:lnTo>
                    <a:pt x="236" y="0"/>
                  </a:ln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8">
              <a:extLst>
                <a:ext uri="{FF2B5EF4-FFF2-40B4-BE49-F238E27FC236}">
                  <a16:creationId xmlns:a16="http://schemas.microsoft.com/office/drawing/2014/main" id="{0903A9E4-F1FD-2624-B1B9-D54D3E14EE2F}"/>
                </a:ext>
              </a:extLst>
            </p:cNvPr>
            <p:cNvSpPr/>
            <p:nvPr/>
          </p:nvSpPr>
          <p:spPr>
            <a:xfrm flipH="1">
              <a:off x="446297" y="148675"/>
              <a:ext cx="320578" cy="529795"/>
            </a:xfrm>
            <a:custGeom>
              <a:avLst/>
              <a:gdLst/>
              <a:ahLst/>
              <a:cxnLst/>
              <a:rect l="l" t="t" r="r" b="b"/>
              <a:pathLst>
                <a:path w="2303" h="3806" extrusionOk="0">
                  <a:moveTo>
                    <a:pt x="695" y="1"/>
                  </a:moveTo>
                  <a:cubicBezTo>
                    <a:pt x="286" y="1"/>
                    <a:pt x="0" y="378"/>
                    <a:pt x="0" y="1009"/>
                  </a:cubicBezTo>
                  <a:lnTo>
                    <a:pt x="0" y="2569"/>
                  </a:lnTo>
                  <a:lnTo>
                    <a:pt x="308" y="2691"/>
                  </a:lnTo>
                  <a:lnTo>
                    <a:pt x="308" y="1186"/>
                  </a:lnTo>
                  <a:cubicBezTo>
                    <a:pt x="308" y="724"/>
                    <a:pt x="518" y="447"/>
                    <a:pt x="817" y="447"/>
                  </a:cubicBezTo>
                  <a:cubicBezTo>
                    <a:pt x="920" y="447"/>
                    <a:pt x="1032" y="479"/>
                    <a:pt x="1151" y="547"/>
                  </a:cubicBezTo>
                  <a:cubicBezTo>
                    <a:pt x="1617" y="817"/>
                    <a:pt x="1995" y="1540"/>
                    <a:pt x="1995" y="2161"/>
                  </a:cubicBezTo>
                  <a:lnTo>
                    <a:pt x="1995" y="3667"/>
                  </a:lnTo>
                  <a:lnTo>
                    <a:pt x="2301" y="3805"/>
                  </a:lnTo>
                  <a:lnTo>
                    <a:pt x="2303" y="2338"/>
                  </a:lnTo>
                  <a:cubicBezTo>
                    <a:pt x="2303" y="1491"/>
                    <a:pt x="1786" y="505"/>
                    <a:pt x="1151" y="139"/>
                  </a:cubicBezTo>
                  <a:cubicBezTo>
                    <a:pt x="989" y="45"/>
                    <a:pt x="835" y="1"/>
                    <a:pt x="6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8">
              <a:extLst>
                <a:ext uri="{FF2B5EF4-FFF2-40B4-BE49-F238E27FC236}">
                  <a16:creationId xmlns:a16="http://schemas.microsoft.com/office/drawing/2014/main" id="{8F6B4FF7-A6B1-7EE8-F093-9F754D1A7217}"/>
                </a:ext>
              </a:extLst>
            </p:cNvPr>
            <p:cNvSpPr/>
            <p:nvPr/>
          </p:nvSpPr>
          <p:spPr>
            <a:xfrm flipH="1">
              <a:off x="724279" y="505586"/>
              <a:ext cx="27562" cy="35357"/>
            </a:xfrm>
            <a:custGeom>
              <a:avLst/>
              <a:gdLst/>
              <a:ahLst/>
              <a:cxnLst/>
              <a:rect l="l" t="t" r="r" b="b"/>
              <a:pathLst>
                <a:path w="198" h="254" extrusionOk="0">
                  <a:moveTo>
                    <a:pt x="0" y="0"/>
                  </a:moveTo>
                  <a:lnTo>
                    <a:pt x="0" y="254"/>
                  </a:lnTo>
                  <a:cubicBezTo>
                    <a:pt x="113" y="240"/>
                    <a:pt x="197" y="188"/>
                    <a:pt x="197" y="126"/>
                  </a:cubicBezTo>
                  <a:cubicBezTo>
                    <a:pt x="197" y="64"/>
                    <a:pt x="113" y="1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8">
              <a:extLst>
                <a:ext uri="{FF2B5EF4-FFF2-40B4-BE49-F238E27FC236}">
                  <a16:creationId xmlns:a16="http://schemas.microsoft.com/office/drawing/2014/main" id="{90661909-5450-91EC-8E45-CAF92FD94FCC}"/>
                </a:ext>
              </a:extLst>
            </p:cNvPr>
            <p:cNvSpPr/>
            <p:nvPr/>
          </p:nvSpPr>
          <p:spPr>
            <a:xfrm>
              <a:off x="474137" y="660515"/>
              <a:ext cx="49950" cy="224478"/>
            </a:xfrm>
            <a:custGeom>
              <a:avLst/>
              <a:gdLst/>
              <a:ahLst/>
              <a:cxnLst/>
              <a:rect l="l" t="t" r="r" b="b"/>
              <a:pathLst>
                <a:path w="198" h="255" extrusionOk="0">
                  <a:moveTo>
                    <a:pt x="1" y="1"/>
                  </a:moveTo>
                  <a:lnTo>
                    <a:pt x="1" y="254"/>
                  </a:lnTo>
                  <a:cubicBezTo>
                    <a:pt x="113" y="241"/>
                    <a:pt x="198" y="189"/>
                    <a:pt x="198" y="127"/>
                  </a:cubicBezTo>
                  <a:cubicBezTo>
                    <a:pt x="198" y="65"/>
                    <a:pt x="113" y="14"/>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9" name="Google Shape;1279;p38">
              <a:extLst>
                <a:ext uri="{FF2B5EF4-FFF2-40B4-BE49-F238E27FC236}">
                  <a16:creationId xmlns:a16="http://schemas.microsoft.com/office/drawing/2014/main" id="{323C094D-FC35-8836-9470-9C3C59A9B4A0}"/>
                </a:ext>
              </a:extLst>
            </p:cNvPr>
            <p:cNvSpPr/>
            <p:nvPr/>
          </p:nvSpPr>
          <p:spPr>
            <a:xfrm flipH="1">
              <a:off x="516731" y="677638"/>
              <a:ext cx="139" cy="1253"/>
            </a:xfrm>
            <a:custGeom>
              <a:avLst/>
              <a:gdLst/>
              <a:ahLst/>
              <a:cxnLst/>
              <a:rect l="l" t="t" r="r" b="b"/>
              <a:pathLst>
                <a:path w="1" h="9" extrusionOk="0">
                  <a:moveTo>
                    <a:pt x="0" y="4"/>
                  </a:moveTo>
                  <a:cubicBezTo>
                    <a:pt x="0" y="6"/>
                    <a:pt x="0" y="7"/>
                    <a:pt x="0" y="9"/>
                  </a:cubicBezTo>
                  <a:lnTo>
                    <a:pt x="0" y="1"/>
                  </a:lnTo>
                  <a:cubicBezTo>
                    <a:pt x="0" y="2"/>
                    <a:pt x="0" y="3"/>
                    <a:pt x="0" y="4"/>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8">
              <a:extLst>
                <a:ext uri="{FF2B5EF4-FFF2-40B4-BE49-F238E27FC236}">
                  <a16:creationId xmlns:a16="http://schemas.microsoft.com/office/drawing/2014/main" id="{DC83B3C3-9795-856A-8377-ED16185FB846}"/>
                </a:ext>
              </a:extLst>
            </p:cNvPr>
            <p:cNvSpPr/>
            <p:nvPr/>
          </p:nvSpPr>
          <p:spPr>
            <a:xfrm flipH="1">
              <a:off x="473998" y="165657"/>
              <a:ext cx="320717" cy="512117"/>
            </a:xfrm>
            <a:custGeom>
              <a:avLst/>
              <a:gdLst/>
              <a:ahLst/>
              <a:cxnLst/>
              <a:rect l="l" t="t" r="r" b="b"/>
              <a:pathLst>
                <a:path w="2304" h="3679" extrusionOk="0">
                  <a:moveTo>
                    <a:pt x="696" y="0"/>
                  </a:moveTo>
                  <a:cubicBezTo>
                    <a:pt x="288" y="0"/>
                    <a:pt x="1" y="378"/>
                    <a:pt x="1" y="1009"/>
                  </a:cubicBezTo>
                  <a:lnTo>
                    <a:pt x="1" y="2568"/>
                  </a:lnTo>
                  <a:cubicBezTo>
                    <a:pt x="1" y="2496"/>
                    <a:pt x="115" y="2439"/>
                    <a:pt x="253" y="2439"/>
                  </a:cubicBezTo>
                  <a:cubicBezTo>
                    <a:pt x="272" y="2439"/>
                    <a:pt x="291" y="2440"/>
                    <a:pt x="308" y="2442"/>
                  </a:cubicBezTo>
                  <a:lnTo>
                    <a:pt x="308" y="1186"/>
                  </a:lnTo>
                  <a:cubicBezTo>
                    <a:pt x="308" y="724"/>
                    <a:pt x="518" y="447"/>
                    <a:pt x="818" y="447"/>
                  </a:cubicBezTo>
                  <a:cubicBezTo>
                    <a:pt x="920" y="447"/>
                    <a:pt x="1034" y="479"/>
                    <a:pt x="1153" y="548"/>
                  </a:cubicBezTo>
                  <a:cubicBezTo>
                    <a:pt x="1618" y="816"/>
                    <a:pt x="1997" y="1540"/>
                    <a:pt x="1997" y="2161"/>
                  </a:cubicBezTo>
                  <a:lnTo>
                    <a:pt x="1997" y="3679"/>
                  </a:lnTo>
                  <a:cubicBezTo>
                    <a:pt x="2001" y="3609"/>
                    <a:pt x="2112" y="3553"/>
                    <a:pt x="2248" y="3553"/>
                  </a:cubicBezTo>
                  <a:cubicBezTo>
                    <a:pt x="2268" y="3553"/>
                    <a:pt x="2286" y="3554"/>
                    <a:pt x="2304" y="3556"/>
                  </a:cubicBezTo>
                  <a:lnTo>
                    <a:pt x="2304" y="2338"/>
                  </a:lnTo>
                  <a:cubicBezTo>
                    <a:pt x="2304" y="1492"/>
                    <a:pt x="1788" y="504"/>
                    <a:pt x="1153" y="138"/>
                  </a:cubicBezTo>
                  <a:cubicBezTo>
                    <a:pt x="991" y="45"/>
                    <a:pt x="836" y="0"/>
                    <a:pt x="69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8">
              <a:extLst>
                <a:ext uri="{FF2B5EF4-FFF2-40B4-BE49-F238E27FC236}">
                  <a16:creationId xmlns:a16="http://schemas.microsoft.com/office/drawing/2014/main" id="{4BB24D6C-F0A5-2FC8-DA2C-6DDC2D435DBA}"/>
                </a:ext>
              </a:extLst>
            </p:cNvPr>
            <p:cNvSpPr/>
            <p:nvPr/>
          </p:nvSpPr>
          <p:spPr>
            <a:xfrm flipH="1">
              <a:off x="751702" y="504890"/>
              <a:ext cx="43013" cy="36470"/>
            </a:xfrm>
            <a:custGeom>
              <a:avLst/>
              <a:gdLst/>
              <a:ahLst/>
              <a:cxnLst/>
              <a:rect l="l" t="t" r="r" b="b"/>
              <a:pathLst>
                <a:path w="309" h="262" extrusionOk="0">
                  <a:moveTo>
                    <a:pt x="253" y="1"/>
                  </a:moveTo>
                  <a:cubicBezTo>
                    <a:pt x="115" y="2"/>
                    <a:pt x="1" y="59"/>
                    <a:pt x="1" y="131"/>
                  </a:cubicBezTo>
                  <a:cubicBezTo>
                    <a:pt x="1" y="203"/>
                    <a:pt x="115" y="262"/>
                    <a:pt x="253" y="262"/>
                  </a:cubicBezTo>
                  <a:cubicBezTo>
                    <a:pt x="272" y="262"/>
                    <a:pt x="291" y="260"/>
                    <a:pt x="308" y="259"/>
                  </a:cubicBezTo>
                  <a:lnTo>
                    <a:pt x="308" y="4"/>
                  </a:lnTo>
                  <a:cubicBezTo>
                    <a:pt x="291" y="3"/>
                    <a:pt x="272" y="1"/>
                    <a:pt x="25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8">
              <a:extLst>
                <a:ext uri="{FF2B5EF4-FFF2-40B4-BE49-F238E27FC236}">
                  <a16:creationId xmlns:a16="http://schemas.microsoft.com/office/drawing/2014/main" id="{5AB71E15-D719-A1FE-5011-6C8D736C2E24}"/>
                </a:ext>
              </a:extLst>
            </p:cNvPr>
            <p:cNvSpPr/>
            <p:nvPr/>
          </p:nvSpPr>
          <p:spPr>
            <a:xfrm flipH="1">
              <a:off x="473997" y="660098"/>
              <a:ext cx="42874" cy="36331"/>
            </a:xfrm>
            <a:custGeom>
              <a:avLst/>
              <a:gdLst/>
              <a:ahLst/>
              <a:cxnLst/>
              <a:rect l="l" t="t" r="r" b="b"/>
              <a:pathLst>
                <a:path w="308" h="261" extrusionOk="0">
                  <a:moveTo>
                    <a:pt x="252" y="1"/>
                  </a:moveTo>
                  <a:cubicBezTo>
                    <a:pt x="116" y="1"/>
                    <a:pt x="5" y="57"/>
                    <a:pt x="0" y="127"/>
                  </a:cubicBezTo>
                  <a:lnTo>
                    <a:pt x="0" y="135"/>
                  </a:lnTo>
                  <a:cubicBezTo>
                    <a:pt x="5" y="204"/>
                    <a:pt x="116" y="261"/>
                    <a:pt x="252" y="261"/>
                  </a:cubicBezTo>
                  <a:cubicBezTo>
                    <a:pt x="272" y="261"/>
                    <a:pt x="290" y="260"/>
                    <a:pt x="308" y="257"/>
                  </a:cubicBezTo>
                  <a:lnTo>
                    <a:pt x="308" y="4"/>
                  </a:lnTo>
                  <a:cubicBezTo>
                    <a:pt x="290" y="2"/>
                    <a:pt x="272" y="1"/>
                    <a:pt x="2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Box 4">
            <a:extLst>
              <a:ext uri="{FF2B5EF4-FFF2-40B4-BE49-F238E27FC236}">
                <a16:creationId xmlns:a16="http://schemas.microsoft.com/office/drawing/2014/main" id="{2736FBFB-EA30-CA81-5C6D-62311D51AD8F}"/>
              </a:ext>
            </a:extLst>
          </p:cNvPr>
          <p:cNvSpPr txBox="1"/>
          <p:nvPr/>
        </p:nvSpPr>
        <p:spPr>
          <a:xfrm>
            <a:off x="337586" y="327254"/>
            <a:ext cx="3859196" cy="1600438"/>
          </a:xfrm>
          <a:prstGeom prst="rect">
            <a:avLst/>
          </a:prstGeom>
          <a:noFill/>
        </p:spPr>
        <p:txBody>
          <a:bodyPr wrap="square" rtlCol="0">
            <a:spAutoFit/>
          </a:bodyPr>
          <a:lstStyle/>
          <a:p>
            <a:r>
              <a:rPr lang="vi-VN" dirty="0"/>
              <a:t>1. Đơn giản và dễ triển khai</a:t>
            </a:r>
          </a:p>
          <a:p>
            <a:r>
              <a:rPr lang="vi-VN" dirty="0"/>
              <a:t>KNN là một thuật toán Machine Learning đơn giản, dễ hiểu và dễ triển khai. Nó chỉ cần hai yếu tố chính là số lượng láng giềng K và độ đo khoảng cách, không yêu cầu quá trình huấn luyện phức tạp hay điều chỉnh nhiều siêu tham số.</a:t>
            </a:r>
          </a:p>
        </p:txBody>
      </p:sp>
      <p:sp>
        <p:nvSpPr>
          <p:cNvPr id="1217" name="TextBox 1216">
            <a:extLst>
              <a:ext uri="{FF2B5EF4-FFF2-40B4-BE49-F238E27FC236}">
                <a16:creationId xmlns:a16="http://schemas.microsoft.com/office/drawing/2014/main" id="{8D4843CF-10DE-8CD1-2E78-E6CC38F34762}"/>
              </a:ext>
            </a:extLst>
          </p:cNvPr>
          <p:cNvSpPr txBox="1"/>
          <p:nvPr/>
        </p:nvSpPr>
        <p:spPr>
          <a:xfrm>
            <a:off x="5000425" y="800042"/>
            <a:ext cx="3859196" cy="3108543"/>
          </a:xfrm>
          <a:prstGeom prst="rect">
            <a:avLst/>
          </a:prstGeom>
          <a:noFill/>
        </p:spPr>
        <p:txBody>
          <a:bodyPr wrap="square" rtlCol="0">
            <a:spAutoFit/>
          </a:bodyPr>
          <a:lstStyle/>
          <a:p>
            <a:r>
              <a:rPr lang="vi-VN" dirty="0"/>
              <a:t>2. Xử lý ranh giới phi tuyến tính</a:t>
            </a:r>
          </a:p>
          <a:p>
            <a:r>
              <a:rPr lang="vi-VN" dirty="0"/>
              <a:t>Dữ liệu mạng, đặc biệt là giữa lưu lượng bình thường và tấn công, thường không có ranh giới phân loại tuyến tính rõ ràng. Các cuộc tấn công SYN Flood có thể có đặc trưng rất giống với lưu lượng hợp lệ cao (traffic spike). KNN với bản chất tìm kiếm cục bộ (local search) sẽ giải quyết rất tốt các cụm dữ liệu lộn xộn này.</a:t>
            </a:r>
          </a:p>
          <a:p>
            <a:r>
              <a:rPr lang="vi-VN" dirty="0"/>
              <a:t>Khác với các thuật toán như Logistic Regression hay Naive Bayes (giả định ranh giới tuyến tính), KNN có khả năng tạo ra ranh giới phân loại phi tuyến tính phức tạp một cách tự nhiên, phù hợp với bản chất của dữ liệu mạng.</a:t>
            </a:r>
          </a:p>
        </p:txBody>
      </p:sp>
      <p:sp>
        <p:nvSpPr>
          <p:cNvPr id="1218" name="TextBox 1217">
            <a:extLst>
              <a:ext uri="{FF2B5EF4-FFF2-40B4-BE49-F238E27FC236}">
                <a16:creationId xmlns:a16="http://schemas.microsoft.com/office/drawing/2014/main" id="{DAB494A5-9F49-D435-CBD4-E59589DF7C1B}"/>
              </a:ext>
            </a:extLst>
          </p:cNvPr>
          <p:cNvSpPr txBox="1"/>
          <p:nvPr/>
        </p:nvSpPr>
        <p:spPr>
          <a:xfrm>
            <a:off x="337586" y="2110832"/>
            <a:ext cx="3859196" cy="1815882"/>
          </a:xfrm>
          <a:prstGeom prst="rect">
            <a:avLst/>
          </a:prstGeom>
          <a:noFill/>
        </p:spPr>
        <p:txBody>
          <a:bodyPr wrap="square" rtlCol="0">
            <a:spAutoFit/>
          </a:bodyPr>
          <a:lstStyle/>
          <a:p>
            <a:r>
              <a:rPr lang="vi-VN" dirty="0"/>
              <a:t>3. Hiệu quả với đặc trưng tốt</a:t>
            </a:r>
          </a:p>
          <a:p>
            <a:r>
              <a:rPr lang="vi-VN" dirty="0"/>
              <a:t>KNN rất hiệu quả khi dữ liệu có đặc trưng tốt. Trong phát hiện SYN Flood, các đặc trưng như tốc độ SYN, tỷ lệ SYN/ACK hay IP nguồn giúp phân biệt rõ hành vi tấn công. Khi chọn đúng đặc trưng, KNN có thể đạt độ chính xác cao, cho thấy đặc trưng quan trọng hơn thuật toán phức tạp.</a:t>
            </a:r>
          </a:p>
        </p:txBody>
      </p:sp>
    </p:spTree>
    <p:extLst>
      <p:ext uri="{BB962C8B-B14F-4D97-AF65-F5344CB8AC3E}">
        <p14:creationId xmlns:p14="http://schemas.microsoft.com/office/powerpoint/2010/main" val="1825512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19"/>
                                        </p:tgtEl>
                                        <p:attrNameLst>
                                          <p:attrName>style.visibility</p:attrName>
                                        </p:attrNameLst>
                                      </p:cBhvr>
                                      <p:to>
                                        <p:strVal val="visible"/>
                                      </p:to>
                                    </p:set>
                                    <p:anim calcmode="lin" valueType="num">
                                      <p:cBhvr additive="base">
                                        <p:cTn id="11" dur="500" fill="hold"/>
                                        <p:tgtEl>
                                          <p:spTgt spid="1219"/>
                                        </p:tgtEl>
                                        <p:attrNameLst>
                                          <p:attrName>ppt_x</p:attrName>
                                        </p:attrNameLst>
                                      </p:cBhvr>
                                      <p:tavLst>
                                        <p:tav tm="0">
                                          <p:val>
                                            <p:strVal val="#ppt_x"/>
                                          </p:val>
                                        </p:tav>
                                        <p:tav tm="100000">
                                          <p:val>
                                            <p:strVal val="#ppt_x"/>
                                          </p:val>
                                        </p:tav>
                                      </p:tavLst>
                                    </p:anim>
                                    <p:anim calcmode="lin" valueType="num">
                                      <p:cBhvr additive="base">
                                        <p:cTn id="12" dur="500" fill="hold"/>
                                        <p:tgtEl>
                                          <p:spTgt spid="12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17"/>
                                        </p:tgtEl>
                                        <p:attrNameLst>
                                          <p:attrName>style.visibility</p:attrName>
                                        </p:attrNameLst>
                                      </p:cBhvr>
                                      <p:to>
                                        <p:strVal val="visible"/>
                                      </p:to>
                                    </p:set>
                                    <p:anim calcmode="lin" valueType="num">
                                      <p:cBhvr additive="base">
                                        <p:cTn id="17" dur="500" fill="hold"/>
                                        <p:tgtEl>
                                          <p:spTgt spid="1217"/>
                                        </p:tgtEl>
                                        <p:attrNameLst>
                                          <p:attrName>ppt_x</p:attrName>
                                        </p:attrNameLst>
                                      </p:cBhvr>
                                      <p:tavLst>
                                        <p:tav tm="0">
                                          <p:val>
                                            <p:strVal val="#ppt_x"/>
                                          </p:val>
                                        </p:tav>
                                        <p:tav tm="100000">
                                          <p:val>
                                            <p:strVal val="#ppt_x"/>
                                          </p:val>
                                        </p:tav>
                                      </p:tavLst>
                                    </p:anim>
                                    <p:anim calcmode="lin" valueType="num">
                                      <p:cBhvr additive="base">
                                        <p:cTn id="18" dur="500" fill="hold"/>
                                        <p:tgtEl>
                                          <p:spTgt spid="121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21"/>
                                        </p:tgtEl>
                                        <p:attrNameLst>
                                          <p:attrName>style.visibility</p:attrName>
                                        </p:attrNameLst>
                                      </p:cBhvr>
                                      <p:to>
                                        <p:strVal val="visible"/>
                                      </p:to>
                                    </p:set>
                                    <p:anim calcmode="lin" valueType="num">
                                      <p:cBhvr additive="base">
                                        <p:cTn id="21" dur="500" fill="hold"/>
                                        <p:tgtEl>
                                          <p:spTgt spid="1221"/>
                                        </p:tgtEl>
                                        <p:attrNameLst>
                                          <p:attrName>ppt_x</p:attrName>
                                        </p:attrNameLst>
                                      </p:cBhvr>
                                      <p:tavLst>
                                        <p:tav tm="0">
                                          <p:val>
                                            <p:strVal val="#ppt_x"/>
                                          </p:val>
                                        </p:tav>
                                        <p:tav tm="100000">
                                          <p:val>
                                            <p:strVal val="#ppt_x"/>
                                          </p:val>
                                        </p:tav>
                                      </p:tavLst>
                                    </p:anim>
                                    <p:anim calcmode="lin" valueType="num">
                                      <p:cBhvr additive="base">
                                        <p:cTn id="22" dur="500" fill="hold"/>
                                        <p:tgtEl>
                                          <p:spTgt spid="122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18"/>
                                        </p:tgtEl>
                                        <p:attrNameLst>
                                          <p:attrName>style.visibility</p:attrName>
                                        </p:attrNameLst>
                                      </p:cBhvr>
                                      <p:to>
                                        <p:strVal val="visible"/>
                                      </p:to>
                                    </p:set>
                                    <p:anim calcmode="lin" valueType="num">
                                      <p:cBhvr additive="base">
                                        <p:cTn id="27" dur="500" fill="hold"/>
                                        <p:tgtEl>
                                          <p:spTgt spid="1218"/>
                                        </p:tgtEl>
                                        <p:attrNameLst>
                                          <p:attrName>ppt_x</p:attrName>
                                        </p:attrNameLst>
                                      </p:cBhvr>
                                      <p:tavLst>
                                        <p:tav tm="0">
                                          <p:val>
                                            <p:strVal val="#ppt_x"/>
                                          </p:val>
                                        </p:tav>
                                        <p:tav tm="100000">
                                          <p:val>
                                            <p:strVal val="#ppt_x"/>
                                          </p:val>
                                        </p:tav>
                                      </p:tavLst>
                                    </p:anim>
                                    <p:anim calcmode="lin" valueType="num">
                                      <p:cBhvr additive="base">
                                        <p:cTn id="28" dur="500" fill="hold"/>
                                        <p:tgtEl>
                                          <p:spTgt spid="12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20"/>
                                        </p:tgtEl>
                                        <p:attrNameLst>
                                          <p:attrName>style.visibility</p:attrName>
                                        </p:attrNameLst>
                                      </p:cBhvr>
                                      <p:to>
                                        <p:strVal val="visible"/>
                                      </p:to>
                                    </p:set>
                                    <p:anim calcmode="lin" valueType="num">
                                      <p:cBhvr additive="base">
                                        <p:cTn id="31" dur="500" fill="hold"/>
                                        <p:tgtEl>
                                          <p:spTgt spid="1220"/>
                                        </p:tgtEl>
                                        <p:attrNameLst>
                                          <p:attrName>ppt_x</p:attrName>
                                        </p:attrNameLst>
                                      </p:cBhvr>
                                      <p:tavLst>
                                        <p:tav tm="0">
                                          <p:val>
                                            <p:strVal val="#ppt_x"/>
                                          </p:val>
                                        </p:tav>
                                        <p:tav tm="100000">
                                          <p:val>
                                            <p:strVal val="#ppt_x"/>
                                          </p:val>
                                        </p:tav>
                                      </p:tavLst>
                                    </p:anim>
                                    <p:anim calcmode="lin" valueType="num">
                                      <p:cBhvr additive="base">
                                        <p:cTn id="32" dur="500" fill="hold"/>
                                        <p:tgtEl>
                                          <p:spTgt spid="12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0" grpId="0" animBg="1"/>
      <p:bldP spid="1221" grpId="0" animBg="1"/>
      <p:bldP spid="1219" grpId="0" animBg="1"/>
      <p:bldP spid="5" grpId="0"/>
      <p:bldP spid="1217" grpId="0"/>
      <p:bldP spid="12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97"/>
        <p:cNvGrpSpPr/>
        <p:nvPr/>
      </p:nvGrpSpPr>
      <p:grpSpPr>
        <a:xfrm>
          <a:off x="0" y="0"/>
          <a:ext cx="0" cy="0"/>
          <a:chOff x="0" y="0"/>
          <a:chExt cx="0" cy="0"/>
        </a:xfrm>
      </p:grpSpPr>
      <p:pic>
        <p:nvPicPr>
          <p:cNvPr id="3" name="Picture 2">
            <a:extLst>
              <a:ext uri="{FF2B5EF4-FFF2-40B4-BE49-F238E27FC236}">
                <a16:creationId xmlns:a16="http://schemas.microsoft.com/office/drawing/2014/main" id="{F108DD29-9EDB-FBE5-F4C4-725F76CCCF15}"/>
              </a:ext>
            </a:extLst>
          </p:cNvPr>
          <p:cNvPicPr>
            <a:picLocks noChangeAspect="1"/>
          </p:cNvPicPr>
          <p:nvPr/>
        </p:nvPicPr>
        <p:blipFill>
          <a:blip r:embed="rId3"/>
          <a:stretch>
            <a:fillRect/>
          </a:stretch>
        </p:blipFill>
        <p:spPr>
          <a:xfrm>
            <a:off x="5119255" y="540568"/>
            <a:ext cx="3846368" cy="3933475"/>
          </a:xfrm>
          <a:prstGeom prst="rect">
            <a:avLst/>
          </a:prstGeom>
        </p:spPr>
      </p:pic>
      <p:sp>
        <p:nvSpPr>
          <p:cNvPr id="1798" name="Google Shape;1798;p44"/>
          <p:cNvSpPr txBox="1">
            <a:spLocks noGrp="1"/>
          </p:cNvSpPr>
          <p:nvPr>
            <p:ph type="title"/>
          </p:nvPr>
        </p:nvSpPr>
        <p:spPr>
          <a:xfrm>
            <a:off x="267772" y="62849"/>
            <a:ext cx="7704000" cy="572700"/>
          </a:xfrm>
          <a:prstGeom prst="rect">
            <a:avLst/>
          </a:prstGeom>
        </p:spPr>
        <p:txBody>
          <a:bodyPr spcFirstLastPara="1" wrap="square" lIns="91425" tIns="91425" rIns="91425" bIns="91425" anchor="t" anchorCtr="0">
            <a:noAutofit/>
          </a:bodyPr>
          <a:lstStyle/>
          <a:p>
            <a:pPr lvl="0"/>
            <a:r>
              <a:rPr lang="vi-VN" dirty="0"/>
              <a:t>Sơ đồ kiến trúc tổng thể của hệ thống</a:t>
            </a:r>
            <a:endParaRPr dirty="0">
              <a:solidFill>
                <a:schemeClr val="lt2"/>
              </a:solidFill>
            </a:endParaRPr>
          </a:p>
        </p:txBody>
      </p:sp>
      <p:grpSp>
        <p:nvGrpSpPr>
          <p:cNvPr id="17" name="Group 16">
            <a:extLst>
              <a:ext uri="{FF2B5EF4-FFF2-40B4-BE49-F238E27FC236}">
                <a16:creationId xmlns:a16="http://schemas.microsoft.com/office/drawing/2014/main" id="{01780703-5EBE-2BBB-E2F2-C682C67E51D1}"/>
              </a:ext>
            </a:extLst>
          </p:cNvPr>
          <p:cNvGrpSpPr/>
          <p:nvPr/>
        </p:nvGrpSpPr>
        <p:grpSpPr>
          <a:xfrm>
            <a:off x="438150" y="846364"/>
            <a:ext cx="5355770" cy="492443"/>
            <a:chOff x="438150" y="846364"/>
            <a:chExt cx="5355770" cy="492443"/>
          </a:xfrm>
        </p:grpSpPr>
        <p:sp>
          <p:nvSpPr>
            <p:cNvPr id="15" name="Oval 14">
              <a:extLst>
                <a:ext uri="{FF2B5EF4-FFF2-40B4-BE49-F238E27FC236}">
                  <a16:creationId xmlns:a16="http://schemas.microsoft.com/office/drawing/2014/main" id="{80CA011E-8560-ED06-3D0A-52CEE999F912}"/>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01827FCE-C2C7-3D8E-BB9B-BFA10C1C6351}"/>
                </a:ext>
              </a:extLst>
            </p:cNvPr>
            <p:cNvSpPr txBox="1"/>
            <p:nvPr/>
          </p:nvSpPr>
          <p:spPr>
            <a:xfrm>
              <a:off x="677635" y="846364"/>
              <a:ext cx="5116285" cy="492443"/>
            </a:xfrm>
            <a:prstGeom prst="rect">
              <a:avLst/>
            </a:prstGeom>
            <a:noFill/>
          </p:spPr>
          <p:txBody>
            <a:bodyPr wrap="square" rtlCol="0">
              <a:spAutoFit/>
            </a:bodyPr>
            <a:lstStyle/>
            <a:p>
              <a:r>
                <a:rPr lang="en-US" b="1" dirty="0">
                  <a:latin typeface="Bahnschrift SemiBold" panose="020B0502040204020203" pitchFamily="34" charset="0"/>
                </a:rPr>
                <a:t>Thu </a:t>
              </a:r>
              <a:r>
                <a:rPr lang="en-US" b="1" dirty="0" err="1">
                  <a:latin typeface="Bahnschrift SemiBold" panose="020B0502040204020203" pitchFamily="34" charset="0"/>
                </a:rPr>
                <a:t>thập</a:t>
              </a:r>
              <a:r>
                <a:rPr lang="en-US" b="1" dirty="0">
                  <a:latin typeface="Bahnschrift SemiBold" panose="020B0502040204020203" pitchFamily="34" charset="0"/>
                </a:rPr>
                <a:t> </a:t>
              </a:r>
              <a:r>
                <a:rPr lang="en-US" b="1" dirty="0" err="1">
                  <a:latin typeface="Bahnschrift SemiBold" panose="020B0502040204020203" pitchFamily="34" charset="0"/>
                </a:rPr>
                <a:t>dữ</a:t>
              </a:r>
              <a:r>
                <a:rPr lang="en-US" b="1" dirty="0">
                  <a:latin typeface="Bahnschrift SemiBold" panose="020B0502040204020203" pitchFamily="34" charset="0"/>
                </a:rPr>
                <a:t> </a:t>
              </a:r>
              <a:r>
                <a:rPr lang="en-US" b="1" dirty="0" err="1">
                  <a:latin typeface="Bahnschrift SemiBold" panose="020B0502040204020203" pitchFamily="34" charset="0"/>
                </a:rPr>
                <a:t>liệu</a:t>
              </a:r>
              <a:endParaRPr lang="en-US" b="1" dirty="0">
                <a:latin typeface="Bahnschrift SemiBold" panose="020B0502040204020203" pitchFamily="34" charset="0"/>
              </a:endParaRPr>
            </a:p>
            <a:p>
              <a:r>
                <a:rPr lang="en-US" sz="1200" dirty="0">
                  <a:latin typeface="Bahnschrift SemiBold" panose="020B0502040204020203" pitchFamily="34" charset="0"/>
                </a:rPr>
                <a:t>Packet Capture </a:t>
              </a:r>
              <a:r>
                <a:rPr lang="en-US" sz="1200" dirty="0" err="1">
                  <a:latin typeface="Bahnschrift SemiBold" panose="020B0502040204020203" pitchFamily="34" charset="0"/>
                </a:rPr>
                <a:t>từ</a:t>
              </a:r>
              <a:r>
                <a:rPr lang="en-US" sz="1200" dirty="0">
                  <a:latin typeface="Bahnschrift SemiBold" panose="020B0502040204020203" pitchFamily="34" charset="0"/>
                </a:rPr>
                <a:t> </a:t>
              </a:r>
              <a:r>
                <a:rPr lang="en-US" sz="1200" dirty="0" err="1">
                  <a:latin typeface="Bahnschrift SemiBold" panose="020B0502040204020203" pitchFamily="34" charset="0"/>
                </a:rPr>
                <a:t>giao</a:t>
              </a:r>
              <a:r>
                <a:rPr lang="en-US" sz="1200" dirty="0">
                  <a:latin typeface="Bahnschrift SemiBold" panose="020B0502040204020203" pitchFamily="34" charset="0"/>
                </a:rPr>
                <a:t> </a:t>
              </a:r>
              <a:r>
                <a:rPr lang="en-US" sz="1200" dirty="0" err="1">
                  <a:latin typeface="Bahnschrift SemiBold" panose="020B0502040204020203" pitchFamily="34" charset="0"/>
                </a:rPr>
                <a:t>diện</a:t>
              </a:r>
              <a:r>
                <a:rPr lang="en-US" sz="1200" dirty="0">
                  <a:latin typeface="Bahnschrift SemiBold" panose="020B0502040204020203" pitchFamily="34" charset="0"/>
                </a:rPr>
                <a:t> </a:t>
              </a:r>
              <a:r>
                <a:rPr lang="en-US" sz="1200" dirty="0" err="1">
                  <a:latin typeface="Bahnschrift SemiBold" panose="020B0502040204020203" pitchFamily="34" charset="0"/>
                </a:rPr>
                <a:t>mạng</a:t>
              </a:r>
              <a:r>
                <a:rPr lang="en-US" sz="1200" dirty="0">
                  <a:latin typeface="Bahnschrift SemiBold" panose="020B0502040204020203" pitchFamily="34" charset="0"/>
                </a:rPr>
                <a:t> </a:t>
              </a:r>
              <a:r>
                <a:rPr lang="en-US" sz="1200" dirty="0" err="1">
                  <a:latin typeface="Bahnschrift SemiBold" panose="020B0502040204020203" pitchFamily="34" charset="0"/>
                </a:rPr>
                <a:t>hoặc</a:t>
              </a:r>
              <a:r>
                <a:rPr lang="en-US" sz="1200" dirty="0">
                  <a:latin typeface="Bahnschrift SemiBold" panose="020B0502040204020203" pitchFamily="34" charset="0"/>
                </a:rPr>
                <a:t> </a:t>
              </a:r>
              <a:r>
                <a:rPr lang="en-US" sz="1200" dirty="0" err="1">
                  <a:latin typeface="Bahnschrift SemiBold" panose="020B0502040204020203" pitchFamily="34" charset="0"/>
                </a:rPr>
                <a:t>sử</a:t>
              </a:r>
              <a:r>
                <a:rPr lang="en-US" sz="1200" dirty="0">
                  <a:latin typeface="Bahnschrift SemiBold" panose="020B0502040204020203" pitchFamily="34" charset="0"/>
                </a:rPr>
                <a:t> </a:t>
              </a:r>
              <a:r>
                <a:rPr lang="en-US" sz="1200" dirty="0" err="1">
                  <a:latin typeface="Bahnschrift SemiBold" panose="020B0502040204020203" pitchFamily="34" charset="0"/>
                </a:rPr>
                <a:t>dụng</a:t>
              </a:r>
              <a:r>
                <a:rPr lang="en-US" sz="1200" dirty="0">
                  <a:latin typeface="Bahnschrift SemiBold" panose="020B0502040204020203" pitchFamily="34" charset="0"/>
                </a:rPr>
                <a:t> dataset </a:t>
              </a:r>
              <a:r>
                <a:rPr lang="en-US" sz="1200" dirty="0" err="1">
                  <a:latin typeface="Bahnschrift SemiBold" panose="020B0502040204020203" pitchFamily="34" charset="0"/>
                </a:rPr>
                <a:t>có</a:t>
              </a:r>
              <a:r>
                <a:rPr lang="en-US" sz="1200" dirty="0">
                  <a:latin typeface="Bahnschrift SemiBold" panose="020B0502040204020203" pitchFamily="34" charset="0"/>
                </a:rPr>
                <a:t> </a:t>
              </a:r>
              <a:r>
                <a:rPr lang="en-US" sz="1200" dirty="0" err="1">
                  <a:latin typeface="Bahnschrift SemiBold" panose="020B0502040204020203" pitchFamily="34" charset="0"/>
                </a:rPr>
                <a:t>sẵn</a:t>
              </a:r>
              <a:endParaRPr lang="en-US" sz="1200" dirty="0">
                <a:latin typeface="Bahnschrift SemiBold" panose="020B0502040204020203" pitchFamily="34" charset="0"/>
              </a:endParaRPr>
            </a:p>
          </p:txBody>
        </p:sp>
      </p:grpSp>
      <p:grpSp>
        <p:nvGrpSpPr>
          <p:cNvPr id="18" name="Group 17">
            <a:extLst>
              <a:ext uri="{FF2B5EF4-FFF2-40B4-BE49-F238E27FC236}">
                <a16:creationId xmlns:a16="http://schemas.microsoft.com/office/drawing/2014/main" id="{469EBC0A-325B-3BBC-A6CB-9AA20B5A8137}"/>
              </a:ext>
            </a:extLst>
          </p:cNvPr>
          <p:cNvGrpSpPr/>
          <p:nvPr/>
        </p:nvGrpSpPr>
        <p:grpSpPr>
          <a:xfrm>
            <a:off x="438150" y="1510392"/>
            <a:ext cx="5355770" cy="492443"/>
            <a:chOff x="438150" y="846364"/>
            <a:chExt cx="5355770" cy="492443"/>
          </a:xfrm>
        </p:grpSpPr>
        <p:sp>
          <p:nvSpPr>
            <p:cNvPr id="19" name="Oval 18">
              <a:extLst>
                <a:ext uri="{FF2B5EF4-FFF2-40B4-BE49-F238E27FC236}">
                  <a16:creationId xmlns:a16="http://schemas.microsoft.com/office/drawing/2014/main" id="{A98E1B6A-19EC-23DF-ABA2-2FFBEE040EB2}"/>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9495FDC-FA1F-B4E4-A4CF-D85603D2274E}"/>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Tiền</a:t>
              </a:r>
              <a:r>
                <a:rPr lang="en-US" b="1" dirty="0">
                  <a:latin typeface="Bahnschrift SemiBold" panose="020B0502040204020203" pitchFamily="34" charset="0"/>
                </a:rPr>
                <a:t> </a:t>
              </a:r>
              <a:r>
                <a:rPr lang="en-US" b="1" dirty="0" err="1">
                  <a:latin typeface="Bahnschrift SemiBold" panose="020B0502040204020203" pitchFamily="34" charset="0"/>
                </a:rPr>
                <a:t>xử</a:t>
              </a:r>
              <a:r>
                <a:rPr lang="en-US" b="1" dirty="0">
                  <a:latin typeface="Bahnschrift SemiBold" panose="020B0502040204020203" pitchFamily="34" charset="0"/>
                </a:rPr>
                <a:t> </a:t>
              </a:r>
              <a:r>
                <a:rPr lang="en-US" b="1" dirty="0" err="1">
                  <a:latin typeface="Bahnschrift SemiBold" panose="020B0502040204020203" pitchFamily="34" charset="0"/>
                </a:rPr>
                <a:t>lý</a:t>
              </a:r>
              <a:endParaRPr lang="en-US" b="1" dirty="0">
                <a:latin typeface="Bahnschrift SemiBold" panose="020B0502040204020203" pitchFamily="34" charset="0"/>
              </a:endParaRPr>
            </a:p>
            <a:p>
              <a:r>
                <a:rPr lang="en-US" sz="1200" dirty="0" err="1">
                  <a:latin typeface="Bahnschrift SemiBold" panose="020B0502040204020203" pitchFamily="34" charset="0"/>
                </a:rPr>
                <a:t>Lọc</a:t>
              </a:r>
              <a:r>
                <a:rPr lang="en-US" sz="1200" dirty="0">
                  <a:latin typeface="Bahnschrift SemiBold" panose="020B0502040204020203" pitchFamily="34" charset="0"/>
                </a:rPr>
                <a:t> </a:t>
              </a:r>
              <a:r>
                <a:rPr lang="en-US" sz="1200" dirty="0" err="1">
                  <a:latin typeface="Bahnschrift SemiBold" panose="020B0502040204020203" pitchFamily="34" charset="0"/>
                </a:rPr>
                <a:t>nhiễu</a:t>
              </a:r>
              <a:r>
                <a:rPr lang="en-US" sz="1200" dirty="0">
                  <a:latin typeface="Bahnschrift SemiBold" panose="020B0502040204020203" pitchFamily="34" charset="0"/>
                </a:rPr>
                <a:t>, </a:t>
              </a:r>
              <a:r>
                <a:rPr lang="en-US" sz="1200" dirty="0" err="1">
                  <a:latin typeface="Bahnschrift SemiBold" panose="020B0502040204020203" pitchFamily="34" charset="0"/>
                </a:rPr>
                <a:t>xử</a:t>
              </a:r>
              <a:r>
                <a:rPr lang="en-US" sz="1200" dirty="0">
                  <a:latin typeface="Bahnschrift SemiBold" panose="020B0502040204020203" pitchFamily="34" charset="0"/>
                </a:rPr>
                <a:t> </a:t>
              </a:r>
              <a:r>
                <a:rPr lang="en-US" sz="1200" dirty="0" err="1">
                  <a:latin typeface="Bahnschrift SemiBold" panose="020B0502040204020203" pitchFamily="34" charset="0"/>
                </a:rPr>
                <a:t>lý</a:t>
              </a:r>
              <a:r>
                <a:rPr lang="en-US" sz="1200" dirty="0">
                  <a:latin typeface="Bahnschrift SemiBold" panose="020B0502040204020203" pitchFamily="34" charset="0"/>
                </a:rPr>
                <a:t> missing values, </a:t>
              </a:r>
              <a:r>
                <a:rPr lang="en-US" sz="1200" dirty="0" err="1">
                  <a:latin typeface="Bahnschrift SemiBold" panose="020B0502040204020203" pitchFamily="34" charset="0"/>
                </a:rPr>
                <a:t>chuẩn</a:t>
              </a:r>
              <a:r>
                <a:rPr lang="en-US" sz="1200" dirty="0">
                  <a:latin typeface="Bahnschrift SemiBold" panose="020B0502040204020203" pitchFamily="34" charset="0"/>
                </a:rPr>
                <a:t> </a:t>
              </a:r>
              <a:r>
                <a:rPr lang="en-US" sz="1200" dirty="0" err="1">
                  <a:latin typeface="Bahnschrift SemiBold" panose="020B0502040204020203" pitchFamily="34" charset="0"/>
                </a:rPr>
                <a:t>hóa</a:t>
              </a:r>
              <a:r>
                <a:rPr lang="en-US" sz="1200" dirty="0">
                  <a:latin typeface="Bahnschrift SemiBold" panose="020B0502040204020203" pitchFamily="34" charset="0"/>
                </a:rPr>
                <a:t> </a:t>
              </a:r>
              <a:r>
                <a:rPr lang="en-US" sz="1200" dirty="0" err="1">
                  <a:latin typeface="Bahnschrift SemiBold" panose="020B0502040204020203" pitchFamily="34" charset="0"/>
                </a:rPr>
                <a:t>định</a:t>
              </a:r>
              <a:r>
                <a:rPr lang="en-US" sz="1200" dirty="0">
                  <a:latin typeface="Bahnschrift SemiBold" panose="020B0502040204020203" pitchFamily="34" charset="0"/>
                </a:rPr>
                <a:t> </a:t>
              </a:r>
              <a:r>
                <a:rPr lang="en-US" sz="1200" dirty="0" err="1">
                  <a:latin typeface="Bahnschrift SemiBold" panose="020B0502040204020203" pitchFamily="34" charset="0"/>
                </a:rPr>
                <a:t>dạng</a:t>
              </a:r>
              <a:endParaRPr lang="en-US" sz="1200" dirty="0">
                <a:latin typeface="Bahnschrift SemiBold" panose="020B0502040204020203" pitchFamily="34" charset="0"/>
              </a:endParaRPr>
            </a:p>
          </p:txBody>
        </p:sp>
      </p:grpSp>
      <p:grpSp>
        <p:nvGrpSpPr>
          <p:cNvPr id="21" name="Group 20">
            <a:extLst>
              <a:ext uri="{FF2B5EF4-FFF2-40B4-BE49-F238E27FC236}">
                <a16:creationId xmlns:a16="http://schemas.microsoft.com/office/drawing/2014/main" id="{44291C23-6A5F-0C30-D5F8-9B2D6732B0EF}"/>
              </a:ext>
            </a:extLst>
          </p:cNvPr>
          <p:cNvGrpSpPr/>
          <p:nvPr/>
        </p:nvGrpSpPr>
        <p:grpSpPr>
          <a:xfrm>
            <a:off x="438150" y="2309776"/>
            <a:ext cx="5355770" cy="492443"/>
            <a:chOff x="438150" y="893920"/>
            <a:chExt cx="5355770" cy="492443"/>
          </a:xfrm>
        </p:grpSpPr>
        <p:sp>
          <p:nvSpPr>
            <p:cNvPr id="22" name="Oval 21">
              <a:extLst>
                <a:ext uri="{FF2B5EF4-FFF2-40B4-BE49-F238E27FC236}">
                  <a16:creationId xmlns:a16="http://schemas.microsoft.com/office/drawing/2014/main" id="{0060167A-97CA-1793-AF45-1C2BA3FAACC1}"/>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DF4B3AF6-9E4C-0224-C5D3-C0446BAD7112}"/>
                </a:ext>
              </a:extLst>
            </p:cNvPr>
            <p:cNvSpPr txBox="1"/>
            <p:nvPr/>
          </p:nvSpPr>
          <p:spPr>
            <a:xfrm>
              <a:off x="677635" y="893920"/>
              <a:ext cx="5116285" cy="492443"/>
            </a:xfrm>
            <a:prstGeom prst="rect">
              <a:avLst/>
            </a:prstGeom>
            <a:noFill/>
          </p:spPr>
          <p:txBody>
            <a:bodyPr wrap="square" rtlCol="0">
              <a:spAutoFit/>
            </a:bodyPr>
            <a:lstStyle/>
            <a:p>
              <a:r>
                <a:rPr lang="vi-VN" b="1" dirty="0">
                  <a:latin typeface="Bahnschrift SemiBold" panose="020B0502040204020203" pitchFamily="34" charset="0"/>
                </a:rPr>
                <a:t>Trích xuất đặc trưng</a:t>
              </a:r>
              <a:endParaRPr lang="en-US" b="1" dirty="0">
                <a:latin typeface="Bahnschrift SemiBold" panose="020B0502040204020203" pitchFamily="34" charset="0"/>
              </a:endParaRPr>
            </a:p>
            <a:p>
              <a:r>
                <a:rPr lang="en-US" sz="1200" dirty="0">
                  <a:latin typeface="Bahnschrift SemiBold" panose="020B0502040204020203" pitchFamily="34" charset="0"/>
                </a:rPr>
                <a:t>Feature Extraction </a:t>
              </a:r>
              <a:r>
                <a:rPr lang="en-US" sz="1200" dirty="0" err="1">
                  <a:latin typeface="Bahnschrift SemiBold" panose="020B0502040204020203" pitchFamily="34" charset="0"/>
                </a:rPr>
                <a:t>và</a:t>
              </a:r>
              <a:r>
                <a:rPr lang="en-US" sz="1200" dirty="0">
                  <a:latin typeface="Bahnschrift SemiBold" panose="020B0502040204020203" pitchFamily="34" charset="0"/>
                </a:rPr>
                <a:t> Feature Selection </a:t>
              </a:r>
              <a:r>
                <a:rPr lang="en-US" sz="1200" dirty="0" err="1">
                  <a:latin typeface="Bahnschrift SemiBold" panose="020B0502040204020203" pitchFamily="34" charset="0"/>
                </a:rPr>
                <a:t>các</a:t>
              </a:r>
              <a:r>
                <a:rPr lang="en-US" sz="1200" dirty="0">
                  <a:latin typeface="Bahnschrift SemiBold" panose="020B0502040204020203" pitchFamily="34" charset="0"/>
                </a:rPr>
                <a:t> </a:t>
              </a:r>
              <a:r>
                <a:rPr lang="en-US" sz="1200" dirty="0" err="1">
                  <a:latin typeface="Bahnschrift SemiBold" panose="020B0502040204020203" pitchFamily="34" charset="0"/>
                </a:rPr>
                <a:t>thông</a:t>
              </a:r>
              <a:r>
                <a:rPr lang="en-US" sz="1200" dirty="0">
                  <a:latin typeface="Bahnschrift SemiBold" panose="020B0502040204020203" pitchFamily="34" charset="0"/>
                </a:rPr>
                <a:t> </a:t>
              </a:r>
              <a:r>
                <a:rPr lang="en-US" sz="1200" dirty="0" err="1">
                  <a:latin typeface="Bahnschrift SemiBold" panose="020B0502040204020203" pitchFamily="34" charset="0"/>
                </a:rPr>
                <a:t>số</a:t>
              </a:r>
              <a:r>
                <a:rPr lang="en-US" sz="1200" dirty="0">
                  <a:latin typeface="Bahnschrift SemiBold" panose="020B0502040204020203" pitchFamily="34" charset="0"/>
                </a:rPr>
                <a:t> </a:t>
              </a:r>
              <a:r>
                <a:rPr lang="en-US" sz="1200" dirty="0" err="1">
                  <a:latin typeface="Bahnschrift SemiBold" panose="020B0502040204020203" pitchFamily="34" charset="0"/>
                </a:rPr>
                <a:t>mạng</a:t>
              </a:r>
              <a:endParaRPr lang="en-US" sz="1200" dirty="0">
                <a:latin typeface="Bahnschrift SemiBold" panose="020B0502040204020203" pitchFamily="34" charset="0"/>
              </a:endParaRPr>
            </a:p>
          </p:txBody>
        </p:sp>
      </p:grpSp>
      <p:grpSp>
        <p:nvGrpSpPr>
          <p:cNvPr id="24" name="Group 23">
            <a:extLst>
              <a:ext uri="{FF2B5EF4-FFF2-40B4-BE49-F238E27FC236}">
                <a16:creationId xmlns:a16="http://schemas.microsoft.com/office/drawing/2014/main" id="{D0CFCD90-4D0B-68E5-73C6-F9F28B28C626}"/>
              </a:ext>
            </a:extLst>
          </p:cNvPr>
          <p:cNvGrpSpPr/>
          <p:nvPr/>
        </p:nvGrpSpPr>
        <p:grpSpPr>
          <a:xfrm>
            <a:off x="438150" y="2944777"/>
            <a:ext cx="5355770" cy="492443"/>
            <a:chOff x="438150" y="846364"/>
            <a:chExt cx="5355770" cy="492443"/>
          </a:xfrm>
        </p:grpSpPr>
        <p:sp>
          <p:nvSpPr>
            <p:cNvPr id="25" name="Oval 24">
              <a:extLst>
                <a:ext uri="{FF2B5EF4-FFF2-40B4-BE49-F238E27FC236}">
                  <a16:creationId xmlns:a16="http://schemas.microsoft.com/office/drawing/2014/main" id="{B54C8B8E-BB3B-138E-008F-3720A13711B1}"/>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932F6B3E-427F-3D57-625C-577AD40DE3C0}"/>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Áp</a:t>
              </a:r>
              <a:r>
                <a:rPr lang="en-US" b="1" dirty="0">
                  <a:latin typeface="Bahnschrift SemiBold" panose="020B0502040204020203" pitchFamily="34" charset="0"/>
                </a:rPr>
                <a:t> </a:t>
              </a:r>
              <a:r>
                <a:rPr lang="en-US" b="1" dirty="0" err="1">
                  <a:latin typeface="Bahnschrift SemiBold" panose="020B0502040204020203" pitchFamily="34" charset="0"/>
                </a:rPr>
                <a:t>dụng</a:t>
              </a:r>
              <a:r>
                <a:rPr lang="en-US" b="1" dirty="0">
                  <a:latin typeface="Bahnschrift SemiBold" panose="020B0502040204020203" pitchFamily="34" charset="0"/>
                </a:rPr>
                <a:t> KNN</a:t>
              </a:r>
            </a:p>
            <a:p>
              <a:r>
                <a:rPr lang="en-US" sz="1200" dirty="0">
                  <a:latin typeface="Bahnschrift SemiBold" panose="020B0502040204020203" pitchFamily="34" charset="0"/>
                </a:rPr>
                <a:t>Training </a:t>
              </a:r>
              <a:r>
                <a:rPr lang="en-US" sz="1200" dirty="0" err="1">
                  <a:latin typeface="Bahnschrift SemiBold" panose="020B0502040204020203" pitchFamily="34" charset="0"/>
                </a:rPr>
                <a:t>mô</a:t>
              </a:r>
              <a:r>
                <a:rPr lang="en-US" sz="1200" dirty="0">
                  <a:latin typeface="Bahnschrift SemiBold" panose="020B0502040204020203" pitchFamily="34" charset="0"/>
                </a:rPr>
                <a:t> </a:t>
              </a:r>
              <a:r>
                <a:rPr lang="en-US" sz="1200" dirty="0" err="1">
                  <a:latin typeface="Bahnschrift SemiBold" panose="020B0502040204020203" pitchFamily="34" charset="0"/>
                </a:rPr>
                <a:t>hình</a:t>
              </a:r>
              <a:r>
                <a:rPr lang="en-US" sz="1200" dirty="0">
                  <a:latin typeface="Bahnschrift SemiBold" panose="020B0502040204020203" pitchFamily="34" charset="0"/>
                </a:rPr>
                <a:t> </a:t>
              </a:r>
              <a:r>
                <a:rPr lang="en-US" sz="1200" dirty="0" err="1">
                  <a:latin typeface="Bahnschrift SemiBold" panose="020B0502040204020203" pitchFamily="34" charset="0"/>
                </a:rPr>
                <a:t>với</a:t>
              </a:r>
              <a:r>
                <a:rPr lang="en-US" sz="1200" dirty="0">
                  <a:latin typeface="Bahnschrift SemiBold" panose="020B0502040204020203" pitchFamily="34" charset="0"/>
                </a:rPr>
                <a:t> dataset </a:t>
              </a:r>
              <a:r>
                <a:rPr lang="en-US" sz="1200" dirty="0" err="1">
                  <a:latin typeface="Bahnschrift SemiBold" panose="020B0502040204020203" pitchFamily="34" charset="0"/>
                </a:rPr>
                <a:t>huấn</a:t>
              </a:r>
              <a:r>
                <a:rPr lang="en-US" sz="1200" dirty="0">
                  <a:latin typeface="Bahnschrift SemiBold" panose="020B0502040204020203" pitchFamily="34" charset="0"/>
                </a:rPr>
                <a:t> </a:t>
              </a:r>
              <a:r>
                <a:rPr lang="en-US" sz="1200" dirty="0" err="1">
                  <a:latin typeface="Bahnschrift SemiBold" panose="020B0502040204020203" pitchFamily="34" charset="0"/>
                </a:rPr>
                <a:t>luyện</a:t>
              </a:r>
              <a:r>
                <a:rPr lang="en-US" sz="1200" dirty="0">
                  <a:latin typeface="Bahnschrift SemiBold" panose="020B0502040204020203" pitchFamily="34" charset="0"/>
                </a:rPr>
                <a:t>, Testing </a:t>
              </a:r>
              <a:r>
                <a:rPr lang="en-US" sz="1200" dirty="0" err="1">
                  <a:latin typeface="Bahnschrift SemiBold" panose="020B0502040204020203" pitchFamily="34" charset="0"/>
                </a:rPr>
                <a:t>với</a:t>
              </a:r>
              <a:r>
                <a:rPr lang="en-US" sz="1200" dirty="0">
                  <a:latin typeface="Bahnschrift SemiBold" panose="020B0502040204020203" pitchFamily="34" charset="0"/>
                </a:rPr>
                <a:t> </a:t>
              </a:r>
              <a:r>
                <a:rPr lang="en-US" sz="1200" dirty="0" err="1">
                  <a:latin typeface="Bahnschrift SemiBold" panose="020B0502040204020203" pitchFamily="34" charset="0"/>
                </a:rPr>
                <a:t>dữ</a:t>
              </a:r>
              <a:r>
                <a:rPr lang="en-US" sz="1200" dirty="0">
                  <a:latin typeface="Bahnschrift SemiBold" panose="020B0502040204020203" pitchFamily="34" charset="0"/>
                </a:rPr>
                <a:t> </a:t>
              </a:r>
              <a:r>
                <a:rPr lang="en-US" sz="1200" dirty="0" err="1">
                  <a:latin typeface="Bahnschrift SemiBold" panose="020B0502040204020203" pitchFamily="34" charset="0"/>
                </a:rPr>
                <a:t>liệu</a:t>
              </a:r>
              <a:r>
                <a:rPr lang="en-US" sz="1200" dirty="0">
                  <a:latin typeface="Bahnschrift SemiBold" panose="020B0502040204020203" pitchFamily="34" charset="0"/>
                </a:rPr>
                <a:t> </a:t>
              </a:r>
              <a:r>
                <a:rPr lang="en-US" sz="1200" dirty="0" err="1">
                  <a:latin typeface="Bahnschrift SemiBold" panose="020B0502040204020203" pitchFamily="34" charset="0"/>
                </a:rPr>
                <a:t>mới</a:t>
              </a:r>
              <a:endParaRPr lang="en-US" sz="1200" dirty="0">
                <a:latin typeface="Bahnschrift SemiBold" panose="020B0502040204020203" pitchFamily="34" charset="0"/>
              </a:endParaRPr>
            </a:p>
          </p:txBody>
        </p:sp>
      </p:grpSp>
      <p:grpSp>
        <p:nvGrpSpPr>
          <p:cNvPr id="27" name="Group 26">
            <a:extLst>
              <a:ext uri="{FF2B5EF4-FFF2-40B4-BE49-F238E27FC236}">
                <a16:creationId xmlns:a16="http://schemas.microsoft.com/office/drawing/2014/main" id="{0C06D707-7962-DB33-D5D9-DB9BC17A1BF5}"/>
              </a:ext>
            </a:extLst>
          </p:cNvPr>
          <p:cNvGrpSpPr/>
          <p:nvPr/>
        </p:nvGrpSpPr>
        <p:grpSpPr>
          <a:xfrm>
            <a:off x="438150" y="3696605"/>
            <a:ext cx="5355770" cy="492443"/>
            <a:chOff x="438150" y="846364"/>
            <a:chExt cx="5355770" cy="492443"/>
          </a:xfrm>
        </p:grpSpPr>
        <p:sp>
          <p:nvSpPr>
            <p:cNvPr id="28" name="Oval 27">
              <a:extLst>
                <a:ext uri="{FF2B5EF4-FFF2-40B4-BE49-F238E27FC236}">
                  <a16:creationId xmlns:a16="http://schemas.microsoft.com/office/drawing/2014/main" id="{0219CC33-33A3-3ABA-0593-D3B46C2A3C7D}"/>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9F4AD6D9-92A3-538E-C554-F04F90D3E8CF}"/>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Đánh</a:t>
              </a:r>
              <a:r>
                <a:rPr lang="en-US" b="1" dirty="0">
                  <a:latin typeface="Bahnschrift SemiBold" panose="020B0502040204020203" pitchFamily="34" charset="0"/>
                </a:rPr>
                <a:t> </a:t>
              </a:r>
              <a:r>
                <a:rPr lang="en-US" b="1" dirty="0" err="1">
                  <a:latin typeface="Bahnschrift SemiBold" panose="020B0502040204020203" pitchFamily="34" charset="0"/>
                </a:rPr>
                <a:t>giá</a:t>
              </a:r>
              <a:r>
                <a:rPr lang="en-US" b="1" dirty="0">
                  <a:latin typeface="Bahnschrift SemiBold" panose="020B0502040204020203" pitchFamily="34" charset="0"/>
                </a:rPr>
                <a:t> &amp; </a:t>
              </a:r>
              <a:r>
                <a:rPr lang="en-US" b="1" dirty="0" err="1">
                  <a:latin typeface="Bahnschrift SemiBold" panose="020B0502040204020203" pitchFamily="34" charset="0"/>
                </a:rPr>
                <a:t>Cảnh</a:t>
              </a:r>
              <a:r>
                <a:rPr lang="en-US" b="1" dirty="0">
                  <a:latin typeface="Bahnschrift SemiBold" panose="020B0502040204020203" pitchFamily="34" charset="0"/>
                </a:rPr>
                <a:t> </a:t>
              </a:r>
              <a:r>
                <a:rPr lang="en-US" b="1" dirty="0" err="1">
                  <a:latin typeface="Bahnschrift SemiBold" panose="020B0502040204020203" pitchFamily="34" charset="0"/>
                </a:rPr>
                <a:t>báo</a:t>
              </a:r>
              <a:endParaRPr lang="en-US" b="1" dirty="0">
                <a:latin typeface="Bahnschrift SemiBold" panose="020B0502040204020203" pitchFamily="34" charset="0"/>
              </a:endParaRPr>
            </a:p>
            <a:p>
              <a:r>
                <a:rPr lang="en-US" sz="1200" dirty="0" err="1">
                  <a:latin typeface="Bahnschrift SemiBold" panose="020B0502040204020203" pitchFamily="34" charset="0"/>
                </a:rPr>
                <a:t>Tính</a:t>
              </a:r>
              <a:r>
                <a:rPr lang="en-US" sz="1200" dirty="0">
                  <a:latin typeface="Bahnschrift SemiBold" panose="020B0502040204020203" pitchFamily="34" charset="0"/>
                </a:rPr>
                <a:t> </a:t>
              </a:r>
              <a:r>
                <a:rPr lang="en-US" sz="1200" dirty="0" err="1">
                  <a:latin typeface="Bahnschrift SemiBold" panose="020B0502040204020203" pitchFamily="34" charset="0"/>
                </a:rPr>
                <a:t>toán</a:t>
              </a:r>
              <a:r>
                <a:rPr lang="en-US" sz="1200" dirty="0">
                  <a:latin typeface="Bahnschrift SemiBold" panose="020B0502040204020203" pitchFamily="34" charset="0"/>
                </a:rPr>
                <a:t> </a:t>
              </a:r>
              <a:r>
                <a:rPr lang="en-US" sz="1200" dirty="0" err="1">
                  <a:latin typeface="Bahnschrift SemiBold" panose="020B0502040204020203" pitchFamily="34" charset="0"/>
                </a:rPr>
                <a:t>độ</a:t>
              </a:r>
              <a:r>
                <a:rPr lang="en-US" sz="1200" dirty="0">
                  <a:latin typeface="Bahnschrift SemiBold" panose="020B0502040204020203" pitchFamily="34" charset="0"/>
                </a:rPr>
                <a:t> </a:t>
              </a:r>
              <a:r>
                <a:rPr lang="en-US" sz="1200" dirty="0" err="1">
                  <a:latin typeface="Bahnschrift SemiBold" panose="020B0502040204020203" pitchFamily="34" charset="0"/>
                </a:rPr>
                <a:t>chính</a:t>
              </a:r>
              <a:r>
                <a:rPr lang="en-US" sz="1200" dirty="0">
                  <a:latin typeface="Bahnschrift SemiBold" panose="020B0502040204020203" pitchFamily="34" charset="0"/>
                </a:rPr>
                <a:t> </a:t>
              </a:r>
              <a:r>
                <a:rPr lang="en-US" sz="1200" dirty="0" err="1">
                  <a:latin typeface="Bahnschrift SemiBold" panose="020B0502040204020203" pitchFamily="34" charset="0"/>
                </a:rPr>
                <a:t>xác</a:t>
              </a:r>
              <a:r>
                <a:rPr lang="en-US" sz="1200" dirty="0">
                  <a:latin typeface="Bahnschrift SemiBold" panose="020B0502040204020203" pitchFamily="34" charset="0"/>
                </a:rPr>
                <a:t>, precision, recall </a:t>
              </a:r>
              <a:r>
                <a:rPr lang="en-US" sz="1200" dirty="0" err="1">
                  <a:latin typeface="Bahnschrift SemiBold" panose="020B0502040204020203" pitchFamily="34" charset="0"/>
                </a:rPr>
                <a:t>và</a:t>
              </a:r>
              <a:r>
                <a:rPr lang="en-US" sz="1200" dirty="0">
                  <a:latin typeface="Bahnschrift SemiBold" panose="020B0502040204020203" pitchFamily="34" charset="0"/>
                </a:rPr>
                <a:t> </a:t>
              </a:r>
              <a:r>
                <a:rPr lang="en-US" sz="1200" dirty="0" err="1">
                  <a:latin typeface="Bahnschrift SemiBold" panose="020B0502040204020203" pitchFamily="34" charset="0"/>
                </a:rPr>
                <a:t>phát</a:t>
              </a:r>
              <a:r>
                <a:rPr lang="en-US" sz="1200" dirty="0">
                  <a:latin typeface="Bahnschrift SemiBold" panose="020B0502040204020203" pitchFamily="34" charset="0"/>
                </a:rPr>
                <a:t> </a:t>
              </a:r>
              <a:r>
                <a:rPr lang="en-US" sz="1200" dirty="0" err="1">
                  <a:latin typeface="Bahnschrift SemiBold" panose="020B0502040204020203" pitchFamily="34" charset="0"/>
                </a:rPr>
                <a:t>cảnh</a:t>
              </a:r>
              <a:r>
                <a:rPr lang="en-US" sz="1200" dirty="0">
                  <a:latin typeface="Bahnschrift SemiBold" panose="020B0502040204020203" pitchFamily="34" charset="0"/>
                </a:rPr>
                <a:t> </a:t>
              </a:r>
              <a:r>
                <a:rPr lang="en-US" sz="1200" dirty="0" err="1">
                  <a:latin typeface="Bahnschrift SemiBold" panose="020B0502040204020203" pitchFamily="34" charset="0"/>
                </a:rPr>
                <a:t>báo</a:t>
              </a:r>
              <a:r>
                <a:rPr lang="en-US" sz="1200" dirty="0">
                  <a:latin typeface="Bahnschrift SemiBold" panose="020B0502040204020203" pitchFamily="34" charset="0"/>
                </a:rPr>
                <a:t>/block</a:t>
              </a:r>
            </a:p>
          </p:txBody>
        </p:sp>
      </p:grpSp>
      <p:sp>
        <p:nvSpPr>
          <p:cNvPr id="30" name="TextBox 29">
            <a:extLst>
              <a:ext uri="{FF2B5EF4-FFF2-40B4-BE49-F238E27FC236}">
                <a16:creationId xmlns:a16="http://schemas.microsoft.com/office/drawing/2014/main" id="{73C95FCC-2CE5-7586-C302-79F952B7736E}"/>
              </a:ext>
            </a:extLst>
          </p:cNvPr>
          <p:cNvSpPr txBox="1"/>
          <p:nvPr/>
        </p:nvSpPr>
        <p:spPr>
          <a:xfrm>
            <a:off x="438150" y="902248"/>
            <a:ext cx="323850" cy="307777"/>
          </a:xfrm>
          <a:prstGeom prst="rect">
            <a:avLst/>
          </a:prstGeom>
          <a:noFill/>
        </p:spPr>
        <p:txBody>
          <a:bodyPr wrap="square" rtlCol="0">
            <a:spAutoFit/>
          </a:bodyPr>
          <a:lstStyle/>
          <a:p>
            <a:r>
              <a:rPr lang="en-US" dirty="0">
                <a:latin typeface="Bahnschrift SemiBold" panose="020B0502040204020203" pitchFamily="34" charset="0"/>
              </a:rPr>
              <a:t>1</a:t>
            </a:r>
          </a:p>
        </p:txBody>
      </p:sp>
      <p:sp>
        <p:nvSpPr>
          <p:cNvPr id="31" name="TextBox 30">
            <a:extLst>
              <a:ext uri="{FF2B5EF4-FFF2-40B4-BE49-F238E27FC236}">
                <a16:creationId xmlns:a16="http://schemas.microsoft.com/office/drawing/2014/main" id="{ADD66B5D-B7CE-20D5-7ACE-89F18CE252E8}"/>
              </a:ext>
            </a:extLst>
          </p:cNvPr>
          <p:cNvSpPr txBox="1"/>
          <p:nvPr/>
        </p:nvSpPr>
        <p:spPr>
          <a:xfrm>
            <a:off x="438150" y="1602723"/>
            <a:ext cx="277586" cy="307777"/>
          </a:xfrm>
          <a:prstGeom prst="rect">
            <a:avLst/>
          </a:prstGeom>
          <a:noFill/>
        </p:spPr>
        <p:txBody>
          <a:bodyPr wrap="square" rtlCol="0">
            <a:spAutoFit/>
          </a:bodyPr>
          <a:lstStyle/>
          <a:p>
            <a:r>
              <a:rPr lang="en-US" dirty="0">
                <a:latin typeface="Bahnschrift SemiBold" panose="020B0502040204020203" pitchFamily="34" charset="0"/>
              </a:rPr>
              <a:t>2</a:t>
            </a:r>
          </a:p>
        </p:txBody>
      </p:sp>
      <p:sp>
        <p:nvSpPr>
          <p:cNvPr id="32" name="TextBox 31">
            <a:extLst>
              <a:ext uri="{FF2B5EF4-FFF2-40B4-BE49-F238E27FC236}">
                <a16:creationId xmlns:a16="http://schemas.microsoft.com/office/drawing/2014/main" id="{D74D5414-7649-42DC-325A-179ED1E4BDBD}"/>
              </a:ext>
            </a:extLst>
          </p:cNvPr>
          <p:cNvSpPr txBox="1"/>
          <p:nvPr/>
        </p:nvSpPr>
        <p:spPr>
          <a:xfrm>
            <a:off x="438150" y="2353418"/>
            <a:ext cx="277586" cy="307777"/>
          </a:xfrm>
          <a:prstGeom prst="rect">
            <a:avLst/>
          </a:prstGeom>
          <a:noFill/>
        </p:spPr>
        <p:txBody>
          <a:bodyPr wrap="square" rtlCol="0">
            <a:spAutoFit/>
          </a:bodyPr>
          <a:lstStyle/>
          <a:p>
            <a:r>
              <a:rPr lang="en-US" dirty="0">
                <a:latin typeface="Bahnschrift SemiBold" panose="020B0502040204020203" pitchFamily="34" charset="0"/>
              </a:rPr>
              <a:t>3</a:t>
            </a:r>
          </a:p>
        </p:txBody>
      </p:sp>
      <p:sp>
        <p:nvSpPr>
          <p:cNvPr id="33" name="TextBox 32">
            <a:extLst>
              <a:ext uri="{FF2B5EF4-FFF2-40B4-BE49-F238E27FC236}">
                <a16:creationId xmlns:a16="http://schemas.microsoft.com/office/drawing/2014/main" id="{CF67EB92-1811-F95A-4384-7C6B33908D1F}"/>
              </a:ext>
            </a:extLst>
          </p:cNvPr>
          <p:cNvSpPr txBox="1"/>
          <p:nvPr/>
        </p:nvSpPr>
        <p:spPr>
          <a:xfrm>
            <a:off x="438150" y="3037108"/>
            <a:ext cx="277586" cy="307777"/>
          </a:xfrm>
          <a:prstGeom prst="rect">
            <a:avLst/>
          </a:prstGeom>
          <a:noFill/>
        </p:spPr>
        <p:txBody>
          <a:bodyPr wrap="square" rtlCol="0">
            <a:spAutoFit/>
          </a:bodyPr>
          <a:lstStyle/>
          <a:p>
            <a:r>
              <a:rPr lang="en-US" dirty="0">
                <a:latin typeface="Bahnschrift SemiBold" panose="020B0502040204020203" pitchFamily="34" charset="0"/>
              </a:rPr>
              <a:t>4</a:t>
            </a:r>
          </a:p>
        </p:txBody>
      </p:sp>
      <p:sp>
        <p:nvSpPr>
          <p:cNvPr id="34" name="TextBox 33">
            <a:extLst>
              <a:ext uri="{FF2B5EF4-FFF2-40B4-BE49-F238E27FC236}">
                <a16:creationId xmlns:a16="http://schemas.microsoft.com/office/drawing/2014/main" id="{1427A397-6C09-6070-17A8-13E89F8B93D0}"/>
              </a:ext>
            </a:extLst>
          </p:cNvPr>
          <p:cNvSpPr txBox="1"/>
          <p:nvPr/>
        </p:nvSpPr>
        <p:spPr>
          <a:xfrm>
            <a:off x="438150" y="3780471"/>
            <a:ext cx="277586" cy="307777"/>
          </a:xfrm>
          <a:prstGeom prst="rect">
            <a:avLst/>
          </a:prstGeom>
          <a:noFill/>
        </p:spPr>
        <p:txBody>
          <a:bodyPr wrap="square" rtlCol="0">
            <a:spAutoFit/>
          </a:bodyPr>
          <a:lstStyle/>
          <a:p>
            <a:r>
              <a:rPr lang="en-US" dirty="0">
                <a:latin typeface="Bahnschrift SemiBold" panose="020B0502040204020203" pitchFamily="34" charset="0"/>
              </a:rPr>
              <a:t>5</a:t>
            </a:r>
          </a:p>
        </p:txBody>
      </p:sp>
      <p:sp>
        <p:nvSpPr>
          <p:cNvPr id="4" name="Google Shape;1798;p44">
            <a:extLst>
              <a:ext uri="{FF2B5EF4-FFF2-40B4-BE49-F238E27FC236}">
                <a16:creationId xmlns:a16="http://schemas.microsoft.com/office/drawing/2014/main" id="{7B5E0D35-9548-E39C-9210-5F85D9F8968F}"/>
              </a:ext>
            </a:extLst>
          </p:cNvPr>
          <p:cNvSpPr txBox="1">
            <a:spLocks/>
          </p:cNvSpPr>
          <p:nvPr/>
        </p:nvSpPr>
        <p:spPr>
          <a:xfrm>
            <a:off x="3012620" y="4447078"/>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dirty="0">
                <a:solidFill>
                  <a:schemeClr val="lt2"/>
                </a:solidFill>
              </a:rPr>
              <a:t>CICDDoS 2019</a:t>
            </a:r>
            <a:endParaRPr lang="vi-VN" dirty="0">
              <a:solidFill>
                <a:schemeClr val="lt2"/>
              </a:solidFill>
            </a:endParaRPr>
          </a:p>
        </p:txBody>
      </p:sp>
      <p:pic>
        <p:nvPicPr>
          <p:cNvPr id="2" name="Picture 1">
            <a:extLst>
              <a:ext uri="{FF2B5EF4-FFF2-40B4-BE49-F238E27FC236}">
                <a16:creationId xmlns:a16="http://schemas.microsoft.com/office/drawing/2014/main" id="{11AD273A-D5D1-85C7-CE01-5E3527C00A1D}"/>
              </a:ext>
            </a:extLst>
          </p:cNvPr>
          <p:cNvPicPr>
            <a:picLocks noChangeAspect="1"/>
          </p:cNvPicPr>
          <p:nvPr/>
        </p:nvPicPr>
        <p:blipFill>
          <a:blip r:embed="rId4"/>
          <a:stretch>
            <a:fillRect/>
          </a:stretch>
        </p:blipFill>
        <p:spPr>
          <a:xfrm>
            <a:off x="0" y="5512826"/>
            <a:ext cx="9144000" cy="46029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 calcmode="lin" valueType="num">
                                      <p:cBhvr additive="base">
                                        <p:cTn id="21" dur="500" fill="hold"/>
                                        <p:tgtEl>
                                          <p:spTgt spid="31"/>
                                        </p:tgtEl>
                                        <p:attrNameLst>
                                          <p:attrName>ppt_x</p:attrName>
                                        </p:attrNameLst>
                                      </p:cBhvr>
                                      <p:tavLst>
                                        <p:tav tm="0">
                                          <p:val>
                                            <p:strVal val="#ppt_x"/>
                                          </p:val>
                                        </p:tav>
                                        <p:tav tm="100000">
                                          <p:val>
                                            <p:strVal val="#ppt_x"/>
                                          </p:val>
                                        </p:tav>
                                      </p:tavLst>
                                    </p:anim>
                                    <p:anim calcmode="lin" valueType="num">
                                      <p:cBhvr additive="base">
                                        <p:cTn id="2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additive="base">
                                        <p:cTn id="41" dur="500" fill="hold"/>
                                        <p:tgtEl>
                                          <p:spTgt spid="33"/>
                                        </p:tgtEl>
                                        <p:attrNameLst>
                                          <p:attrName>ppt_x</p:attrName>
                                        </p:attrNameLst>
                                      </p:cBhvr>
                                      <p:tavLst>
                                        <p:tav tm="0">
                                          <p:val>
                                            <p:strVal val="#ppt_x"/>
                                          </p:val>
                                        </p:tav>
                                        <p:tav tm="100000">
                                          <p:val>
                                            <p:strVal val="#ppt_x"/>
                                          </p:val>
                                        </p:tav>
                                      </p:tavLst>
                                    </p:anim>
                                    <p:anim calcmode="lin" valueType="num">
                                      <p:cBhvr additive="base">
                                        <p:cTn id="4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500" fill="hold"/>
                                        <p:tgtEl>
                                          <p:spTgt spid="27"/>
                                        </p:tgtEl>
                                        <p:attrNameLst>
                                          <p:attrName>ppt_x</p:attrName>
                                        </p:attrNameLst>
                                      </p:cBhvr>
                                      <p:tavLst>
                                        <p:tav tm="0">
                                          <p:val>
                                            <p:strVal val="#ppt_x"/>
                                          </p:val>
                                        </p:tav>
                                        <p:tav tm="100000">
                                          <p:val>
                                            <p:strVal val="#ppt_x"/>
                                          </p:val>
                                        </p:tav>
                                      </p:tavLst>
                                    </p:anim>
                                    <p:anim calcmode="lin" valueType="num">
                                      <p:cBhvr additive="base">
                                        <p:cTn id="48" dur="500" fill="hold"/>
                                        <p:tgtEl>
                                          <p:spTgt spid="2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additive="base">
                                        <p:cTn id="51" dur="500" fill="hold"/>
                                        <p:tgtEl>
                                          <p:spTgt spid="34"/>
                                        </p:tgtEl>
                                        <p:attrNameLst>
                                          <p:attrName>ppt_x</p:attrName>
                                        </p:attrNameLst>
                                      </p:cBhvr>
                                      <p:tavLst>
                                        <p:tav tm="0">
                                          <p:val>
                                            <p:strVal val="#ppt_x"/>
                                          </p:val>
                                        </p:tav>
                                        <p:tav tm="100000">
                                          <p:val>
                                            <p:strVal val="#ppt_x"/>
                                          </p:val>
                                        </p:tav>
                                      </p:tavLst>
                                    </p:anim>
                                    <p:anim calcmode="lin" valueType="num">
                                      <p:cBhvr additive="base">
                                        <p:cTn id="5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4"/>
                                        </p:tgtEl>
                                        <p:attrNameLst>
                                          <p:attrName>style.visibility</p:attrName>
                                        </p:attrNameLst>
                                      </p:cBhvr>
                                      <p:to>
                                        <p:strVal val="visible"/>
                                      </p:to>
                                    </p:set>
                                    <p:animEffect transition="in" filter="fade">
                                      <p:cBhvr>
                                        <p:cTn id="57" dur="1000"/>
                                        <p:tgtEl>
                                          <p:spTgt spid="4"/>
                                        </p:tgtEl>
                                      </p:cBhvr>
                                    </p:animEffect>
                                    <p:anim calcmode="lin" valueType="num">
                                      <p:cBhvr>
                                        <p:cTn id="58" dur="1000" fill="hold"/>
                                        <p:tgtEl>
                                          <p:spTgt spid="4"/>
                                        </p:tgtEl>
                                        <p:attrNameLst>
                                          <p:attrName>ppt_x</p:attrName>
                                        </p:attrNameLst>
                                      </p:cBhvr>
                                      <p:tavLst>
                                        <p:tav tm="0">
                                          <p:val>
                                            <p:strVal val="#ppt_x"/>
                                          </p:val>
                                        </p:tav>
                                        <p:tav tm="100000">
                                          <p:val>
                                            <p:strVal val="#ppt_x"/>
                                          </p:val>
                                        </p:tav>
                                      </p:tavLst>
                                    </p:anim>
                                    <p:anim calcmode="lin" valueType="num">
                                      <p:cBhvr>
                                        <p:cTn id="5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97">
          <a:extLst>
            <a:ext uri="{FF2B5EF4-FFF2-40B4-BE49-F238E27FC236}">
              <a16:creationId xmlns:a16="http://schemas.microsoft.com/office/drawing/2014/main" id="{49DE1B80-8315-A86F-5A4E-E838944383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73305AA-E5CB-9B9F-4AD5-54DD70AA9B8F}"/>
              </a:ext>
            </a:extLst>
          </p:cNvPr>
          <p:cNvPicPr>
            <a:picLocks noChangeAspect="1"/>
          </p:cNvPicPr>
          <p:nvPr/>
        </p:nvPicPr>
        <p:blipFill>
          <a:blip r:embed="rId3"/>
          <a:stretch>
            <a:fillRect/>
          </a:stretch>
        </p:blipFill>
        <p:spPr>
          <a:xfrm>
            <a:off x="10459859" y="2634333"/>
            <a:ext cx="3846368" cy="3933475"/>
          </a:xfrm>
          <a:prstGeom prst="rect">
            <a:avLst/>
          </a:prstGeom>
        </p:spPr>
      </p:pic>
      <p:sp>
        <p:nvSpPr>
          <p:cNvPr id="1798" name="Google Shape;1798;p44">
            <a:extLst>
              <a:ext uri="{FF2B5EF4-FFF2-40B4-BE49-F238E27FC236}">
                <a16:creationId xmlns:a16="http://schemas.microsoft.com/office/drawing/2014/main" id="{5338364C-3F6B-D6B7-D9E8-4016B92FE46A}"/>
              </a:ext>
            </a:extLst>
          </p:cNvPr>
          <p:cNvSpPr txBox="1">
            <a:spLocks noGrp="1"/>
          </p:cNvSpPr>
          <p:nvPr>
            <p:ph type="title"/>
          </p:nvPr>
        </p:nvSpPr>
        <p:spPr>
          <a:xfrm>
            <a:off x="-8825428" y="50800"/>
            <a:ext cx="7704000" cy="572700"/>
          </a:xfrm>
          <a:prstGeom prst="rect">
            <a:avLst/>
          </a:prstGeom>
        </p:spPr>
        <p:txBody>
          <a:bodyPr spcFirstLastPara="1" wrap="square" lIns="91425" tIns="91425" rIns="91425" bIns="91425" anchor="t" anchorCtr="0">
            <a:noAutofit/>
          </a:bodyPr>
          <a:lstStyle/>
          <a:p>
            <a:pPr lvl="0"/>
            <a:r>
              <a:rPr lang="vi-VN" dirty="0"/>
              <a:t>Sơ đồ kiến trúc tổng thể của hệ thống</a:t>
            </a:r>
            <a:endParaRPr dirty="0">
              <a:solidFill>
                <a:schemeClr val="lt2"/>
              </a:solidFill>
            </a:endParaRPr>
          </a:p>
        </p:txBody>
      </p:sp>
      <p:grpSp>
        <p:nvGrpSpPr>
          <p:cNvPr id="17" name="Group 16">
            <a:extLst>
              <a:ext uri="{FF2B5EF4-FFF2-40B4-BE49-F238E27FC236}">
                <a16:creationId xmlns:a16="http://schemas.microsoft.com/office/drawing/2014/main" id="{7535D157-D525-594A-EF3A-30D5F3F76426}"/>
              </a:ext>
            </a:extLst>
          </p:cNvPr>
          <p:cNvGrpSpPr/>
          <p:nvPr/>
        </p:nvGrpSpPr>
        <p:grpSpPr>
          <a:xfrm>
            <a:off x="-6991350" y="2786240"/>
            <a:ext cx="5355770" cy="492443"/>
            <a:chOff x="438150" y="846364"/>
            <a:chExt cx="5355770" cy="492443"/>
          </a:xfrm>
        </p:grpSpPr>
        <p:sp>
          <p:nvSpPr>
            <p:cNvPr id="15" name="Oval 14">
              <a:extLst>
                <a:ext uri="{FF2B5EF4-FFF2-40B4-BE49-F238E27FC236}">
                  <a16:creationId xmlns:a16="http://schemas.microsoft.com/office/drawing/2014/main" id="{99C6F194-BD54-04B6-602A-22AEF9982D25}"/>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3F7F658D-F4F3-827B-7649-9731FEC49108}"/>
                </a:ext>
              </a:extLst>
            </p:cNvPr>
            <p:cNvSpPr txBox="1"/>
            <p:nvPr/>
          </p:nvSpPr>
          <p:spPr>
            <a:xfrm>
              <a:off x="677635" y="846364"/>
              <a:ext cx="5116285" cy="492443"/>
            </a:xfrm>
            <a:prstGeom prst="rect">
              <a:avLst/>
            </a:prstGeom>
            <a:noFill/>
          </p:spPr>
          <p:txBody>
            <a:bodyPr wrap="square" rtlCol="0">
              <a:spAutoFit/>
            </a:bodyPr>
            <a:lstStyle/>
            <a:p>
              <a:r>
                <a:rPr lang="en-US" b="1" dirty="0">
                  <a:latin typeface="Bahnschrift SemiBold" panose="020B0502040204020203" pitchFamily="34" charset="0"/>
                </a:rPr>
                <a:t>Thu </a:t>
              </a:r>
              <a:r>
                <a:rPr lang="en-US" b="1" dirty="0" err="1">
                  <a:latin typeface="Bahnschrift SemiBold" panose="020B0502040204020203" pitchFamily="34" charset="0"/>
                </a:rPr>
                <a:t>thập</a:t>
              </a:r>
              <a:r>
                <a:rPr lang="en-US" b="1" dirty="0">
                  <a:latin typeface="Bahnschrift SemiBold" panose="020B0502040204020203" pitchFamily="34" charset="0"/>
                </a:rPr>
                <a:t> </a:t>
              </a:r>
              <a:r>
                <a:rPr lang="en-US" b="1" dirty="0" err="1">
                  <a:latin typeface="Bahnschrift SemiBold" panose="020B0502040204020203" pitchFamily="34" charset="0"/>
                </a:rPr>
                <a:t>dữ</a:t>
              </a:r>
              <a:r>
                <a:rPr lang="en-US" b="1" dirty="0">
                  <a:latin typeface="Bahnschrift SemiBold" panose="020B0502040204020203" pitchFamily="34" charset="0"/>
                </a:rPr>
                <a:t> </a:t>
              </a:r>
              <a:r>
                <a:rPr lang="en-US" b="1" dirty="0" err="1">
                  <a:latin typeface="Bahnschrift SemiBold" panose="020B0502040204020203" pitchFamily="34" charset="0"/>
                </a:rPr>
                <a:t>liệu</a:t>
              </a:r>
              <a:endParaRPr lang="en-US" b="1" dirty="0">
                <a:latin typeface="Bahnschrift SemiBold" panose="020B0502040204020203" pitchFamily="34" charset="0"/>
              </a:endParaRPr>
            </a:p>
            <a:p>
              <a:r>
                <a:rPr lang="en-US" sz="1200" dirty="0">
                  <a:latin typeface="Bahnschrift SemiBold" panose="020B0502040204020203" pitchFamily="34" charset="0"/>
                </a:rPr>
                <a:t>Packet Capture </a:t>
              </a:r>
              <a:r>
                <a:rPr lang="en-US" sz="1200" dirty="0" err="1">
                  <a:latin typeface="Bahnschrift SemiBold" panose="020B0502040204020203" pitchFamily="34" charset="0"/>
                </a:rPr>
                <a:t>từ</a:t>
              </a:r>
              <a:r>
                <a:rPr lang="en-US" sz="1200" dirty="0">
                  <a:latin typeface="Bahnschrift SemiBold" panose="020B0502040204020203" pitchFamily="34" charset="0"/>
                </a:rPr>
                <a:t> </a:t>
              </a:r>
              <a:r>
                <a:rPr lang="en-US" sz="1200" dirty="0" err="1">
                  <a:latin typeface="Bahnschrift SemiBold" panose="020B0502040204020203" pitchFamily="34" charset="0"/>
                </a:rPr>
                <a:t>giao</a:t>
              </a:r>
              <a:r>
                <a:rPr lang="en-US" sz="1200" dirty="0">
                  <a:latin typeface="Bahnschrift SemiBold" panose="020B0502040204020203" pitchFamily="34" charset="0"/>
                </a:rPr>
                <a:t> </a:t>
              </a:r>
              <a:r>
                <a:rPr lang="en-US" sz="1200" dirty="0" err="1">
                  <a:latin typeface="Bahnschrift SemiBold" panose="020B0502040204020203" pitchFamily="34" charset="0"/>
                </a:rPr>
                <a:t>diện</a:t>
              </a:r>
              <a:r>
                <a:rPr lang="en-US" sz="1200" dirty="0">
                  <a:latin typeface="Bahnschrift SemiBold" panose="020B0502040204020203" pitchFamily="34" charset="0"/>
                </a:rPr>
                <a:t> </a:t>
              </a:r>
              <a:r>
                <a:rPr lang="en-US" sz="1200" dirty="0" err="1">
                  <a:latin typeface="Bahnschrift SemiBold" panose="020B0502040204020203" pitchFamily="34" charset="0"/>
                </a:rPr>
                <a:t>mạng</a:t>
              </a:r>
              <a:r>
                <a:rPr lang="en-US" sz="1200" dirty="0">
                  <a:latin typeface="Bahnschrift SemiBold" panose="020B0502040204020203" pitchFamily="34" charset="0"/>
                </a:rPr>
                <a:t> </a:t>
              </a:r>
              <a:r>
                <a:rPr lang="en-US" sz="1200" dirty="0" err="1">
                  <a:latin typeface="Bahnschrift SemiBold" panose="020B0502040204020203" pitchFamily="34" charset="0"/>
                </a:rPr>
                <a:t>hoặc</a:t>
              </a:r>
              <a:r>
                <a:rPr lang="en-US" sz="1200" dirty="0">
                  <a:latin typeface="Bahnschrift SemiBold" panose="020B0502040204020203" pitchFamily="34" charset="0"/>
                </a:rPr>
                <a:t> </a:t>
              </a:r>
              <a:r>
                <a:rPr lang="en-US" sz="1200" dirty="0" err="1">
                  <a:latin typeface="Bahnschrift SemiBold" panose="020B0502040204020203" pitchFamily="34" charset="0"/>
                </a:rPr>
                <a:t>sử</a:t>
              </a:r>
              <a:r>
                <a:rPr lang="en-US" sz="1200" dirty="0">
                  <a:latin typeface="Bahnschrift SemiBold" panose="020B0502040204020203" pitchFamily="34" charset="0"/>
                </a:rPr>
                <a:t> </a:t>
              </a:r>
              <a:r>
                <a:rPr lang="en-US" sz="1200" dirty="0" err="1">
                  <a:latin typeface="Bahnschrift SemiBold" panose="020B0502040204020203" pitchFamily="34" charset="0"/>
                </a:rPr>
                <a:t>dụng</a:t>
              </a:r>
              <a:r>
                <a:rPr lang="en-US" sz="1200" dirty="0">
                  <a:latin typeface="Bahnschrift SemiBold" panose="020B0502040204020203" pitchFamily="34" charset="0"/>
                </a:rPr>
                <a:t> dataset </a:t>
              </a:r>
              <a:r>
                <a:rPr lang="en-US" sz="1200" dirty="0" err="1">
                  <a:latin typeface="Bahnschrift SemiBold" panose="020B0502040204020203" pitchFamily="34" charset="0"/>
                </a:rPr>
                <a:t>có</a:t>
              </a:r>
              <a:r>
                <a:rPr lang="en-US" sz="1200" dirty="0">
                  <a:latin typeface="Bahnschrift SemiBold" panose="020B0502040204020203" pitchFamily="34" charset="0"/>
                </a:rPr>
                <a:t> </a:t>
              </a:r>
              <a:r>
                <a:rPr lang="en-US" sz="1200" dirty="0" err="1">
                  <a:latin typeface="Bahnschrift SemiBold" panose="020B0502040204020203" pitchFamily="34" charset="0"/>
                </a:rPr>
                <a:t>sẵn</a:t>
              </a:r>
              <a:endParaRPr lang="en-US" sz="1200" dirty="0">
                <a:latin typeface="Bahnschrift SemiBold" panose="020B0502040204020203" pitchFamily="34" charset="0"/>
              </a:endParaRPr>
            </a:p>
          </p:txBody>
        </p:sp>
      </p:grpSp>
      <p:grpSp>
        <p:nvGrpSpPr>
          <p:cNvPr id="18" name="Group 17">
            <a:extLst>
              <a:ext uri="{FF2B5EF4-FFF2-40B4-BE49-F238E27FC236}">
                <a16:creationId xmlns:a16="http://schemas.microsoft.com/office/drawing/2014/main" id="{701C5B0B-F596-93A1-6E97-942D4B8A2090}"/>
              </a:ext>
            </a:extLst>
          </p:cNvPr>
          <p:cNvGrpSpPr/>
          <p:nvPr/>
        </p:nvGrpSpPr>
        <p:grpSpPr>
          <a:xfrm>
            <a:off x="-6991350" y="3450268"/>
            <a:ext cx="5355770" cy="492443"/>
            <a:chOff x="438150" y="846364"/>
            <a:chExt cx="5355770" cy="492443"/>
          </a:xfrm>
        </p:grpSpPr>
        <p:sp>
          <p:nvSpPr>
            <p:cNvPr id="19" name="Oval 18">
              <a:extLst>
                <a:ext uri="{FF2B5EF4-FFF2-40B4-BE49-F238E27FC236}">
                  <a16:creationId xmlns:a16="http://schemas.microsoft.com/office/drawing/2014/main" id="{BA92389B-48BC-48F9-1B18-1DBD5D8DBC6E}"/>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711A8E46-A0C8-3A78-0C84-E8A346DC4A1C}"/>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Tiền</a:t>
              </a:r>
              <a:r>
                <a:rPr lang="en-US" b="1" dirty="0">
                  <a:latin typeface="Bahnschrift SemiBold" panose="020B0502040204020203" pitchFamily="34" charset="0"/>
                </a:rPr>
                <a:t> </a:t>
              </a:r>
              <a:r>
                <a:rPr lang="en-US" b="1" dirty="0" err="1">
                  <a:latin typeface="Bahnschrift SemiBold" panose="020B0502040204020203" pitchFamily="34" charset="0"/>
                </a:rPr>
                <a:t>xử</a:t>
              </a:r>
              <a:r>
                <a:rPr lang="en-US" b="1" dirty="0">
                  <a:latin typeface="Bahnschrift SemiBold" panose="020B0502040204020203" pitchFamily="34" charset="0"/>
                </a:rPr>
                <a:t> </a:t>
              </a:r>
              <a:r>
                <a:rPr lang="en-US" b="1" dirty="0" err="1">
                  <a:latin typeface="Bahnschrift SemiBold" panose="020B0502040204020203" pitchFamily="34" charset="0"/>
                </a:rPr>
                <a:t>lý</a:t>
              </a:r>
              <a:endParaRPr lang="en-US" b="1" dirty="0">
                <a:latin typeface="Bahnschrift SemiBold" panose="020B0502040204020203" pitchFamily="34" charset="0"/>
              </a:endParaRPr>
            </a:p>
            <a:p>
              <a:r>
                <a:rPr lang="en-US" sz="1200" dirty="0" err="1">
                  <a:latin typeface="Bahnschrift SemiBold" panose="020B0502040204020203" pitchFamily="34" charset="0"/>
                </a:rPr>
                <a:t>Lọc</a:t>
              </a:r>
              <a:r>
                <a:rPr lang="en-US" sz="1200" dirty="0">
                  <a:latin typeface="Bahnschrift SemiBold" panose="020B0502040204020203" pitchFamily="34" charset="0"/>
                </a:rPr>
                <a:t> </a:t>
              </a:r>
              <a:r>
                <a:rPr lang="en-US" sz="1200" dirty="0" err="1">
                  <a:latin typeface="Bahnschrift SemiBold" panose="020B0502040204020203" pitchFamily="34" charset="0"/>
                </a:rPr>
                <a:t>nhiễu</a:t>
              </a:r>
              <a:r>
                <a:rPr lang="en-US" sz="1200" dirty="0">
                  <a:latin typeface="Bahnschrift SemiBold" panose="020B0502040204020203" pitchFamily="34" charset="0"/>
                </a:rPr>
                <a:t>, </a:t>
              </a:r>
              <a:r>
                <a:rPr lang="en-US" sz="1200" dirty="0" err="1">
                  <a:latin typeface="Bahnschrift SemiBold" panose="020B0502040204020203" pitchFamily="34" charset="0"/>
                </a:rPr>
                <a:t>xử</a:t>
              </a:r>
              <a:r>
                <a:rPr lang="en-US" sz="1200" dirty="0">
                  <a:latin typeface="Bahnschrift SemiBold" panose="020B0502040204020203" pitchFamily="34" charset="0"/>
                </a:rPr>
                <a:t> </a:t>
              </a:r>
              <a:r>
                <a:rPr lang="en-US" sz="1200" dirty="0" err="1">
                  <a:latin typeface="Bahnschrift SemiBold" panose="020B0502040204020203" pitchFamily="34" charset="0"/>
                </a:rPr>
                <a:t>lý</a:t>
              </a:r>
              <a:r>
                <a:rPr lang="en-US" sz="1200" dirty="0">
                  <a:latin typeface="Bahnschrift SemiBold" panose="020B0502040204020203" pitchFamily="34" charset="0"/>
                </a:rPr>
                <a:t> missing values, </a:t>
              </a:r>
              <a:r>
                <a:rPr lang="en-US" sz="1200" dirty="0" err="1">
                  <a:latin typeface="Bahnschrift SemiBold" panose="020B0502040204020203" pitchFamily="34" charset="0"/>
                </a:rPr>
                <a:t>chuẩn</a:t>
              </a:r>
              <a:r>
                <a:rPr lang="en-US" sz="1200" dirty="0">
                  <a:latin typeface="Bahnschrift SemiBold" panose="020B0502040204020203" pitchFamily="34" charset="0"/>
                </a:rPr>
                <a:t> </a:t>
              </a:r>
              <a:r>
                <a:rPr lang="en-US" sz="1200" dirty="0" err="1">
                  <a:latin typeface="Bahnschrift SemiBold" panose="020B0502040204020203" pitchFamily="34" charset="0"/>
                </a:rPr>
                <a:t>hóa</a:t>
              </a:r>
              <a:r>
                <a:rPr lang="en-US" sz="1200" dirty="0">
                  <a:latin typeface="Bahnschrift SemiBold" panose="020B0502040204020203" pitchFamily="34" charset="0"/>
                </a:rPr>
                <a:t> </a:t>
              </a:r>
              <a:r>
                <a:rPr lang="en-US" sz="1200" dirty="0" err="1">
                  <a:latin typeface="Bahnschrift SemiBold" panose="020B0502040204020203" pitchFamily="34" charset="0"/>
                </a:rPr>
                <a:t>định</a:t>
              </a:r>
              <a:r>
                <a:rPr lang="en-US" sz="1200" dirty="0">
                  <a:latin typeface="Bahnschrift SemiBold" panose="020B0502040204020203" pitchFamily="34" charset="0"/>
                </a:rPr>
                <a:t> </a:t>
              </a:r>
              <a:r>
                <a:rPr lang="en-US" sz="1200" dirty="0" err="1">
                  <a:latin typeface="Bahnschrift SemiBold" panose="020B0502040204020203" pitchFamily="34" charset="0"/>
                </a:rPr>
                <a:t>dạng</a:t>
              </a:r>
              <a:endParaRPr lang="en-US" sz="1200" dirty="0">
                <a:latin typeface="Bahnschrift SemiBold" panose="020B0502040204020203" pitchFamily="34" charset="0"/>
              </a:endParaRPr>
            </a:p>
          </p:txBody>
        </p:sp>
      </p:grpSp>
      <p:grpSp>
        <p:nvGrpSpPr>
          <p:cNvPr id="21" name="Group 20">
            <a:extLst>
              <a:ext uri="{FF2B5EF4-FFF2-40B4-BE49-F238E27FC236}">
                <a16:creationId xmlns:a16="http://schemas.microsoft.com/office/drawing/2014/main" id="{16498680-9F91-BE68-7293-A90007CD66CC}"/>
              </a:ext>
            </a:extLst>
          </p:cNvPr>
          <p:cNvGrpSpPr/>
          <p:nvPr/>
        </p:nvGrpSpPr>
        <p:grpSpPr>
          <a:xfrm>
            <a:off x="-6991350" y="4249652"/>
            <a:ext cx="5355770" cy="492443"/>
            <a:chOff x="438150" y="893920"/>
            <a:chExt cx="5355770" cy="492443"/>
          </a:xfrm>
        </p:grpSpPr>
        <p:sp>
          <p:nvSpPr>
            <p:cNvPr id="22" name="Oval 21">
              <a:extLst>
                <a:ext uri="{FF2B5EF4-FFF2-40B4-BE49-F238E27FC236}">
                  <a16:creationId xmlns:a16="http://schemas.microsoft.com/office/drawing/2014/main" id="{8C71FC40-B0C0-2AB8-E644-0E8193990A88}"/>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BBBB3593-DED6-74A8-2AE0-215241C6B9B5}"/>
                </a:ext>
              </a:extLst>
            </p:cNvPr>
            <p:cNvSpPr txBox="1"/>
            <p:nvPr/>
          </p:nvSpPr>
          <p:spPr>
            <a:xfrm>
              <a:off x="677635" y="893920"/>
              <a:ext cx="5116285" cy="492443"/>
            </a:xfrm>
            <a:prstGeom prst="rect">
              <a:avLst/>
            </a:prstGeom>
            <a:noFill/>
          </p:spPr>
          <p:txBody>
            <a:bodyPr wrap="square" rtlCol="0">
              <a:spAutoFit/>
            </a:bodyPr>
            <a:lstStyle/>
            <a:p>
              <a:r>
                <a:rPr lang="vi-VN" b="1" dirty="0">
                  <a:latin typeface="Bahnschrift SemiBold" panose="020B0502040204020203" pitchFamily="34" charset="0"/>
                </a:rPr>
                <a:t>Trích xuất đặc trưng</a:t>
              </a:r>
              <a:endParaRPr lang="en-US" b="1" dirty="0">
                <a:latin typeface="Bahnschrift SemiBold" panose="020B0502040204020203" pitchFamily="34" charset="0"/>
              </a:endParaRPr>
            </a:p>
            <a:p>
              <a:r>
                <a:rPr lang="en-US" sz="1200" dirty="0">
                  <a:latin typeface="Bahnschrift SemiBold" panose="020B0502040204020203" pitchFamily="34" charset="0"/>
                </a:rPr>
                <a:t>Feature Extraction </a:t>
              </a:r>
              <a:r>
                <a:rPr lang="en-US" sz="1200" dirty="0" err="1">
                  <a:latin typeface="Bahnschrift SemiBold" panose="020B0502040204020203" pitchFamily="34" charset="0"/>
                </a:rPr>
                <a:t>và</a:t>
              </a:r>
              <a:r>
                <a:rPr lang="en-US" sz="1200" dirty="0">
                  <a:latin typeface="Bahnschrift SemiBold" panose="020B0502040204020203" pitchFamily="34" charset="0"/>
                </a:rPr>
                <a:t> Feature Selection </a:t>
              </a:r>
              <a:r>
                <a:rPr lang="en-US" sz="1200" dirty="0" err="1">
                  <a:latin typeface="Bahnschrift SemiBold" panose="020B0502040204020203" pitchFamily="34" charset="0"/>
                </a:rPr>
                <a:t>các</a:t>
              </a:r>
              <a:r>
                <a:rPr lang="en-US" sz="1200" dirty="0">
                  <a:latin typeface="Bahnschrift SemiBold" panose="020B0502040204020203" pitchFamily="34" charset="0"/>
                </a:rPr>
                <a:t> </a:t>
              </a:r>
              <a:r>
                <a:rPr lang="en-US" sz="1200" dirty="0" err="1">
                  <a:latin typeface="Bahnschrift SemiBold" panose="020B0502040204020203" pitchFamily="34" charset="0"/>
                </a:rPr>
                <a:t>thông</a:t>
              </a:r>
              <a:r>
                <a:rPr lang="en-US" sz="1200" dirty="0">
                  <a:latin typeface="Bahnschrift SemiBold" panose="020B0502040204020203" pitchFamily="34" charset="0"/>
                </a:rPr>
                <a:t> </a:t>
              </a:r>
              <a:r>
                <a:rPr lang="en-US" sz="1200" dirty="0" err="1">
                  <a:latin typeface="Bahnschrift SemiBold" panose="020B0502040204020203" pitchFamily="34" charset="0"/>
                </a:rPr>
                <a:t>số</a:t>
              </a:r>
              <a:r>
                <a:rPr lang="en-US" sz="1200" dirty="0">
                  <a:latin typeface="Bahnschrift SemiBold" panose="020B0502040204020203" pitchFamily="34" charset="0"/>
                </a:rPr>
                <a:t> </a:t>
              </a:r>
              <a:r>
                <a:rPr lang="en-US" sz="1200" dirty="0" err="1">
                  <a:latin typeface="Bahnschrift SemiBold" panose="020B0502040204020203" pitchFamily="34" charset="0"/>
                </a:rPr>
                <a:t>mạng</a:t>
              </a:r>
              <a:endParaRPr lang="en-US" sz="1200" dirty="0">
                <a:latin typeface="Bahnschrift SemiBold" panose="020B0502040204020203" pitchFamily="34" charset="0"/>
              </a:endParaRPr>
            </a:p>
          </p:txBody>
        </p:sp>
      </p:grpSp>
      <p:grpSp>
        <p:nvGrpSpPr>
          <p:cNvPr id="24" name="Group 23">
            <a:extLst>
              <a:ext uri="{FF2B5EF4-FFF2-40B4-BE49-F238E27FC236}">
                <a16:creationId xmlns:a16="http://schemas.microsoft.com/office/drawing/2014/main" id="{560E2DDA-81EA-DF16-12DB-5A764E7FA11B}"/>
              </a:ext>
            </a:extLst>
          </p:cNvPr>
          <p:cNvGrpSpPr/>
          <p:nvPr/>
        </p:nvGrpSpPr>
        <p:grpSpPr>
          <a:xfrm>
            <a:off x="-6991350" y="4884653"/>
            <a:ext cx="5355770" cy="492443"/>
            <a:chOff x="438150" y="846364"/>
            <a:chExt cx="5355770" cy="492443"/>
          </a:xfrm>
        </p:grpSpPr>
        <p:sp>
          <p:nvSpPr>
            <p:cNvPr id="25" name="Oval 24">
              <a:extLst>
                <a:ext uri="{FF2B5EF4-FFF2-40B4-BE49-F238E27FC236}">
                  <a16:creationId xmlns:a16="http://schemas.microsoft.com/office/drawing/2014/main" id="{351FDBA2-F645-A322-DABC-95C7937AF268}"/>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46B8AE5D-6989-7812-5FED-6E6C9DAD0B2A}"/>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Áp</a:t>
              </a:r>
              <a:r>
                <a:rPr lang="en-US" b="1" dirty="0">
                  <a:latin typeface="Bahnschrift SemiBold" panose="020B0502040204020203" pitchFamily="34" charset="0"/>
                </a:rPr>
                <a:t> </a:t>
              </a:r>
              <a:r>
                <a:rPr lang="en-US" b="1" dirty="0" err="1">
                  <a:latin typeface="Bahnschrift SemiBold" panose="020B0502040204020203" pitchFamily="34" charset="0"/>
                </a:rPr>
                <a:t>dụng</a:t>
              </a:r>
              <a:r>
                <a:rPr lang="en-US" b="1" dirty="0">
                  <a:latin typeface="Bahnschrift SemiBold" panose="020B0502040204020203" pitchFamily="34" charset="0"/>
                </a:rPr>
                <a:t> KNN</a:t>
              </a:r>
            </a:p>
            <a:p>
              <a:r>
                <a:rPr lang="en-US" sz="1200" dirty="0">
                  <a:latin typeface="Bahnschrift SemiBold" panose="020B0502040204020203" pitchFamily="34" charset="0"/>
                </a:rPr>
                <a:t>Training </a:t>
              </a:r>
              <a:r>
                <a:rPr lang="en-US" sz="1200" dirty="0" err="1">
                  <a:latin typeface="Bahnschrift SemiBold" panose="020B0502040204020203" pitchFamily="34" charset="0"/>
                </a:rPr>
                <a:t>mô</a:t>
              </a:r>
              <a:r>
                <a:rPr lang="en-US" sz="1200" dirty="0">
                  <a:latin typeface="Bahnschrift SemiBold" panose="020B0502040204020203" pitchFamily="34" charset="0"/>
                </a:rPr>
                <a:t> </a:t>
              </a:r>
              <a:r>
                <a:rPr lang="en-US" sz="1200" dirty="0" err="1">
                  <a:latin typeface="Bahnschrift SemiBold" panose="020B0502040204020203" pitchFamily="34" charset="0"/>
                </a:rPr>
                <a:t>hình</a:t>
              </a:r>
              <a:r>
                <a:rPr lang="en-US" sz="1200" dirty="0">
                  <a:latin typeface="Bahnschrift SemiBold" panose="020B0502040204020203" pitchFamily="34" charset="0"/>
                </a:rPr>
                <a:t> </a:t>
              </a:r>
              <a:r>
                <a:rPr lang="en-US" sz="1200" dirty="0" err="1">
                  <a:latin typeface="Bahnschrift SemiBold" panose="020B0502040204020203" pitchFamily="34" charset="0"/>
                </a:rPr>
                <a:t>với</a:t>
              </a:r>
              <a:r>
                <a:rPr lang="en-US" sz="1200" dirty="0">
                  <a:latin typeface="Bahnschrift SemiBold" panose="020B0502040204020203" pitchFamily="34" charset="0"/>
                </a:rPr>
                <a:t> dataset </a:t>
              </a:r>
              <a:r>
                <a:rPr lang="en-US" sz="1200" dirty="0" err="1">
                  <a:latin typeface="Bahnschrift SemiBold" panose="020B0502040204020203" pitchFamily="34" charset="0"/>
                </a:rPr>
                <a:t>huấn</a:t>
              </a:r>
              <a:r>
                <a:rPr lang="en-US" sz="1200" dirty="0">
                  <a:latin typeface="Bahnschrift SemiBold" panose="020B0502040204020203" pitchFamily="34" charset="0"/>
                </a:rPr>
                <a:t> </a:t>
              </a:r>
              <a:r>
                <a:rPr lang="en-US" sz="1200" dirty="0" err="1">
                  <a:latin typeface="Bahnschrift SemiBold" panose="020B0502040204020203" pitchFamily="34" charset="0"/>
                </a:rPr>
                <a:t>luyện</a:t>
              </a:r>
              <a:r>
                <a:rPr lang="en-US" sz="1200" dirty="0">
                  <a:latin typeface="Bahnschrift SemiBold" panose="020B0502040204020203" pitchFamily="34" charset="0"/>
                </a:rPr>
                <a:t>, Testing </a:t>
              </a:r>
              <a:r>
                <a:rPr lang="en-US" sz="1200" dirty="0" err="1">
                  <a:latin typeface="Bahnschrift SemiBold" panose="020B0502040204020203" pitchFamily="34" charset="0"/>
                </a:rPr>
                <a:t>với</a:t>
              </a:r>
              <a:r>
                <a:rPr lang="en-US" sz="1200" dirty="0">
                  <a:latin typeface="Bahnschrift SemiBold" panose="020B0502040204020203" pitchFamily="34" charset="0"/>
                </a:rPr>
                <a:t> </a:t>
              </a:r>
              <a:r>
                <a:rPr lang="en-US" sz="1200" dirty="0" err="1">
                  <a:latin typeface="Bahnschrift SemiBold" panose="020B0502040204020203" pitchFamily="34" charset="0"/>
                </a:rPr>
                <a:t>dữ</a:t>
              </a:r>
              <a:r>
                <a:rPr lang="en-US" sz="1200" dirty="0">
                  <a:latin typeface="Bahnschrift SemiBold" panose="020B0502040204020203" pitchFamily="34" charset="0"/>
                </a:rPr>
                <a:t> </a:t>
              </a:r>
              <a:r>
                <a:rPr lang="en-US" sz="1200" dirty="0" err="1">
                  <a:latin typeface="Bahnschrift SemiBold" panose="020B0502040204020203" pitchFamily="34" charset="0"/>
                </a:rPr>
                <a:t>liệu</a:t>
              </a:r>
              <a:r>
                <a:rPr lang="en-US" sz="1200" dirty="0">
                  <a:latin typeface="Bahnschrift SemiBold" panose="020B0502040204020203" pitchFamily="34" charset="0"/>
                </a:rPr>
                <a:t> </a:t>
              </a:r>
              <a:r>
                <a:rPr lang="en-US" sz="1200" dirty="0" err="1">
                  <a:latin typeface="Bahnschrift SemiBold" panose="020B0502040204020203" pitchFamily="34" charset="0"/>
                </a:rPr>
                <a:t>mới</a:t>
              </a:r>
              <a:endParaRPr lang="en-US" sz="1200" dirty="0">
                <a:latin typeface="Bahnschrift SemiBold" panose="020B0502040204020203" pitchFamily="34" charset="0"/>
              </a:endParaRPr>
            </a:p>
          </p:txBody>
        </p:sp>
      </p:grpSp>
      <p:grpSp>
        <p:nvGrpSpPr>
          <p:cNvPr id="27" name="Group 26">
            <a:extLst>
              <a:ext uri="{FF2B5EF4-FFF2-40B4-BE49-F238E27FC236}">
                <a16:creationId xmlns:a16="http://schemas.microsoft.com/office/drawing/2014/main" id="{5595C4A9-4E55-ABB1-BE80-283C48EBA7C9}"/>
              </a:ext>
            </a:extLst>
          </p:cNvPr>
          <p:cNvGrpSpPr/>
          <p:nvPr/>
        </p:nvGrpSpPr>
        <p:grpSpPr>
          <a:xfrm>
            <a:off x="-6991350" y="5636481"/>
            <a:ext cx="5355770" cy="492443"/>
            <a:chOff x="438150" y="846364"/>
            <a:chExt cx="5355770" cy="492443"/>
          </a:xfrm>
        </p:grpSpPr>
        <p:sp>
          <p:nvSpPr>
            <p:cNvPr id="28" name="Oval 27">
              <a:extLst>
                <a:ext uri="{FF2B5EF4-FFF2-40B4-BE49-F238E27FC236}">
                  <a16:creationId xmlns:a16="http://schemas.microsoft.com/office/drawing/2014/main" id="{297CB731-C83E-15AE-0399-2890214DEA6E}"/>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7C8B2FCD-0BFB-0D99-902E-DDD2C04024A7}"/>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Đánh</a:t>
              </a:r>
              <a:r>
                <a:rPr lang="en-US" b="1" dirty="0">
                  <a:latin typeface="Bahnschrift SemiBold" panose="020B0502040204020203" pitchFamily="34" charset="0"/>
                </a:rPr>
                <a:t> </a:t>
              </a:r>
              <a:r>
                <a:rPr lang="en-US" b="1" dirty="0" err="1">
                  <a:latin typeface="Bahnschrift SemiBold" panose="020B0502040204020203" pitchFamily="34" charset="0"/>
                </a:rPr>
                <a:t>giá</a:t>
              </a:r>
              <a:r>
                <a:rPr lang="en-US" b="1" dirty="0">
                  <a:latin typeface="Bahnschrift SemiBold" panose="020B0502040204020203" pitchFamily="34" charset="0"/>
                </a:rPr>
                <a:t> &amp; </a:t>
              </a:r>
              <a:r>
                <a:rPr lang="en-US" b="1" dirty="0" err="1">
                  <a:latin typeface="Bahnschrift SemiBold" panose="020B0502040204020203" pitchFamily="34" charset="0"/>
                </a:rPr>
                <a:t>Cảnh</a:t>
              </a:r>
              <a:r>
                <a:rPr lang="en-US" b="1" dirty="0">
                  <a:latin typeface="Bahnschrift SemiBold" panose="020B0502040204020203" pitchFamily="34" charset="0"/>
                </a:rPr>
                <a:t> </a:t>
              </a:r>
              <a:r>
                <a:rPr lang="en-US" b="1" dirty="0" err="1">
                  <a:latin typeface="Bahnschrift SemiBold" panose="020B0502040204020203" pitchFamily="34" charset="0"/>
                </a:rPr>
                <a:t>báo</a:t>
              </a:r>
              <a:endParaRPr lang="en-US" b="1" dirty="0">
                <a:latin typeface="Bahnschrift SemiBold" panose="020B0502040204020203" pitchFamily="34" charset="0"/>
              </a:endParaRPr>
            </a:p>
            <a:p>
              <a:r>
                <a:rPr lang="en-US" sz="1200" dirty="0" err="1">
                  <a:latin typeface="Bahnschrift SemiBold" panose="020B0502040204020203" pitchFamily="34" charset="0"/>
                </a:rPr>
                <a:t>Tính</a:t>
              </a:r>
              <a:r>
                <a:rPr lang="en-US" sz="1200" dirty="0">
                  <a:latin typeface="Bahnschrift SemiBold" panose="020B0502040204020203" pitchFamily="34" charset="0"/>
                </a:rPr>
                <a:t> </a:t>
              </a:r>
              <a:r>
                <a:rPr lang="en-US" sz="1200" dirty="0" err="1">
                  <a:latin typeface="Bahnschrift SemiBold" panose="020B0502040204020203" pitchFamily="34" charset="0"/>
                </a:rPr>
                <a:t>toán</a:t>
              </a:r>
              <a:r>
                <a:rPr lang="en-US" sz="1200" dirty="0">
                  <a:latin typeface="Bahnschrift SemiBold" panose="020B0502040204020203" pitchFamily="34" charset="0"/>
                </a:rPr>
                <a:t> </a:t>
              </a:r>
              <a:r>
                <a:rPr lang="en-US" sz="1200" dirty="0" err="1">
                  <a:latin typeface="Bahnschrift SemiBold" panose="020B0502040204020203" pitchFamily="34" charset="0"/>
                </a:rPr>
                <a:t>độ</a:t>
              </a:r>
              <a:r>
                <a:rPr lang="en-US" sz="1200" dirty="0">
                  <a:latin typeface="Bahnschrift SemiBold" panose="020B0502040204020203" pitchFamily="34" charset="0"/>
                </a:rPr>
                <a:t> </a:t>
              </a:r>
              <a:r>
                <a:rPr lang="en-US" sz="1200" dirty="0" err="1">
                  <a:latin typeface="Bahnschrift SemiBold" panose="020B0502040204020203" pitchFamily="34" charset="0"/>
                </a:rPr>
                <a:t>chính</a:t>
              </a:r>
              <a:r>
                <a:rPr lang="en-US" sz="1200" dirty="0">
                  <a:latin typeface="Bahnschrift SemiBold" panose="020B0502040204020203" pitchFamily="34" charset="0"/>
                </a:rPr>
                <a:t> </a:t>
              </a:r>
              <a:r>
                <a:rPr lang="en-US" sz="1200" dirty="0" err="1">
                  <a:latin typeface="Bahnschrift SemiBold" panose="020B0502040204020203" pitchFamily="34" charset="0"/>
                </a:rPr>
                <a:t>xác</a:t>
              </a:r>
              <a:r>
                <a:rPr lang="en-US" sz="1200" dirty="0">
                  <a:latin typeface="Bahnschrift SemiBold" panose="020B0502040204020203" pitchFamily="34" charset="0"/>
                </a:rPr>
                <a:t>, precision, recall </a:t>
              </a:r>
              <a:r>
                <a:rPr lang="en-US" sz="1200" dirty="0" err="1">
                  <a:latin typeface="Bahnschrift SemiBold" panose="020B0502040204020203" pitchFamily="34" charset="0"/>
                </a:rPr>
                <a:t>và</a:t>
              </a:r>
              <a:r>
                <a:rPr lang="en-US" sz="1200" dirty="0">
                  <a:latin typeface="Bahnschrift SemiBold" panose="020B0502040204020203" pitchFamily="34" charset="0"/>
                </a:rPr>
                <a:t> </a:t>
              </a:r>
              <a:r>
                <a:rPr lang="en-US" sz="1200" dirty="0" err="1">
                  <a:latin typeface="Bahnschrift SemiBold" panose="020B0502040204020203" pitchFamily="34" charset="0"/>
                </a:rPr>
                <a:t>phát</a:t>
              </a:r>
              <a:r>
                <a:rPr lang="en-US" sz="1200" dirty="0">
                  <a:latin typeface="Bahnschrift SemiBold" panose="020B0502040204020203" pitchFamily="34" charset="0"/>
                </a:rPr>
                <a:t> </a:t>
              </a:r>
              <a:r>
                <a:rPr lang="en-US" sz="1200" dirty="0" err="1">
                  <a:latin typeface="Bahnschrift SemiBold" panose="020B0502040204020203" pitchFamily="34" charset="0"/>
                </a:rPr>
                <a:t>cảnh</a:t>
              </a:r>
              <a:r>
                <a:rPr lang="en-US" sz="1200" dirty="0">
                  <a:latin typeface="Bahnschrift SemiBold" panose="020B0502040204020203" pitchFamily="34" charset="0"/>
                </a:rPr>
                <a:t> </a:t>
              </a:r>
              <a:r>
                <a:rPr lang="en-US" sz="1200" dirty="0" err="1">
                  <a:latin typeface="Bahnschrift SemiBold" panose="020B0502040204020203" pitchFamily="34" charset="0"/>
                </a:rPr>
                <a:t>báo</a:t>
              </a:r>
              <a:r>
                <a:rPr lang="en-US" sz="1200" dirty="0">
                  <a:latin typeface="Bahnschrift SemiBold" panose="020B0502040204020203" pitchFamily="34" charset="0"/>
                </a:rPr>
                <a:t>/block</a:t>
              </a:r>
            </a:p>
          </p:txBody>
        </p:sp>
      </p:grpSp>
      <p:sp>
        <p:nvSpPr>
          <p:cNvPr id="30" name="TextBox 29">
            <a:extLst>
              <a:ext uri="{FF2B5EF4-FFF2-40B4-BE49-F238E27FC236}">
                <a16:creationId xmlns:a16="http://schemas.microsoft.com/office/drawing/2014/main" id="{170A828E-F0CA-EAAD-814E-49393E39E5F8}"/>
              </a:ext>
            </a:extLst>
          </p:cNvPr>
          <p:cNvSpPr txBox="1"/>
          <p:nvPr/>
        </p:nvSpPr>
        <p:spPr>
          <a:xfrm>
            <a:off x="-6991350" y="2842124"/>
            <a:ext cx="323850" cy="307777"/>
          </a:xfrm>
          <a:prstGeom prst="rect">
            <a:avLst/>
          </a:prstGeom>
          <a:noFill/>
        </p:spPr>
        <p:txBody>
          <a:bodyPr wrap="square" rtlCol="0">
            <a:spAutoFit/>
          </a:bodyPr>
          <a:lstStyle/>
          <a:p>
            <a:r>
              <a:rPr lang="en-US" dirty="0">
                <a:latin typeface="Bahnschrift SemiBold" panose="020B0502040204020203" pitchFamily="34" charset="0"/>
              </a:rPr>
              <a:t>1</a:t>
            </a:r>
          </a:p>
        </p:txBody>
      </p:sp>
      <p:sp>
        <p:nvSpPr>
          <p:cNvPr id="31" name="TextBox 30">
            <a:extLst>
              <a:ext uri="{FF2B5EF4-FFF2-40B4-BE49-F238E27FC236}">
                <a16:creationId xmlns:a16="http://schemas.microsoft.com/office/drawing/2014/main" id="{029CBCB9-0B0B-248B-EA4C-53E0595EB0ED}"/>
              </a:ext>
            </a:extLst>
          </p:cNvPr>
          <p:cNvSpPr txBox="1"/>
          <p:nvPr/>
        </p:nvSpPr>
        <p:spPr>
          <a:xfrm>
            <a:off x="-6991350" y="3542599"/>
            <a:ext cx="277586" cy="307777"/>
          </a:xfrm>
          <a:prstGeom prst="rect">
            <a:avLst/>
          </a:prstGeom>
          <a:noFill/>
        </p:spPr>
        <p:txBody>
          <a:bodyPr wrap="square" rtlCol="0">
            <a:spAutoFit/>
          </a:bodyPr>
          <a:lstStyle/>
          <a:p>
            <a:r>
              <a:rPr lang="en-US" dirty="0">
                <a:latin typeface="Bahnschrift SemiBold" panose="020B0502040204020203" pitchFamily="34" charset="0"/>
              </a:rPr>
              <a:t>2</a:t>
            </a:r>
          </a:p>
        </p:txBody>
      </p:sp>
      <p:sp>
        <p:nvSpPr>
          <p:cNvPr id="32" name="TextBox 31">
            <a:extLst>
              <a:ext uri="{FF2B5EF4-FFF2-40B4-BE49-F238E27FC236}">
                <a16:creationId xmlns:a16="http://schemas.microsoft.com/office/drawing/2014/main" id="{59F428D8-31E1-D215-3575-4B2AD92247AE}"/>
              </a:ext>
            </a:extLst>
          </p:cNvPr>
          <p:cNvSpPr txBox="1"/>
          <p:nvPr/>
        </p:nvSpPr>
        <p:spPr>
          <a:xfrm>
            <a:off x="-6991350" y="4293294"/>
            <a:ext cx="277586" cy="307777"/>
          </a:xfrm>
          <a:prstGeom prst="rect">
            <a:avLst/>
          </a:prstGeom>
          <a:noFill/>
        </p:spPr>
        <p:txBody>
          <a:bodyPr wrap="square" rtlCol="0">
            <a:spAutoFit/>
          </a:bodyPr>
          <a:lstStyle/>
          <a:p>
            <a:r>
              <a:rPr lang="en-US" dirty="0">
                <a:latin typeface="Bahnschrift SemiBold" panose="020B0502040204020203" pitchFamily="34" charset="0"/>
              </a:rPr>
              <a:t>3</a:t>
            </a:r>
          </a:p>
        </p:txBody>
      </p:sp>
      <p:sp>
        <p:nvSpPr>
          <p:cNvPr id="33" name="TextBox 32">
            <a:extLst>
              <a:ext uri="{FF2B5EF4-FFF2-40B4-BE49-F238E27FC236}">
                <a16:creationId xmlns:a16="http://schemas.microsoft.com/office/drawing/2014/main" id="{3F721D5B-0929-6D6B-B744-0DFED858A4BB}"/>
              </a:ext>
            </a:extLst>
          </p:cNvPr>
          <p:cNvSpPr txBox="1"/>
          <p:nvPr/>
        </p:nvSpPr>
        <p:spPr>
          <a:xfrm>
            <a:off x="-6991350" y="4976984"/>
            <a:ext cx="277586" cy="307777"/>
          </a:xfrm>
          <a:prstGeom prst="rect">
            <a:avLst/>
          </a:prstGeom>
          <a:noFill/>
        </p:spPr>
        <p:txBody>
          <a:bodyPr wrap="square" rtlCol="0">
            <a:spAutoFit/>
          </a:bodyPr>
          <a:lstStyle/>
          <a:p>
            <a:r>
              <a:rPr lang="en-US" dirty="0">
                <a:latin typeface="Bahnschrift SemiBold" panose="020B0502040204020203" pitchFamily="34" charset="0"/>
              </a:rPr>
              <a:t>4</a:t>
            </a:r>
          </a:p>
        </p:txBody>
      </p:sp>
      <p:sp>
        <p:nvSpPr>
          <p:cNvPr id="34" name="TextBox 33">
            <a:extLst>
              <a:ext uri="{FF2B5EF4-FFF2-40B4-BE49-F238E27FC236}">
                <a16:creationId xmlns:a16="http://schemas.microsoft.com/office/drawing/2014/main" id="{FAA972ED-8512-2669-F0BE-2AAF37B0D8E3}"/>
              </a:ext>
            </a:extLst>
          </p:cNvPr>
          <p:cNvSpPr txBox="1"/>
          <p:nvPr/>
        </p:nvSpPr>
        <p:spPr>
          <a:xfrm>
            <a:off x="-6991350" y="5720347"/>
            <a:ext cx="277586" cy="307777"/>
          </a:xfrm>
          <a:prstGeom prst="rect">
            <a:avLst/>
          </a:prstGeom>
          <a:noFill/>
        </p:spPr>
        <p:txBody>
          <a:bodyPr wrap="square" rtlCol="0">
            <a:spAutoFit/>
          </a:bodyPr>
          <a:lstStyle/>
          <a:p>
            <a:r>
              <a:rPr lang="en-US" dirty="0">
                <a:latin typeface="Bahnschrift SemiBold" panose="020B0502040204020203" pitchFamily="34" charset="0"/>
              </a:rPr>
              <a:t>5</a:t>
            </a:r>
          </a:p>
        </p:txBody>
      </p:sp>
      <p:sp>
        <p:nvSpPr>
          <p:cNvPr id="2" name="Google Shape;1798;p44">
            <a:extLst>
              <a:ext uri="{FF2B5EF4-FFF2-40B4-BE49-F238E27FC236}">
                <a16:creationId xmlns:a16="http://schemas.microsoft.com/office/drawing/2014/main" id="{C2F33CDF-A8D0-AC1C-6094-89ABCAADCBA5}"/>
              </a:ext>
            </a:extLst>
          </p:cNvPr>
          <p:cNvSpPr txBox="1">
            <a:spLocks/>
          </p:cNvSpPr>
          <p:nvPr/>
        </p:nvSpPr>
        <p:spPr>
          <a:xfrm>
            <a:off x="3028043" y="-3213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dirty="0">
                <a:solidFill>
                  <a:schemeClr val="lt2"/>
                </a:solidFill>
              </a:rPr>
              <a:t>CICDDoS 2019</a:t>
            </a:r>
            <a:endParaRPr lang="vi-VN" dirty="0">
              <a:solidFill>
                <a:schemeClr val="lt2"/>
              </a:solidFill>
            </a:endParaRPr>
          </a:p>
        </p:txBody>
      </p:sp>
      <p:pic>
        <p:nvPicPr>
          <p:cNvPr id="9" name="Picture 8">
            <a:extLst>
              <a:ext uri="{FF2B5EF4-FFF2-40B4-BE49-F238E27FC236}">
                <a16:creationId xmlns:a16="http://schemas.microsoft.com/office/drawing/2014/main" id="{515814EE-336C-C704-103A-5B21F5A7B9A7}"/>
              </a:ext>
            </a:extLst>
          </p:cNvPr>
          <p:cNvPicPr>
            <a:picLocks noChangeAspect="1"/>
          </p:cNvPicPr>
          <p:nvPr/>
        </p:nvPicPr>
        <p:blipFill>
          <a:blip r:embed="rId4"/>
          <a:stretch>
            <a:fillRect/>
          </a:stretch>
        </p:blipFill>
        <p:spPr>
          <a:xfrm>
            <a:off x="0" y="540569"/>
            <a:ext cx="9144000" cy="4602932"/>
          </a:xfrm>
          <a:prstGeom prst="rect">
            <a:avLst/>
          </a:prstGeom>
        </p:spPr>
      </p:pic>
      <p:pic>
        <p:nvPicPr>
          <p:cNvPr id="11" name="Picture 10">
            <a:extLst>
              <a:ext uri="{FF2B5EF4-FFF2-40B4-BE49-F238E27FC236}">
                <a16:creationId xmlns:a16="http://schemas.microsoft.com/office/drawing/2014/main" id="{966189BF-03AA-86F4-F8DE-9158F4C906E9}"/>
              </a:ext>
            </a:extLst>
          </p:cNvPr>
          <p:cNvPicPr>
            <a:picLocks noChangeAspect="1"/>
          </p:cNvPicPr>
          <p:nvPr/>
        </p:nvPicPr>
        <p:blipFill>
          <a:blip r:embed="rId5"/>
          <a:stretch>
            <a:fillRect/>
          </a:stretch>
        </p:blipFill>
        <p:spPr>
          <a:xfrm>
            <a:off x="0" y="577328"/>
            <a:ext cx="9144000" cy="4566172"/>
          </a:xfrm>
          <a:prstGeom prst="rect">
            <a:avLst/>
          </a:prstGeom>
        </p:spPr>
      </p:pic>
    </p:spTree>
    <p:extLst>
      <p:ext uri="{BB962C8B-B14F-4D97-AF65-F5344CB8AC3E}">
        <p14:creationId xmlns:p14="http://schemas.microsoft.com/office/powerpoint/2010/main" val="23937129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97">
          <a:extLst>
            <a:ext uri="{FF2B5EF4-FFF2-40B4-BE49-F238E27FC236}">
              <a16:creationId xmlns:a16="http://schemas.microsoft.com/office/drawing/2014/main" id="{5F58F678-1F39-670B-62C7-421EC60C23B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0FF366-ECA2-80A8-E151-9C1ADB45E687}"/>
              </a:ext>
            </a:extLst>
          </p:cNvPr>
          <p:cNvPicPr>
            <a:picLocks noChangeAspect="1"/>
          </p:cNvPicPr>
          <p:nvPr/>
        </p:nvPicPr>
        <p:blipFill>
          <a:blip r:embed="rId3"/>
          <a:stretch>
            <a:fillRect/>
          </a:stretch>
        </p:blipFill>
        <p:spPr>
          <a:xfrm>
            <a:off x="10459859" y="2634333"/>
            <a:ext cx="3846368" cy="3933475"/>
          </a:xfrm>
          <a:prstGeom prst="rect">
            <a:avLst/>
          </a:prstGeom>
        </p:spPr>
      </p:pic>
      <p:sp>
        <p:nvSpPr>
          <p:cNvPr id="1798" name="Google Shape;1798;p44">
            <a:extLst>
              <a:ext uri="{FF2B5EF4-FFF2-40B4-BE49-F238E27FC236}">
                <a16:creationId xmlns:a16="http://schemas.microsoft.com/office/drawing/2014/main" id="{35880B9D-3BD0-B8D6-979B-2D4EF10F1C87}"/>
              </a:ext>
            </a:extLst>
          </p:cNvPr>
          <p:cNvSpPr txBox="1">
            <a:spLocks noGrp="1"/>
          </p:cNvSpPr>
          <p:nvPr>
            <p:ph type="title"/>
          </p:nvPr>
        </p:nvSpPr>
        <p:spPr>
          <a:xfrm>
            <a:off x="-8825428" y="50800"/>
            <a:ext cx="7704000" cy="572700"/>
          </a:xfrm>
          <a:prstGeom prst="rect">
            <a:avLst/>
          </a:prstGeom>
        </p:spPr>
        <p:txBody>
          <a:bodyPr spcFirstLastPara="1" wrap="square" lIns="91425" tIns="91425" rIns="91425" bIns="91425" anchor="t" anchorCtr="0">
            <a:noAutofit/>
          </a:bodyPr>
          <a:lstStyle/>
          <a:p>
            <a:pPr lvl="0"/>
            <a:r>
              <a:rPr lang="vi-VN" dirty="0"/>
              <a:t>Sơ đồ kiến trúc tổng thể của hệ thống</a:t>
            </a:r>
            <a:endParaRPr dirty="0">
              <a:solidFill>
                <a:schemeClr val="lt2"/>
              </a:solidFill>
            </a:endParaRPr>
          </a:p>
        </p:txBody>
      </p:sp>
      <p:grpSp>
        <p:nvGrpSpPr>
          <p:cNvPr id="17" name="Group 16">
            <a:extLst>
              <a:ext uri="{FF2B5EF4-FFF2-40B4-BE49-F238E27FC236}">
                <a16:creationId xmlns:a16="http://schemas.microsoft.com/office/drawing/2014/main" id="{245FBE53-263E-57ED-02B4-A4F2F87D4416}"/>
              </a:ext>
            </a:extLst>
          </p:cNvPr>
          <p:cNvGrpSpPr/>
          <p:nvPr/>
        </p:nvGrpSpPr>
        <p:grpSpPr>
          <a:xfrm>
            <a:off x="-6991350" y="2786240"/>
            <a:ext cx="5355770" cy="492443"/>
            <a:chOff x="438150" y="846364"/>
            <a:chExt cx="5355770" cy="492443"/>
          </a:xfrm>
        </p:grpSpPr>
        <p:sp>
          <p:nvSpPr>
            <p:cNvPr id="15" name="Oval 14">
              <a:extLst>
                <a:ext uri="{FF2B5EF4-FFF2-40B4-BE49-F238E27FC236}">
                  <a16:creationId xmlns:a16="http://schemas.microsoft.com/office/drawing/2014/main" id="{385E579B-8AEA-1C2D-3A43-A2629DE34033}"/>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590BF6B2-DCD0-E075-ECCE-1AD92D432D6F}"/>
                </a:ext>
              </a:extLst>
            </p:cNvPr>
            <p:cNvSpPr txBox="1"/>
            <p:nvPr/>
          </p:nvSpPr>
          <p:spPr>
            <a:xfrm>
              <a:off x="677635" y="846364"/>
              <a:ext cx="5116285" cy="492443"/>
            </a:xfrm>
            <a:prstGeom prst="rect">
              <a:avLst/>
            </a:prstGeom>
            <a:noFill/>
          </p:spPr>
          <p:txBody>
            <a:bodyPr wrap="square" rtlCol="0">
              <a:spAutoFit/>
            </a:bodyPr>
            <a:lstStyle/>
            <a:p>
              <a:r>
                <a:rPr lang="en-US" b="1" dirty="0">
                  <a:latin typeface="Bahnschrift SemiBold" panose="020B0502040204020203" pitchFamily="34" charset="0"/>
                </a:rPr>
                <a:t>Thu </a:t>
              </a:r>
              <a:r>
                <a:rPr lang="en-US" b="1" dirty="0" err="1">
                  <a:latin typeface="Bahnschrift SemiBold" panose="020B0502040204020203" pitchFamily="34" charset="0"/>
                </a:rPr>
                <a:t>thập</a:t>
              </a:r>
              <a:r>
                <a:rPr lang="en-US" b="1" dirty="0">
                  <a:latin typeface="Bahnschrift SemiBold" panose="020B0502040204020203" pitchFamily="34" charset="0"/>
                </a:rPr>
                <a:t> </a:t>
              </a:r>
              <a:r>
                <a:rPr lang="en-US" b="1" dirty="0" err="1">
                  <a:latin typeface="Bahnschrift SemiBold" panose="020B0502040204020203" pitchFamily="34" charset="0"/>
                </a:rPr>
                <a:t>dữ</a:t>
              </a:r>
              <a:r>
                <a:rPr lang="en-US" b="1" dirty="0">
                  <a:latin typeface="Bahnschrift SemiBold" panose="020B0502040204020203" pitchFamily="34" charset="0"/>
                </a:rPr>
                <a:t> </a:t>
              </a:r>
              <a:r>
                <a:rPr lang="en-US" b="1" dirty="0" err="1">
                  <a:latin typeface="Bahnschrift SemiBold" panose="020B0502040204020203" pitchFamily="34" charset="0"/>
                </a:rPr>
                <a:t>liệu</a:t>
              </a:r>
              <a:endParaRPr lang="en-US" b="1" dirty="0">
                <a:latin typeface="Bahnschrift SemiBold" panose="020B0502040204020203" pitchFamily="34" charset="0"/>
              </a:endParaRPr>
            </a:p>
            <a:p>
              <a:r>
                <a:rPr lang="en-US" sz="1200" dirty="0">
                  <a:latin typeface="Bahnschrift SemiBold" panose="020B0502040204020203" pitchFamily="34" charset="0"/>
                </a:rPr>
                <a:t>Packet Capture </a:t>
              </a:r>
              <a:r>
                <a:rPr lang="en-US" sz="1200" dirty="0" err="1">
                  <a:latin typeface="Bahnschrift SemiBold" panose="020B0502040204020203" pitchFamily="34" charset="0"/>
                </a:rPr>
                <a:t>từ</a:t>
              </a:r>
              <a:r>
                <a:rPr lang="en-US" sz="1200" dirty="0">
                  <a:latin typeface="Bahnschrift SemiBold" panose="020B0502040204020203" pitchFamily="34" charset="0"/>
                </a:rPr>
                <a:t> </a:t>
              </a:r>
              <a:r>
                <a:rPr lang="en-US" sz="1200" dirty="0" err="1">
                  <a:latin typeface="Bahnschrift SemiBold" panose="020B0502040204020203" pitchFamily="34" charset="0"/>
                </a:rPr>
                <a:t>giao</a:t>
              </a:r>
              <a:r>
                <a:rPr lang="en-US" sz="1200" dirty="0">
                  <a:latin typeface="Bahnschrift SemiBold" panose="020B0502040204020203" pitchFamily="34" charset="0"/>
                </a:rPr>
                <a:t> </a:t>
              </a:r>
              <a:r>
                <a:rPr lang="en-US" sz="1200" dirty="0" err="1">
                  <a:latin typeface="Bahnschrift SemiBold" panose="020B0502040204020203" pitchFamily="34" charset="0"/>
                </a:rPr>
                <a:t>diện</a:t>
              </a:r>
              <a:r>
                <a:rPr lang="en-US" sz="1200" dirty="0">
                  <a:latin typeface="Bahnschrift SemiBold" panose="020B0502040204020203" pitchFamily="34" charset="0"/>
                </a:rPr>
                <a:t> </a:t>
              </a:r>
              <a:r>
                <a:rPr lang="en-US" sz="1200" dirty="0" err="1">
                  <a:latin typeface="Bahnschrift SemiBold" panose="020B0502040204020203" pitchFamily="34" charset="0"/>
                </a:rPr>
                <a:t>mạng</a:t>
              </a:r>
              <a:r>
                <a:rPr lang="en-US" sz="1200" dirty="0">
                  <a:latin typeface="Bahnschrift SemiBold" panose="020B0502040204020203" pitchFamily="34" charset="0"/>
                </a:rPr>
                <a:t> </a:t>
              </a:r>
              <a:r>
                <a:rPr lang="en-US" sz="1200" dirty="0" err="1">
                  <a:latin typeface="Bahnschrift SemiBold" panose="020B0502040204020203" pitchFamily="34" charset="0"/>
                </a:rPr>
                <a:t>hoặc</a:t>
              </a:r>
              <a:r>
                <a:rPr lang="en-US" sz="1200" dirty="0">
                  <a:latin typeface="Bahnschrift SemiBold" panose="020B0502040204020203" pitchFamily="34" charset="0"/>
                </a:rPr>
                <a:t> </a:t>
              </a:r>
              <a:r>
                <a:rPr lang="en-US" sz="1200" dirty="0" err="1">
                  <a:latin typeface="Bahnschrift SemiBold" panose="020B0502040204020203" pitchFamily="34" charset="0"/>
                </a:rPr>
                <a:t>sử</a:t>
              </a:r>
              <a:r>
                <a:rPr lang="en-US" sz="1200" dirty="0">
                  <a:latin typeface="Bahnschrift SemiBold" panose="020B0502040204020203" pitchFamily="34" charset="0"/>
                </a:rPr>
                <a:t> </a:t>
              </a:r>
              <a:r>
                <a:rPr lang="en-US" sz="1200" dirty="0" err="1">
                  <a:latin typeface="Bahnschrift SemiBold" panose="020B0502040204020203" pitchFamily="34" charset="0"/>
                </a:rPr>
                <a:t>dụng</a:t>
              </a:r>
              <a:r>
                <a:rPr lang="en-US" sz="1200" dirty="0">
                  <a:latin typeface="Bahnschrift SemiBold" panose="020B0502040204020203" pitchFamily="34" charset="0"/>
                </a:rPr>
                <a:t> dataset </a:t>
              </a:r>
              <a:r>
                <a:rPr lang="en-US" sz="1200" dirty="0" err="1">
                  <a:latin typeface="Bahnschrift SemiBold" panose="020B0502040204020203" pitchFamily="34" charset="0"/>
                </a:rPr>
                <a:t>có</a:t>
              </a:r>
              <a:r>
                <a:rPr lang="en-US" sz="1200" dirty="0">
                  <a:latin typeface="Bahnschrift SemiBold" panose="020B0502040204020203" pitchFamily="34" charset="0"/>
                </a:rPr>
                <a:t> </a:t>
              </a:r>
              <a:r>
                <a:rPr lang="en-US" sz="1200" dirty="0" err="1">
                  <a:latin typeface="Bahnschrift SemiBold" panose="020B0502040204020203" pitchFamily="34" charset="0"/>
                </a:rPr>
                <a:t>sẵn</a:t>
              </a:r>
              <a:endParaRPr lang="en-US" sz="1200" dirty="0">
                <a:latin typeface="Bahnschrift SemiBold" panose="020B0502040204020203" pitchFamily="34" charset="0"/>
              </a:endParaRPr>
            </a:p>
          </p:txBody>
        </p:sp>
      </p:grpSp>
      <p:grpSp>
        <p:nvGrpSpPr>
          <p:cNvPr id="18" name="Group 17">
            <a:extLst>
              <a:ext uri="{FF2B5EF4-FFF2-40B4-BE49-F238E27FC236}">
                <a16:creationId xmlns:a16="http://schemas.microsoft.com/office/drawing/2014/main" id="{0E58F34C-4BE9-A852-D583-D00FE79D3BB7}"/>
              </a:ext>
            </a:extLst>
          </p:cNvPr>
          <p:cNvGrpSpPr/>
          <p:nvPr/>
        </p:nvGrpSpPr>
        <p:grpSpPr>
          <a:xfrm>
            <a:off x="-6991350" y="3450268"/>
            <a:ext cx="5355770" cy="492443"/>
            <a:chOff x="438150" y="846364"/>
            <a:chExt cx="5355770" cy="492443"/>
          </a:xfrm>
        </p:grpSpPr>
        <p:sp>
          <p:nvSpPr>
            <p:cNvPr id="19" name="Oval 18">
              <a:extLst>
                <a:ext uri="{FF2B5EF4-FFF2-40B4-BE49-F238E27FC236}">
                  <a16:creationId xmlns:a16="http://schemas.microsoft.com/office/drawing/2014/main" id="{D9986372-7C9B-A019-B28F-797F27C018EA}"/>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688DA14D-7F21-982E-C9FD-AD44567B8326}"/>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Tiền</a:t>
              </a:r>
              <a:r>
                <a:rPr lang="en-US" b="1" dirty="0">
                  <a:latin typeface="Bahnschrift SemiBold" panose="020B0502040204020203" pitchFamily="34" charset="0"/>
                </a:rPr>
                <a:t> </a:t>
              </a:r>
              <a:r>
                <a:rPr lang="en-US" b="1" dirty="0" err="1">
                  <a:latin typeface="Bahnschrift SemiBold" panose="020B0502040204020203" pitchFamily="34" charset="0"/>
                </a:rPr>
                <a:t>xử</a:t>
              </a:r>
              <a:r>
                <a:rPr lang="en-US" b="1" dirty="0">
                  <a:latin typeface="Bahnschrift SemiBold" panose="020B0502040204020203" pitchFamily="34" charset="0"/>
                </a:rPr>
                <a:t> </a:t>
              </a:r>
              <a:r>
                <a:rPr lang="en-US" b="1" dirty="0" err="1">
                  <a:latin typeface="Bahnschrift SemiBold" panose="020B0502040204020203" pitchFamily="34" charset="0"/>
                </a:rPr>
                <a:t>lý</a:t>
              </a:r>
              <a:endParaRPr lang="en-US" b="1" dirty="0">
                <a:latin typeface="Bahnschrift SemiBold" panose="020B0502040204020203" pitchFamily="34" charset="0"/>
              </a:endParaRPr>
            </a:p>
            <a:p>
              <a:r>
                <a:rPr lang="en-US" sz="1200" dirty="0" err="1">
                  <a:latin typeface="Bahnschrift SemiBold" panose="020B0502040204020203" pitchFamily="34" charset="0"/>
                </a:rPr>
                <a:t>Lọc</a:t>
              </a:r>
              <a:r>
                <a:rPr lang="en-US" sz="1200" dirty="0">
                  <a:latin typeface="Bahnschrift SemiBold" panose="020B0502040204020203" pitchFamily="34" charset="0"/>
                </a:rPr>
                <a:t> </a:t>
              </a:r>
              <a:r>
                <a:rPr lang="en-US" sz="1200" dirty="0" err="1">
                  <a:latin typeface="Bahnschrift SemiBold" panose="020B0502040204020203" pitchFamily="34" charset="0"/>
                </a:rPr>
                <a:t>nhiễu</a:t>
              </a:r>
              <a:r>
                <a:rPr lang="en-US" sz="1200" dirty="0">
                  <a:latin typeface="Bahnschrift SemiBold" panose="020B0502040204020203" pitchFamily="34" charset="0"/>
                </a:rPr>
                <a:t>, </a:t>
              </a:r>
              <a:r>
                <a:rPr lang="en-US" sz="1200" dirty="0" err="1">
                  <a:latin typeface="Bahnschrift SemiBold" panose="020B0502040204020203" pitchFamily="34" charset="0"/>
                </a:rPr>
                <a:t>xử</a:t>
              </a:r>
              <a:r>
                <a:rPr lang="en-US" sz="1200" dirty="0">
                  <a:latin typeface="Bahnschrift SemiBold" panose="020B0502040204020203" pitchFamily="34" charset="0"/>
                </a:rPr>
                <a:t> </a:t>
              </a:r>
              <a:r>
                <a:rPr lang="en-US" sz="1200" dirty="0" err="1">
                  <a:latin typeface="Bahnschrift SemiBold" panose="020B0502040204020203" pitchFamily="34" charset="0"/>
                </a:rPr>
                <a:t>lý</a:t>
              </a:r>
              <a:r>
                <a:rPr lang="en-US" sz="1200" dirty="0">
                  <a:latin typeface="Bahnschrift SemiBold" panose="020B0502040204020203" pitchFamily="34" charset="0"/>
                </a:rPr>
                <a:t> missing values, </a:t>
              </a:r>
              <a:r>
                <a:rPr lang="en-US" sz="1200" dirty="0" err="1">
                  <a:latin typeface="Bahnschrift SemiBold" panose="020B0502040204020203" pitchFamily="34" charset="0"/>
                </a:rPr>
                <a:t>chuẩn</a:t>
              </a:r>
              <a:r>
                <a:rPr lang="en-US" sz="1200" dirty="0">
                  <a:latin typeface="Bahnschrift SemiBold" panose="020B0502040204020203" pitchFamily="34" charset="0"/>
                </a:rPr>
                <a:t> </a:t>
              </a:r>
              <a:r>
                <a:rPr lang="en-US" sz="1200" dirty="0" err="1">
                  <a:latin typeface="Bahnschrift SemiBold" panose="020B0502040204020203" pitchFamily="34" charset="0"/>
                </a:rPr>
                <a:t>hóa</a:t>
              </a:r>
              <a:r>
                <a:rPr lang="en-US" sz="1200" dirty="0">
                  <a:latin typeface="Bahnschrift SemiBold" panose="020B0502040204020203" pitchFamily="34" charset="0"/>
                </a:rPr>
                <a:t> </a:t>
              </a:r>
              <a:r>
                <a:rPr lang="en-US" sz="1200" dirty="0" err="1">
                  <a:latin typeface="Bahnschrift SemiBold" panose="020B0502040204020203" pitchFamily="34" charset="0"/>
                </a:rPr>
                <a:t>định</a:t>
              </a:r>
              <a:r>
                <a:rPr lang="en-US" sz="1200" dirty="0">
                  <a:latin typeface="Bahnschrift SemiBold" panose="020B0502040204020203" pitchFamily="34" charset="0"/>
                </a:rPr>
                <a:t> </a:t>
              </a:r>
              <a:r>
                <a:rPr lang="en-US" sz="1200" dirty="0" err="1">
                  <a:latin typeface="Bahnschrift SemiBold" panose="020B0502040204020203" pitchFamily="34" charset="0"/>
                </a:rPr>
                <a:t>dạng</a:t>
              </a:r>
              <a:endParaRPr lang="en-US" sz="1200" dirty="0">
                <a:latin typeface="Bahnschrift SemiBold" panose="020B0502040204020203" pitchFamily="34" charset="0"/>
              </a:endParaRPr>
            </a:p>
          </p:txBody>
        </p:sp>
      </p:grpSp>
      <p:grpSp>
        <p:nvGrpSpPr>
          <p:cNvPr id="21" name="Group 20">
            <a:extLst>
              <a:ext uri="{FF2B5EF4-FFF2-40B4-BE49-F238E27FC236}">
                <a16:creationId xmlns:a16="http://schemas.microsoft.com/office/drawing/2014/main" id="{4A9BEEFF-CB11-15F2-AEE5-BB0325675175}"/>
              </a:ext>
            </a:extLst>
          </p:cNvPr>
          <p:cNvGrpSpPr/>
          <p:nvPr/>
        </p:nvGrpSpPr>
        <p:grpSpPr>
          <a:xfrm>
            <a:off x="-6991350" y="4249652"/>
            <a:ext cx="5355770" cy="492443"/>
            <a:chOff x="438150" y="893920"/>
            <a:chExt cx="5355770" cy="492443"/>
          </a:xfrm>
        </p:grpSpPr>
        <p:sp>
          <p:nvSpPr>
            <p:cNvPr id="22" name="Oval 21">
              <a:extLst>
                <a:ext uri="{FF2B5EF4-FFF2-40B4-BE49-F238E27FC236}">
                  <a16:creationId xmlns:a16="http://schemas.microsoft.com/office/drawing/2014/main" id="{5C5778DB-17AD-6522-7505-2E0D8E459F2C}"/>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1A1C6D79-22C6-0E62-5AE0-E828AF20F88E}"/>
                </a:ext>
              </a:extLst>
            </p:cNvPr>
            <p:cNvSpPr txBox="1"/>
            <p:nvPr/>
          </p:nvSpPr>
          <p:spPr>
            <a:xfrm>
              <a:off x="677635" y="893920"/>
              <a:ext cx="5116285" cy="492443"/>
            </a:xfrm>
            <a:prstGeom prst="rect">
              <a:avLst/>
            </a:prstGeom>
            <a:noFill/>
          </p:spPr>
          <p:txBody>
            <a:bodyPr wrap="square" rtlCol="0">
              <a:spAutoFit/>
            </a:bodyPr>
            <a:lstStyle/>
            <a:p>
              <a:r>
                <a:rPr lang="vi-VN" b="1" dirty="0">
                  <a:latin typeface="Bahnschrift SemiBold" panose="020B0502040204020203" pitchFamily="34" charset="0"/>
                </a:rPr>
                <a:t>Trích xuất đặc trưng</a:t>
              </a:r>
              <a:endParaRPr lang="en-US" b="1" dirty="0">
                <a:latin typeface="Bahnschrift SemiBold" panose="020B0502040204020203" pitchFamily="34" charset="0"/>
              </a:endParaRPr>
            </a:p>
            <a:p>
              <a:r>
                <a:rPr lang="en-US" sz="1200" dirty="0">
                  <a:latin typeface="Bahnschrift SemiBold" panose="020B0502040204020203" pitchFamily="34" charset="0"/>
                </a:rPr>
                <a:t>Feature Extraction </a:t>
              </a:r>
              <a:r>
                <a:rPr lang="en-US" sz="1200" dirty="0" err="1">
                  <a:latin typeface="Bahnschrift SemiBold" panose="020B0502040204020203" pitchFamily="34" charset="0"/>
                </a:rPr>
                <a:t>và</a:t>
              </a:r>
              <a:r>
                <a:rPr lang="en-US" sz="1200" dirty="0">
                  <a:latin typeface="Bahnschrift SemiBold" panose="020B0502040204020203" pitchFamily="34" charset="0"/>
                </a:rPr>
                <a:t> Feature Selection </a:t>
              </a:r>
              <a:r>
                <a:rPr lang="en-US" sz="1200" dirty="0" err="1">
                  <a:latin typeface="Bahnschrift SemiBold" panose="020B0502040204020203" pitchFamily="34" charset="0"/>
                </a:rPr>
                <a:t>các</a:t>
              </a:r>
              <a:r>
                <a:rPr lang="en-US" sz="1200" dirty="0">
                  <a:latin typeface="Bahnschrift SemiBold" panose="020B0502040204020203" pitchFamily="34" charset="0"/>
                </a:rPr>
                <a:t> </a:t>
              </a:r>
              <a:r>
                <a:rPr lang="en-US" sz="1200" dirty="0" err="1">
                  <a:latin typeface="Bahnschrift SemiBold" panose="020B0502040204020203" pitchFamily="34" charset="0"/>
                </a:rPr>
                <a:t>thông</a:t>
              </a:r>
              <a:r>
                <a:rPr lang="en-US" sz="1200" dirty="0">
                  <a:latin typeface="Bahnschrift SemiBold" panose="020B0502040204020203" pitchFamily="34" charset="0"/>
                </a:rPr>
                <a:t> </a:t>
              </a:r>
              <a:r>
                <a:rPr lang="en-US" sz="1200" dirty="0" err="1">
                  <a:latin typeface="Bahnschrift SemiBold" panose="020B0502040204020203" pitchFamily="34" charset="0"/>
                </a:rPr>
                <a:t>số</a:t>
              </a:r>
              <a:r>
                <a:rPr lang="en-US" sz="1200" dirty="0">
                  <a:latin typeface="Bahnschrift SemiBold" panose="020B0502040204020203" pitchFamily="34" charset="0"/>
                </a:rPr>
                <a:t> </a:t>
              </a:r>
              <a:r>
                <a:rPr lang="en-US" sz="1200" dirty="0" err="1">
                  <a:latin typeface="Bahnschrift SemiBold" panose="020B0502040204020203" pitchFamily="34" charset="0"/>
                </a:rPr>
                <a:t>mạng</a:t>
              </a:r>
              <a:endParaRPr lang="en-US" sz="1200" dirty="0">
                <a:latin typeface="Bahnschrift SemiBold" panose="020B0502040204020203" pitchFamily="34" charset="0"/>
              </a:endParaRPr>
            </a:p>
          </p:txBody>
        </p:sp>
      </p:grpSp>
      <p:grpSp>
        <p:nvGrpSpPr>
          <p:cNvPr id="24" name="Group 23">
            <a:extLst>
              <a:ext uri="{FF2B5EF4-FFF2-40B4-BE49-F238E27FC236}">
                <a16:creationId xmlns:a16="http://schemas.microsoft.com/office/drawing/2014/main" id="{33B28AE8-BBB0-E257-76ED-D7BA16DB91DF}"/>
              </a:ext>
            </a:extLst>
          </p:cNvPr>
          <p:cNvGrpSpPr/>
          <p:nvPr/>
        </p:nvGrpSpPr>
        <p:grpSpPr>
          <a:xfrm>
            <a:off x="-6991350" y="4884653"/>
            <a:ext cx="5355770" cy="492443"/>
            <a:chOff x="438150" y="846364"/>
            <a:chExt cx="5355770" cy="492443"/>
          </a:xfrm>
        </p:grpSpPr>
        <p:sp>
          <p:nvSpPr>
            <p:cNvPr id="25" name="Oval 24">
              <a:extLst>
                <a:ext uri="{FF2B5EF4-FFF2-40B4-BE49-F238E27FC236}">
                  <a16:creationId xmlns:a16="http://schemas.microsoft.com/office/drawing/2014/main" id="{284346D5-0A1D-D138-472B-A942B60562D9}"/>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E1C62997-429C-0A5E-87D7-C1BAEC5834A4}"/>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Áp</a:t>
              </a:r>
              <a:r>
                <a:rPr lang="en-US" b="1" dirty="0">
                  <a:latin typeface="Bahnschrift SemiBold" panose="020B0502040204020203" pitchFamily="34" charset="0"/>
                </a:rPr>
                <a:t> </a:t>
              </a:r>
              <a:r>
                <a:rPr lang="en-US" b="1" dirty="0" err="1">
                  <a:latin typeface="Bahnschrift SemiBold" panose="020B0502040204020203" pitchFamily="34" charset="0"/>
                </a:rPr>
                <a:t>dụng</a:t>
              </a:r>
              <a:r>
                <a:rPr lang="en-US" b="1" dirty="0">
                  <a:latin typeface="Bahnschrift SemiBold" panose="020B0502040204020203" pitchFamily="34" charset="0"/>
                </a:rPr>
                <a:t> KNN</a:t>
              </a:r>
            </a:p>
            <a:p>
              <a:r>
                <a:rPr lang="en-US" sz="1200" dirty="0">
                  <a:latin typeface="Bahnschrift SemiBold" panose="020B0502040204020203" pitchFamily="34" charset="0"/>
                </a:rPr>
                <a:t>Training </a:t>
              </a:r>
              <a:r>
                <a:rPr lang="en-US" sz="1200" dirty="0" err="1">
                  <a:latin typeface="Bahnschrift SemiBold" panose="020B0502040204020203" pitchFamily="34" charset="0"/>
                </a:rPr>
                <a:t>mô</a:t>
              </a:r>
              <a:r>
                <a:rPr lang="en-US" sz="1200" dirty="0">
                  <a:latin typeface="Bahnschrift SemiBold" panose="020B0502040204020203" pitchFamily="34" charset="0"/>
                </a:rPr>
                <a:t> </a:t>
              </a:r>
              <a:r>
                <a:rPr lang="en-US" sz="1200" dirty="0" err="1">
                  <a:latin typeface="Bahnschrift SemiBold" panose="020B0502040204020203" pitchFamily="34" charset="0"/>
                </a:rPr>
                <a:t>hình</a:t>
              </a:r>
              <a:r>
                <a:rPr lang="en-US" sz="1200" dirty="0">
                  <a:latin typeface="Bahnschrift SemiBold" panose="020B0502040204020203" pitchFamily="34" charset="0"/>
                </a:rPr>
                <a:t> </a:t>
              </a:r>
              <a:r>
                <a:rPr lang="en-US" sz="1200" dirty="0" err="1">
                  <a:latin typeface="Bahnschrift SemiBold" panose="020B0502040204020203" pitchFamily="34" charset="0"/>
                </a:rPr>
                <a:t>với</a:t>
              </a:r>
              <a:r>
                <a:rPr lang="en-US" sz="1200" dirty="0">
                  <a:latin typeface="Bahnschrift SemiBold" panose="020B0502040204020203" pitchFamily="34" charset="0"/>
                </a:rPr>
                <a:t> dataset </a:t>
              </a:r>
              <a:r>
                <a:rPr lang="en-US" sz="1200" dirty="0" err="1">
                  <a:latin typeface="Bahnschrift SemiBold" panose="020B0502040204020203" pitchFamily="34" charset="0"/>
                </a:rPr>
                <a:t>huấn</a:t>
              </a:r>
              <a:r>
                <a:rPr lang="en-US" sz="1200" dirty="0">
                  <a:latin typeface="Bahnschrift SemiBold" panose="020B0502040204020203" pitchFamily="34" charset="0"/>
                </a:rPr>
                <a:t> </a:t>
              </a:r>
              <a:r>
                <a:rPr lang="en-US" sz="1200" dirty="0" err="1">
                  <a:latin typeface="Bahnschrift SemiBold" panose="020B0502040204020203" pitchFamily="34" charset="0"/>
                </a:rPr>
                <a:t>luyện</a:t>
              </a:r>
              <a:r>
                <a:rPr lang="en-US" sz="1200" dirty="0">
                  <a:latin typeface="Bahnschrift SemiBold" panose="020B0502040204020203" pitchFamily="34" charset="0"/>
                </a:rPr>
                <a:t>, Testing </a:t>
              </a:r>
              <a:r>
                <a:rPr lang="en-US" sz="1200" dirty="0" err="1">
                  <a:latin typeface="Bahnschrift SemiBold" panose="020B0502040204020203" pitchFamily="34" charset="0"/>
                </a:rPr>
                <a:t>với</a:t>
              </a:r>
              <a:r>
                <a:rPr lang="en-US" sz="1200" dirty="0">
                  <a:latin typeface="Bahnschrift SemiBold" panose="020B0502040204020203" pitchFamily="34" charset="0"/>
                </a:rPr>
                <a:t> </a:t>
              </a:r>
              <a:r>
                <a:rPr lang="en-US" sz="1200" dirty="0" err="1">
                  <a:latin typeface="Bahnschrift SemiBold" panose="020B0502040204020203" pitchFamily="34" charset="0"/>
                </a:rPr>
                <a:t>dữ</a:t>
              </a:r>
              <a:r>
                <a:rPr lang="en-US" sz="1200" dirty="0">
                  <a:latin typeface="Bahnschrift SemiBold" panose="020B0502040204020203" pitchFamily="34" charset="0"/>
                </a:rPr>
                <a:t> </a:t>
              </a:r>
              <a:r>
                <a:rPr lang="en-US" sz="1200" dirty="0" err="1">
                  <a:latin typeface="Bahnschrift SemiBold" panose="020B0502040204020203" pitchFamily="34" charset="0"/>
                </a:rPr>
                <a:t>liệu</a:t>
              </a:r>
              <a:r>
                <a:rPr lang="en-US" sz="1200" dirty="0">
                  <a:latin typeface="Bahnschrift SemiBold" panose="020B0502040204020203" pitchFamily="34" charset="0"/>
                </a:rPr>
                <a:t> </a:t>
              </a:r>
              <a:r>
                <a:rPr lang="en-US" sz="1200" dirty="0" err="1">
                  <a:latin typeface="Bahnschrift SemiBold" panose="020B0502040204020203" pitchFamily="34" charset="0"/>
                </a:rPr>
                <a:t>mới</a:t>
              </a:r>
              <a:endParaRPr lang="en-US" sz="1200" dirty="0">
                <a:latin typeface="Bahnschrift SemiBold" panose="020B0502040204020203" pitchFamily="34" charset="0"/>
              </a:endParaRPr>
            </a:p>
          </p:txBody>
        </p:sp>
      </p:grpSp>
      <p:grpSp>
        <p:nvGrpSpPr>
          <p:cNvPr id="27" name="Group 26">
            <a:extLst>
              <a:ext uri="{FF2B5EF4-FFF2-40B4-BE49-F238E27FC236}">
                <a16:creationId xmlns:a16="http://schemas.microsoft.com/office/drawing/2014/main" id="{17A5FE71-E023-78AC-A285-E9B6B6334755}"/>
              </a:ext>
            </a:extLst>
          </p:cNvPr>
          <p:cNvGrpSpPr/>
          <p:nvPr/>
        </p:nvGrpSpPr>
        <p:grpSpPr>
          <a:xfrm>
            <a:off x="-6991350" y="5636481"/>
            <a:ext cx="5355770" cy="492443"/>
            <a:chOff x="438150" y="846364"/>
            <a:chExt cx="5355770" cy="492443"/>
          </a:xfrm>
        </p:grpSpPr>
        <p:sp>
          <p:nvSpPr>
            <p:cNvPr id="28" name="Oval 27">
              <a:extLst>
                <a:ext uri="{FF2B5EF4-FFF2-40B4-BE49-F238E27FC236}">
                  <a16:creationId xmlns:a16="http://schemas.microsoft.com/office/drawing/2014/main" id="{68B87CCA-FA05-0700-99A5-70C5E7C4D5A4}"/>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D7F7CA54-4A96-5D82-6727-6DC1C78C951E}"/>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Đánh</a:t>
              </a:r>
              <a:r>
                <a:rPr lang="en-US" b="1" dirty="0">
                  <a:latin typeface="Bahnschrift SemiBold" panose="020B0502040204020203" pitchFamily="34" charset="0"/>
                </a:rPr>
                <a:t> </a:t>
              </a:r>
              <a:r>
                <a:rPr lang="en-US" b="1" dirty="0" err="1">
                  <a:latin typeface="Bahnschrift SemiBold" panose="020B0502040204020203" pitchFamily="34" charset="0"/>
                </a:rPr>
                <a:t>giá</a:t>
              </a:r>
              <a:r>
                <a:rPr lang="en-US" b="1" dirty="0">
                  <a:latin typeface="Bahnschrift SemiBold" panose="020B0502040204020203" pitchFamily="34" charset="0"/>
                </a:rPr>
                <a:t> &amp; </a:t>
              </a:r>
              <a:r>
                <a:rPr lang="en-US" b="1" dirty="0" err="1">
                  <a:latin typeface="Bahnschrift SemiBold" panose="020B0502040204020203" pitchFamily="34" charset="0"/>
                </a:rPr>
                <a:t>Cảnh</a:t>
              </a:r>
              <a:r>
                <a:rPr lang="en-US" b="1" dirty="0">
                  <a:latin typeface="Bahnschrift SemiBold" panose="020B0502040204020203" pitchFamily="34" charset="0"/>
                </a:rPr>
                <a:t> </a:t>
              </a:r>
              <a:r>
                <a:rPr lang="en-US" b="1" dirty="0" err="1">
                  <a:latin typeface="Bahnschrift SemiBold" panose="020B0502040204020203" pitchFamily="34" charset="0"/>
                </a:rPr>
                <a:t>báo</a:t>
              </a:r>
              <a:endParaRPr lang="en-US" b="1" dirty="0">
                <a:latin typeface="Bahnschrift SemiBold" panose="020B0502040204020203" pitchFamily="34" charset="0"/>
              </a:endParaRPr>
            </a:p>
            <a:p>
              <a:r>
                <a:rPr lang="en-US" sz="1200" dirty="0" err="1">
                  <a:latin typeface="Bahnschrift SemiBold" panose="020B0502040204020203" pitchFamily="34" charset="0"/>
                </a:rPr>
                <a:t>Tính</a:t>
              </a:r>
              <a:r>
                <a:rPr lang="en-US" sz="1200" dirty="0">
                  <a:latin typeface="Bahnschrift SemiBold" panose="020B0502040204020203" pitchFamily="34" charset="0"/>
                </a:rPr>
                <a:t> </a:t>
              </a:r>
              <a:r>
                <a:rPr lang="en-US" sz="1200" dirty="0" err="1">
                  <a:latin typeface="Bahnschrift SemiBold" panose="020B0502040204020203" pitchFamily="34" charset="0"/>
                </a:rPr>
                <a:t>toán</a:t>
              </a:r>
              <a:r>
                <a:rPr lang="en-US" sz="1200" dirty="0">
                  <a:latin typeface="Bahnschrift SemiBold" panose="020B0502040204020203" pitchFamily="34" charset="0"/>
                </a:rPr>
                <a:t> </a:t>
              </a:r>
              <a:r>
                <a:rPr lang="en-US" sz="1200" dirty="0" err="1">
                  <a:latin typeface="Bahnschrift SemiBold" panose="020B0502040204020203" pitchFamily="34" charset="0"/>
                </a:rPr>
                <a:t>độ</a:t>
              </a:r>
              <a:r>
                <a:rPr lang="en-US" sz="1200" dirty="0">
                  <a:latin typeface="Bahnschrift SemiBold" panose="020B0502040204020203" pitchFamily="34" charset="0"/>
                </a:rPr>
                <a:t> </a:t>
              </a:r>
              <a:r>
                <a:rPr lang="en-US" sz="1200" dirty="0" err="1">
                  <a:latin typeface="Bahnschrift SemiBold" panose="020B0502040204020203" pitchFamily="34" charset="0"/>
                </a:rPr>
                <a:t>chính</a:t>
              </a:r>
              <a:r>
                <a:rPr lang="en-US" sz="1200" dirty="0">
                  <a:latin typeface="Bahnschrift SemiBold" panose="020B0502040204020203" pitchFamily="34" charset="0"/>
                </a:rPr>
                <a:t> </a:t>
              </a:r>
              <a:r>
                <a:rPr lang="en-US" sz="1200" dirty="0" err="1">
                  <a:latin typeface="Bahnschrift SemiBold" panose="020B0502040204020203" pitchFamily="34" charset="0"/>
                </a:rPr>
                <a:t>xác</a:t>
              </a:r>
              <a:r>
                <a:rPr lang="en-US" sz="1200" dirty="0">
                  <a:latin typeface="Bahnschrift SemiBold" panose="020B0502040204020203" pitchFamily="34" charset="0"/>
                </a:rPr>
                <a:t>, precision, recall </a:t>
              </a:r>
              <a:r>
                <a:rPr lang="en-US" sz="1200" dirty="0" err="1">
                  <a:latin typeface="Bahnschrift SemiBold" panose="020B0502040204020203" pitchFamily="34" charset="0"/>
                </a:rPr>
                <a:t>và</a:t>
              </a:r>
              <a:r>
                <a:rPr lang="en-US" sz="1200" dirty="0">
                  <a:latin typeface="Bahnschrift SemiBold" panose="020B0502040204020203" pitchFamily="34" charset="0"/>
                </a:rPr>
                <a:t> </a:t>
              </a:r>
              <a:r>
                <a:rPr lang="en-US" sz="1200" dirty="0" err="1">
                  <a:latin typeface="Bahnschrift SemiBold" panose="020B0502040204020203" pitchFamily="34" charset="0"/>
                </a:rPr>
                <a:t>phát</a:t>
              </a:r>
              <a:r>
                <a:rPr lang="en-US" sz="1200" dirty="0">
                  <a:latin typeface="Bahnschrift SemiBold" panose="020B0502040204020203" pitchFamily="34" charset="0"/>
                </a:rPr>
                <a:t> </a:t>
              </a:r>
              <a:r>
                <a:rPr lang="en-US" sz="1200" dirty="0" err="1">
                  <a:latin typeface="Bahnschrift SemiBold" panose="020B0502040204020203" pitchFamily="34" charset="0"/>
                </a:rPr>
                <a:t>cảnh</a:t>
              </a:r>
              <a:r>
                <a:rPr lang="en-US" sz="1200" dirty="0">
                  <a:latin typeface="Bahnschrift SemiBold" panose="020B0502040204020203" pitchFamily="34" charset="0"/>
                </a:rPr>
                <a:t> </a:t>
              </a:r>
              <a:r>
                <a:rPr lang="en-US" sz="1200" dirty="0" err="1">
                  <a:latin typeface="Bahnschrift SemiBold" panose="020B0502040204020203" pitchFamily="34" charset="0"/>
                </a:rPr>
                <a:t>báo</a:t>
              </a:r>
              <a:r>
                <a:rPr lang="en-US" sz="1200" dirty="0">
                  <a:latin typeface="Bahnschrift SemiBold" panose="020B0502040204020203" pitchFamily="34" charset="0"/>
                </a:rPr>
                <a:t>/block</a:t>
              </a:r>
            </a:p>
          </p:txBody>
        </p:sp>
      </p:grpSp>
      <p:sp>
        <p:nvSpPr>
          <p:cNvPr id="30" name="TextBox 29">
            <a:extLst>
              <a:ext uri="{FF2B5EF4-FFF2-40B4-BE49-F238E27FC236}">
                <a16:creationId xmlns:a16="http://schemas.microsoft.com/office/drawing/2014/main" id="{AB6650DD-3554-F0A8-CD99-E5EBFA261E0A}"/>
              </a:ext>
            </a:extLst>
          </p:cNvPr>
          <p:cNvSpPr txBox="1"/>
          <p:nvPr/>
        </p:nvSpPr>
        <p:spPr>
          <a:xfrm>
            <a:off x="-6991350" y="2842124"/>
            <a:ext cx="323850" cy="307777"/>
          </a:xfrm>
          <a:prstGeom prst="rect">
            <a:avLst/>
          </a:prstGeom>
          <a:noFill/>
        </p:spPr>
        <p:txBody>
          <a:bodyPr wrap="square" rtlCol="0">
            <a:spAutoFit/>
          </a:bodyPr>
          <a:lstStyle/>
          <a:p>
            <a:r>
              <a:rPr lang="en-US" dirty="0">
                <a:latin typeface="Bahnschrift SemiBold" panose="020B0502040204020203" pitchFamily="34" charset="0"/>
              </a:rPr>
              <a:t>1</a:t>
            </a:r>
          </a:p>
        </p:txBody>
      </p:sp>
      <p:sp>
        <p:nvSpPr>
          <p:cNvPr id="31" name="TextBox 30">
            <a:extLst>
              <a:ext uri="{FF2B5EF4-FFF2-40B4-BE49-F238E27FC236}">
                <a16:creationId xmlns:a16="http://schemas.microsoft.com/office/drawing/2014/main" id="{13148BC1-78EC-6820-3E44-8860EC21DED4}"/>
              </a:ext>
            </a:extLst>
          </p:cNvPr>
          <p:cNvSpPr txBox="1"/>
          <p:nvPr/>
        </p:nvSpPr>
        <p:spPr>
          <a:xfrm>
            <a:off x="-6991350" y="3542599"/>
            <a:ext cx="277586" cy="307777"/>
          </a:xfrm>
          <a:prstGeom prst="rect">
            <a:avLst/>
          </a:prstGeom>
          <a:noFill/>
        </p:spPr>
        <p:txBody>
          <a:bodyPr wrap="square" rtlCol="0">
            <a:spAutoFit/>
          </a:bodyPr>
          <a:lstStyle/>
          <a:p>
            <a:r>
              <a:rPr lang="en-US" dirty="0">
                <a:latin typeface="Bahnschrift SemiBold" panose="020B0502040204020203" pitchFamily="34" charset="0"/>
              </a:rPr>
              <a:t>2</a:t>
            </a:r>
          </a:p>
        </p:txBody>
      </p:sp>
      <p:sp>
        <p:nvSpPr>
          <p:cNvPr id="32" name="TextBox 31">
            <a:extLst>
              <a:ext uri="{FF2B5EF4-FFF2-40B4-BE49-F238E27FC236}">
                <a16:creationId xmlns:a16="http://schemas.microsoft.com/office/drawing/2014/main" id="{97EBDF08-0144-FA65-D94B-2F98CCB68237}"/>
              </a:ext>
            </a:extLst>
          </p:cNvPr>
          <p:cNvSpPr txBox="1"/>
          <p:nvPr/>
        </p:nvSpPr>
        <p:spPr>
          <a:xfrm>
            <a:off x="-6991350" y="4293294"/>
            <a:ext cx="277586" cy="307777"/>
          </a:xfrm>
          <a:prstGeom prst="rect">
            <a:avLst/>
          </a:prstGeom>
          <a:noFill/>
        </p:spPr>
        <p:txBody>
          <a:bodyPr wrap="square" rtlCol="0">
            <a:spAutoFit/>
          </a:bodyPr>
          <a:lstStyle/>
          <a:p>
            <a:r>
              <a:rPr lang="en-US" dirty="0">
                <a:latin typeface="Bahnschrift SemiBold" panose="020B0502040204020203" pitchFamily="34" charset="0"/>
              </a:rPr>
              <a:t>3</a:t>
            </a:r>
          </a:p>
        </p:txBody>
      </p:sp>
      <p:sp>
        <p:nvSpPr>
          <p:cNvPr id="33" name="TextBox 32">
            <a:extLst>
              <a:ext uri="{FF2B5EF4-FFF2-40B4-BE49-F238E27FC236}">
                <a16:creationId xmlns:a16="http://schemas.microsoft.com/office/drawing/2014/main" id="{37562880-D8D9-C36E-36B3-BFE657C13A7A}"/>
              </a:ext>
            </a:extLst>
          </p:cNvPr>
          <p:cNvSpPr txBox="1"/>
          <p:nvPr/>
        </p:nvSpPr>
        <p:spPr>
          <a:xfrm>
            <a:off x="-6991350" y="4976984"/>
            <a:ext cx="277586" cy="307777"/>
          </a:xfrm>
          <a:prstGeom prst="rect">
            <a:avLst/>
          </a:prstGeom>
          <a:noFill/>
        </p:spPr>
        <p:txBody>
          <a:bodyPr wrap="square" rtlCol="0">
            <a:spAutoFit/>
          </a:bodyPr>
          <a:lstStyle/>
          <a:p>
            <a:r>
              <a:rPr lang="en-US" dirty="0">
                <a:latin typeface="Bahnschrift SemiBold" panose="020B0502040204020203" pitchFamily="34" charset="0"/>
              </a:rPr>
              <a:t>4</a:t>
            </a:r>
          </a:p>
        </p:txBody>
      </p:sp>
      <p:sp>
        <p:nvSpPr>
          <p:cNvPr id="34" name="TextBox 33">
            <a:extLst>
              <a:ext uri="{FF2B5EF4-FFF2-40B4-BE49-F238E27FC236}">
                <a16:creationId xmlns:a16="http://schemas.microsoft.com/office/drawing/2014/main" id="{0B3A78E5-5976-C965-F70C-EA1BF2C03F39}"/>
              </a:ext>
            </a:extLst>
          </p:cNvPr>
          <p:cNvSpPr txBox="1"/>
          <p:nvPr/>
        </p:nvSpPr>
        <p:spPr>
          <a:xfrm>
            <a:off x="-6991350" y="5720347"/>
            <a:ext cx="277586" cy="307777"/>
          </a:xfrm>
          <a:prstGeom prst="rect">
            <a:avLst/>
          </a:prstGeom>
          <a:noFill/>
        </p:spPr>
        <p:txBody>
          <a:bodyPr wrap="square" rtlCol="0">
            <a:spAutoFit/>
          </a:bodyPr>
          <a:lstStyle/>
          <a:p>
            <a:r>
              <a:rPr lang="en-US" dirty="0">
                <a:latin typeface="Bahnschrift SemiBold" panose="020B0502040204020203" pitchFamily="34" charset="0"/>
              </a:rPr>
              <a:t>5</a:t>
            </a:r>
          </a:p>
        </p:txBody>
      </p:sp>
      <p:sp>
        <p:nvSpPr>
          <p:cNvPr id="2" name="Google Shape;1798;p44">
            <a:extLst>
              <a:ext uri="{FF2B5EF4-FFF2-40B4-BE49-F238E27FC236}">
                <a16:creationId xmlns:a16="http://schemas.microsoft.com/office/drawing/2014/main" id="{AF08A00D-5FD1-B968-E0F9-322D746E2CF7}"/>
              </a:ext>
            </a:extLst>
          </p:cNvPr>
          <p:cNvSpPr txBox="1">
            <a:spLocks/>
          </p:cNvSpPr>
          <p:nvPr/>
        </p:nvSpPr>
        <p:spPr>
          <a:xfrm>
            <a:off x="3028043" y="-3213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dirty="0">
                <a:solidFill>
                  <a:schemeClr val="lt2"/>
                </a:solidFill>
              </a:rPr>
              <a:t>CICDDoS 2019</a:t>
            </a:r>
            <a:endParaRPr lang="vi-VN" dirty="0">
              <a:solidFill>
                <a:schemeClr val="lt2"/>
              </a:solidFill>
            </a:endParaRPr>
          </a:p>
        </p:txBody>
      </p:sp>
      <p:pic>
        <p:nvPicPr>
          <p:cNvPr id="5" name="Picture 4">
            <a:extLst>
              <a:ext uri="{FF2B5EF4-FFF2-40B4-BE49-F238E27FC236}">
                <a16:creationId xmlns:a16="http://schemas.microsoft.com/office/drawing/2014/main" id="{B7719389-2581-DE19-58CA-C7FC3F1B65D7}"/>
              </a:ext>
            </a:extLst>
          </p:cNvPr>
          <p:cNvPicPr>
            <a:picLocks noChangeAspect="1"/>
          </p:cNvPicPr>
          <p:nvPr/>
        </p:nvPicPr>
        <p:blipFill>
          <a:blip r:embed="rId4"/>
          <a:stretch>
            <a:fillRect/>
          </a:stretch>
        </p:blipFill>
        <p:spPr>
          <a:xfrm>
            <a:off x="0" y="623500"/>
            <a:ext cx="9144000" cy="4625647"/>
          </a:xfrm>
          <a:prstGeom prst="rect">
            <a:avLst/>
          </a:prstGeom>
        </p:spPr>
      </p:pic>
    </p:spTree>
    <p:extLst>
      <p:ext uri="{BB962C8B-B14F-4D97-AF65-F5344CB8AC3E}">
        <p14:creationId xmlns:p14="http://schemas.microsoft.com/office/powerpoint/2010/main" val="380767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97">
          <a:extLst>
            <a:ext uri="{FF2B5EF4-FFF2-40B4-BE49-F238E27FC236}">
              <a16:creationId xmlns:a16="http://schemas.microsoft.com/office/drawing/2014/main" id="{35FDAA24-A40B-248A-0198-6E49DECD9EF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412AE10-B354-F994-EF96-329A472445AC}"/>
              </a:ext>
            </a:extLst>
          </p:cNvPr>
          <p:cNvPicPr>
            <a:picLocks noChangeAspect="1"/>
          </p:cNvPicPr>
          <p:nvPr/>
        </p:nvPicPr>
        <p:blipFill>
          <a:blip r:embed="rId3"/>
          <a:stretch>
            <a:fillRect/>
          </a:stretch>
        </p:blipFill>
        <p:spPr>
          <a:xfrm>
            <a:off x="10459859" y="2634333"/>
            <a:ext cx="3846368" cy="3933475"/>
          </a:xfrm>
          <a:prstGeom prst="rect">
            <a:avLst/>
          </a:prstGeom>
        </p:spPr>
      </p:pic>
      <p:sp>
        <p:nvSpPr>
          <p:cNvPr id="1798" name="Google Shape;1798;p44">
            <a:extLst>
              <a:ext uri="{FF2B5EF4-FFF2-40B4-BE49-F238E27FC236}">
                <a16:creationId xmlns:a16="http://schemas.microsoft.com/office/drawing/2014/main" id="{BCFBB6C4-FB28-5D05-2764-7235D4DA8FBF}"/>
              </a:ext>
            </a:extLst>
          </p:cNvPr>
          <p:cNvSpPr txBox="1">
            <a:spLocks noGrp="1"/>
          </p:cNvSpPr>
          <p:nvPr>
            <p:ph type="title"/>
          </p:nvPr>
        </p:nvSpPr>
        <p:spPr>
          <a:xfrm>
            <a:off x="-8825428" y="50800"/>
            <a:ext cx="7704000" cy="572700"/>
          </a:xfrm>
          <a:prstGeom prst="rect">
            <a:avLst/>
          </a:prstGeom>
        </p:spPr>
        <p:txBody>
          <a:bodyPr spcFirstLastPara="1" wrap="square" lIns="91425" tIns="91425" rIns="91425" bIns="91425" anchor="t" anchorCtr="0">
            <a:noAutofit/>
          </a:bodyPr>
          <a:lstStyle/>
          <a:p>
            <a:pPr lvl="0"/>
            <a:r>
              <a:rPr lang="vi-VN" dirty="0"/>
              <a:t>Sơ đồ kiến trúc tổng thể của hệ thống</a:t>
            </a:r>
            <a:endParaRPr dirty="0">
              <a:solidFill>
                <a:schemeClr val="lt2"/>
              </a:solidFill>
            </a:endParaRPr>
          </a:p>
        </p:txBody>
      </p:sp>
      <p:grpSp>
        <p:nvGrpSpPr>
          <p:cNvPr id="17" name="Group 16">
            <a:extLst>
              <a:ext uri="{FF2B5EF4-FFF2-40B4-BE49-F238E27FC236}">
                <a16:creationId xmlns:a16="http://schemas.microsoft.com/office/drawing/2014/main" id="{FB044121-BA0A-2341-4388-4E7F802AD41E}"/>
              </a:ext>
            </a:extLst>
          </p:cNvPr>
          <p:cNvGrpSpPr/>
          <p:nvPr/>
        </p:nvGrpSpPr>
        <p:grpSpPr>
          <a:xfrm>
            <a:off x="-6991350" y="2786240"/>
            <a:ext cx="5355770" cy="492443"/>
            <a:chOff x="438150" y="846364"/>
            <a:chExt cx="5355770" cy="492443"/>
          </a:xfrm>
        </p:grpSpPr>
        <p:sp>
          <p:nvSpPr>
            <p:cNvPr id="15" name="Oval 14">
              <a:extLst>
                <a:ext uri="{FF2B5EF4-FFF2-40B4-BE49-F238E27FC236}">
                  <a16:creationId xmlns:a16="http://schemas.microsoft.com/office/drawing/2014/main" id="{78F32E0F-D00E-BD08-14F7-FF21F49A7ACD}"/>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6" name="TextBox 15">
              <a:extLst>
                <a:ext uri="{FF2B5EF4-FFF2-40B4-BE49-F238E27FC236}">
                  <a16:creationId xmlns:a16="http://schemas.microsoft.com/office/drawing/2014/main" id="{0C4FC029-B38E-E77E-3834-3DC8AA298120}"/>
                </a:ext>
              </a:extLst>
            </p:cNvPr>
            <p:cNvSpPr txBox="1"/>
            <p:nvPr/>
          </p:nvSpPr>
          <p:spPr>
            <a:xfrm>
              <a:off x="677635" y="846364"/>
              <a:ext cx="5116285" cy="492443"/>
            </a:xfrm>
            <a:prstGeom prst="rect">
              <a:avLst/>
            </a:prstGeom>
            <a:noFill/>
          </p:spPr>
          <p:txBody>
            <a:bodyPr wrap="square" rtlCol="0">
              <a:spAutoFit/>
            </a:bodyPr>
            <a:lstStyle/>
            <a:p>
              <a:r>
                <a:rPr lang="en-US" b="1" dirty="0">
                  <a:latin typeface="Bahnschrift SemiBold" panose="020B0502040204020203" pitchFamily="34" charset="0"/>
                </a:rPr>
                <a:t>Thu </a:t>
              </a:r>
              <a:r>
                <a:rPr lang="en-US" b="1" dirty="0" err="1">
                  <a:latin typeface="Bahnschrift SemiBold" panose="020B0502040204020203" pitchFamily="34" charset="0"/>
                </a:rPr>
                <a:t>thập</a:t>
              </a:r>
              <a:r>
                <a:rPr lang="en-US" b="1" dirty="0">
                  <a:latin typeface="Bahnschrift SemiBold" panose="020B0502040204020203" pitchFamily="34" charset="0"/>
                </a:rPr>
                <a:t> </a:t>
              </a:r>
              <a:r>
                <a:rPr lang="en-US" b="1" dirty="0" err="1">
                  <a:latin typeface="Bahnschrift SemiBold" panose="020B0502040204020203" pitchFamily="34" charset="0"/>
                </a:rPr>
                <a:t>dữ</a:t>
              </a:r>
              <a:r>
                <a:rPr lang="en-US" b="1" dirty="0">
                  <a:latin typeface="Bahnschrift SemiBold" panose="020B0502040204020203" pitchFamily="34" charset="0"/>
                </a:rPr>
                <a:t> </a:t>
              </a:r>
              <a:r>
                <a:rPr lang="en-US" b="1" dirty="0" err="1">
                  <a:latin typeface="Bahnschrift SemiBold" panose="020B0502040204020203" pitchFamily="34" charset="0"/>
                </a:rPr>
                <a:t>liệu</a:t>
              </a:r>
              <a:endParaRPr lang="en-US" b="1" dirty="0">
                <a:latin typeface="Bahnschrift SemiBold" panose="020B0502040204020203" pitchFamily="34" charset="0"/>
              </a:endParaRPr>
            </a:p>
            <a:p>
              <a:r>
                <a:rPr lang="en-US" sz="1200" dirty="0">
                  <a:latin typeface="Bahnschrift SemiBold" panose="020B0502040204020203" pitchFamily="34" charset="0"/>
                </a:rPr>
                <a:t>Packet Capture </a:t>
              </a:r>
              <a:r>
                <a:rPr lang="en-US" sz="1200" dirty="0" err="1">
                  <a:latin typeface="Bahnschrift SemiBold" panose="020B0502040204020203" pitchFamily="34" charset="0"/>
                </a:rPr>
                <a:t>từ</a:t>
              </a:r>
              <a:r>
                <a:rPr lang="en-US" sz="1200" dirty="0">
                  <a:latin typeface="Bahnschrift SemiBold" panose="020B0502040204020203" pitchFamily="34" charset="0"/>
                </a:rPr>
                <a:t> </a:t>
              </a:r>
              <a:r>
                <a:rPr lang="en-US" sz="1200" dirty="0" err="1">
                  <a:latin typeface="Bahnschrift SemiBold" panose="020B0502040204020203" pitchFamily="34" charset="0"/>
                </a:rPr>
                <a:t>giao</a:t>
              </a:r>
              <a:r>
                <a:rPr lang="en-US" sz="1200" dirty="0">
                  <a:latin typeface="Bahnschrift SemiBold" panose="020B0502040204020203" pitchFamily="34" charset="0"/>
                </a:rPr>
                <a:t> </a:t>
              </a:r>
              <a:r>
                <a:rPr lang="en-US" sz="1200" dirty="0" err="1">
                  <a:latin typeface="Bahnschrift SemiBold" panose="020B0502040204020203" pitchFamily="34" charset="0"/>
                </a:rPr>
                <a:t>diện</a:t>
              </a:r>
              <a:r>
                <a:rPr lang="en-US" sz="1200" dirty="0">
                  <a:latin typeface="Bahnschrift SemiBold" panose="020B0502040204020203" pitchFamily="34" charset="0"/>
                </a:rPr>
                <a:t> </a:t>
              </a:r>
              <a:r>
                <a:rPr lang="en-US" sz="1200" dirty="0" err="1">
                  <a:latin typeface="Bahnschrift SemiBold" panose="020B0502040204020203" pitchFamily="34" charset="0"/>
                </a:rPr>
                <a:t>mạng</a:t>
              </a:r>
              <a:r>
                <a:rPr lang="en-US" sz="1200" dirty="0">
                  <a:latin typeface="Bahnschrift SemiBold" panose="020B0502040204020203" pitchFamily="34" charset="0"/>
                </a:rPr>
                <a:t> </a:t>
              </a:r>
              <a:r>
                <a:rPr lang="en-US" sz="1200" dirty="0" err="1">
                  <a:latin typeface="Bahnschrift SemiBold" panose="020B0502040204020203" pitchFamily="34" charset="0"/>
                </a:rPr>
                <a:t>hoặc</a:t>
              </a:r>
              <a:r>
                <a:rPr lang="en-US" sz="1200" dirty="0">
                  <a:latin typeface="Bahnschrift SemiBold" panose="020B0502040204020203" pitchFamily="34" charset="0"/>
                </a:rPr>
                <a:t> </a:t>
              </a:r>
              <a:r>
                <a:rPr lang="en-US" sz="1200" dirty="0" err="1">
                  <a:latin typeface="Bahnschrift SemiBold" panose="020B0502040204020203" pitchFamily="34" charset="0"/>
                </a:rPr>
                <a:t>sử</a:t>
              </a:r>
              <a:r>
                <a:rPr lang="en-US" sz="1200" dirty="0">
                  <a:latin typeface="Bahnschrift SemiBold" panose="020B0502040204020203" pitchFamily="34" charset="0"/>
                </a:rPr>
                <a:t> </a:t>
              </a:r>
              <a:r>
                <a:rPr lang="en-US" sz="1200" dirty="0" err="1">
                  <a:latin typeface="Bahnschrift SemiBold" panose="020B0502040204020203" pitchFamily="34" charset="0"/>
                </a:rPr>
                <a:t>dụng</a:t>
              </a:r>
              <a:r>
                <a:rPr lang="en-US" sz="1200" dirty="0">
                  <a:latin typeface="Bahnschrift SemiBold" panose="020B0502040204020203" pitchFamily="34" charset="0"/>
                </a:rPr>
                <a:t> dataset </a:t>
              </a:r>
              <a:r>
                <a:rPr lang="en-US" sz="1200" dirty="0" err="1">
                  <a:latin typeface="Bahnschrift SemiBold" panose="020B0502040204020203" pitchFamily="34" charset="0"/>
                </a:rPr>
                <a:t>có</a:t>
              </a:r>
              <a:r>
                <a:rPr lang="en-US" sz="1200" dirty="0">
                  <a:latin typeface="Bahnschrift SemiBold" panose="020B0502040204020203" pitchFamily="34" charset="0"/>
                </a:rPr>
                <a:t> </a:t>
              </a:r>
              <a:r>
                <a:rPr lang="en-US" sz="1200" dirty="0" err="1">
                  <a:latin typeface="Bahnschrift SemiBold" panose="020B0502040204020203" pitchFamily="34" charset="0"/>
                </a:rPr>
                <a:t>sẵn</a:t>
              </a:r>
              <a:endParaRPr lang="en-US" sz="1200" dirty="0">
                <a:latin typeface="Bahnschrift SemiBold" panose="020B0502040204020203" pitchFamily="34" charset="0"/>
              </a:endParaRPr>
            </a:p>
          </p:txBody>
        </p:sp>
      </p:grpSp>
      <p:grpSp>
        <p:nvGrpSpPr>
          <p:cNvPr id="18" name="Group 17">
            <a:extLst>
              <a:ext uri="{FF2B5EF4-FFF2-40B4-BE49-F238E27FC236}">
                <a16:creationId xmlns:a16="http://schemas.microsoft.com/office/drawing/2014/main" id="{9A140832-F808-D495-AC02-2C4DCC1E4770}"/>
              </a:ext>
            </a:extLst>
          </p:cNvPr>
          <p:cNvGrpSpPr/>
          <p:nvPr/>
        </p:nvGrpSpPr>
        <p:grpSpPr>
          <a:xfrm>
            <a:off x="-6991350" y="3450268"/>
            <a:ext cx="5355770" cy="492443"/>
            <a:chOff x="438150" y="846364"/>
            <a:chExt cx="5355770" cy="492443"/>
          </a:xfrm>
        </p:grpSpPr>
        <p:sp>
          <p:nvSpPr>
            <p:cNvPr id="19" name="Oval 18">
              <a:extLst>
                <a:ext uri="{FF2B5EF4-FFF2-40B4-BE49-F238E27FC236}">
                  <a16:creationId xmlns:a16="http://schemas.microsoft.com/office/drawing/2014/main" id="{05DB40EF-78A0-A778-540C-A74D1887471A}"/>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DFE2E057-691C-6231-749E-6931634C8462}"/>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Tiền</a:t>
              </a:r>
              <a:r>
                <a:rPr lang="en-US" b="1" dirty="0">
                  <a:latin typeface="Bahnschrift SemiBold" panose="020B0502040204020203" pitchFamily="34" charset="0"/>
                </a:rPr>
                <a:t> </a:t>
              </a:r>
              <a:r>
                <a:rPr lang="en-US" b="1" dirty="0" err="1">
                  <a:latin typeface="Bahnschrift SemiBold" panose="020B0502040204020203" pitchFamily="34" charset="0"/>
                </a:rPr>
                <a:t>xử</a:t>
              </a:r>
              <a:r>
                <a:rPr lang="en-US" b="1" dirty="0">
                  <a:latin typeface="Bahnschrift SemiBold" panose="020B0502040204020203" pitchFamily="34" charset="0"/>
                </a:rPr>
                <a:t> </a:t>
              </a:r>
              <a:r>
                <a:rPr lang="en-US" b="1" dirty="0" err="1">
                  <a:latin typeface="Bahnschrift SemiBold" panose="020B0502040204020203" pitchFamily="34" charset="0"/>
                </a:rPr>
                <a:t>lý</a:t>
              </a:r>
              <a:endParaRPr lang="en-US" b="1" dirty="0">
                <a:latin typeface="Bahnschrift SemiBold" panose="020B0502040204020203" pitchFamily="34" charset="0"/>
              </a:endParaRPr>
            </a:p>
            <a:p>
              <a:r>
                <a:rPr lang="en-US" sz="1200" dirty="0" err="1">
                  <a:latin typeface="Bahnschrift SemiBold" panose="020B0502040204020203" pitchFamily="34" charset="0"/>
                </a:rPr>
                <a:t>Lọc</a:t>
              </a:r>
              <a:r>
                <a:rPr lang="en-US" sz="1200" dirty="0">
                  <a:latin typeface="Bahnschrift SemiBold" panose="020B0502040204020203" pitchFamily="34" charset="0"/>
                </a:rPr>
                <a:t> </a:t>
              </a:r>
              <a:r>
                <a:rPr lang="en-US" sz="1200" dirty="0" err="1">
                  <a:latin typeface="Bahnschrift SemiBold" panose="020B0502040204020203" pitchFamily="34" charset="0"/>
                </a:rPr>
                <a:t>nhiễu</a:t>
              </a:r>
              <a:r>
                <a:rPr lang="en-US" sz="1200" dirty="0">
                  <a:latin typeface="Bahnschrift SemiBold" panose="020B0502040204020203" pitchFamily="34" charset="0"/>
                </a:rPr>
                <a:t>, </a:t>
              </a:r>
              <a:r>
                <a:rPr lang="en-US" sz="1200" dirty="0" err="1">
                  <a:latin typeface="Bahnschrift SemiBold" panose="020B0502040204020203" pitchFamily="34" charset="0"/>
                </a:rPr>
                <a:t>xử</a:t>
              </a:r>
              <a:r>
                <a:rPr lang="en-US" sz="1200" dirty="0">
                  <a:latin typeface="Bahnschrift SemiBold" panose="020B0502040204020203" pitchFamily="34" charset="0"/>
                </a:rPr>
                <a:t> </a:t>
              </a:r>
              <a:r>
                <a:rPr lang="en-US" sz="1200" dirty="0" err="1">
                  <a:latin typeface="Bahnschrift SemiBold" panose="020B0502040204020203" pitchFamily="34" charset="0"/>
                </a:rPr>
                <a:t>lý</a:t>
              </a:r>
              <a:r>
                <a:rPr lang="en-US" sz="1200" dirty="0">
                  <a:latin typeface="Bahnschrift SemiBold" panose="020B0502040204020203" pitchFamily="34" charset="0"/>
                </a:rPr>
                <a:t> missing values, </a:t>
              </a:r>
              <a:r>
                <a:rPr lang="en-US" sz="1200" dirty="0" err="1">
                  <a:latin typeface="Bahnschrift SemiBold" panose="020B0502040204020203" pitchFamily="34" charset="0"/>
                </a:rPr>
                <a:t>chuẩn</a:t>
              </a:r>
              <a:r>
                <a:rPr lang="en-US" sz="1200" dirty="0">
                  <a:latin typeface="Bahnschrift SemiBold" panose="020B0502040204020203" pitchFamily="34" charset="0"/>
                </a:rPr>
                <a:t> </a:t>
              </a:r>
              <a:r>
                <a:rPr lang="en-US" sz="1200" dirty="0" err="1">
                  <a:latin typeface="Bahnschrift SemiBold" panose="020B0502040204020203" pitchFamily="34" charset="0"/>
                </a:rPr>
                <a:t>hóa</a:t>
              </a:r>
              <a:r>
                <a:rPr lang="en-US" sz="1200" dirty="0">
                  <a:latin typeface="Bahnschrift SemiBold" panose="020B0502040204020203" pitchFamily="34" charset="0"/>
                </a:rPr>
                <a:t> </a:t>
              </a:r>
              <a:r>
                <a:rPr lang="en-US" sz="1200" dirty="0" err="1">
                  <a:latin typeface="Bahnschrift SemiBold" panose="020B0502040204020203" pitchFamily="34" charset="0"/>
                </a:rPr>
                <a:t>định</a:t>
              </a:r>
              <a:r>
                <a:rPr lang="en-US" sz="1200" dirty="0">
                  <a:latin typeface="Bahnschrift SemiBold" panose="020B0502040204020203" pitchFamily="34" charset="0"/>
                </a:rPr>
                <a:t> </a:t>
              </a:r>
              <a:r>
                <a:rPr lang="en-US" sz="1200" dirty="0" err="1">
                  <a:latin typeface="Bahnschrift SemiBold" panose="020B0502040204020203" pitchFamily="34" charset="0"/>
                </a:rPr>
                <a:t>dạng</a:t>
              </a:r>
              <a:endParaRPr lang="en-US" sz="1200" dirty="0">
                <a:latin typeface="Bahnschrift SemiBold" panose="020B0502040204020203" pitchFamily="34" charset="0"/>
              </a:endParaRPr>
            </a:p>
          </p:txBody>
        </p:sp>
      </p:grpSp>
      <p:grpSp>
        <p:nvGrpSpPr>
          <p:cNvPr id="21" name="Group 20">
            <a:extLst>
              <a:ext uri="{FF2B5EF4-FFF2-40B4-BE49-F238E27FC236}">
                <a16:creationId xmlns:a16="http://schemas.microsoft.com/office/drawing/2014/main" id="{61042737-C947-7A62-534C-2054D9389E52}"/>
              </a:ext>
            </a:extLst>
          </p:cNvPr>
          <p:cNvGrpSpPr/>
          <p:nvPr/>
        </p:nvGrpSpPr>
        <p:grpSpPr>
          <a:xfrm>
            <a:off x="-6991350" y="4249652"/>
            <a:ext cx="5355770" cy="492443"/>
            <a:chOff x="438150" y="893920"/>
            <a:chExt cx="5355770" cy="492443"/>
          </a:xfrm>
        </p:grpSpPr>
        <p:sp>
          <p:nvSpPr>
            <p:cNvPr id="22" name="Oval 21">
              <a:extLst>
                <a:ext uri="{FF2B5EF4-FFF2-40B4-BE49-F238E27FC236}">
                  <a16:creationId xmlns:a16="http://schemas.microsoft.com/office/drawing/2014/main" id="{25FD8E63-AFCC-70B7-96C9-AF790A8CB9D1}"/>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3" name="TextBox 22">
              <a:extLst>
                <a:ext uri="{FF2B5EF4-FFF2-40B4-BE49-F238E27FC236}">
                  <a16:creationId xmlns:a16="http://schemas.microsoft.com/office/drawing/2014/main" id="{3999DDD7-CB89-9075-E4F4-DB5D462F81A0}"/>
                </a:ext>
              </a:extLst>
            </p:cNvPr>
            <p:cNvSpPr txBox="1"/>
            <p:nvPr/>
          </p:nvSpPr>
          <p:spPr>
            <a:xfrm>
              <a:off x="677635" y="893920"/>
              <a:ext cx="5116285" cy="492443"/>
            </a:xfrm>
            <a:prstGeom prst="rect">
              <a:avLst/>
            </a:prstGeom>
            <a:noFill/>
          </p:spPr>
          <p:txBody>
            <a:bodyPr wrap="square" rtlCol="0">
              <a:spAutoFit/>
            </a:bodyPr>
            <a:lstStyle/>
            <a:p>
              <a:r>
                <a:rPr lang="vi-VN" b="1" dirty="0">
                  <a:latin typeface="Bahnschrift SemiBold" panose="020B0502040204020203" pitchFamily="34" charset="0"/>
                </a:rPr>
                <a:t>Trích xuất đặc trưng</a:t>
              </a:r>
              <a:endParaRPr lang="en-US" b="1" dirty="0">
                <a:latin typeface="Bahnschrift SemiBold" panose="020B0502040204020203" pitchFamily="34" charset="0"/>
              </a:endParaRPr>
            </a:p>
            <a:p>
              <a:r>
                <a:rPr lang="en-US" sz="1200" dirty="0">
                  <a:latin typeface="Bahnschrift SemiBold" panose="020B0502040204020203" pitchFamily="34" charset="0"/>
                </a:rPr>
                <a:t>Feature Extraction </a:t>
              </a:r>
              <a:r>
                <a:rPr lang="en-US" sz="1200" dirty="0" err="1">
                  <a:latin typeface="Bahnschrift SemiBold" panose="020B0502040204020203" pitchFamily="34" charset="0"/>
                </a:rPr>
                <a:t>và</a:t>
              </a:r>
              <a:r>
                <a:rPr lang="en-US" sz="1200" dirty="0">
                  <a:latin typeface="Bahnschrift SemiBold" panose="020B0502040204020203" pitchFamily="34" charset="0"/>
                </a:rPr>
                <a:t> Feature Selection </a:t>
              </a:r>
              <a:r>
                <a:rPr lang="en-US" sz="1200" dirty="0" err="1">
                  <a:latin typeface="Bahnschrift SemiBold" panose="020B0502040204020203" pitchFamily="34" charset="0"/>
                </a:rPr>
                <a:t>các</a:t>
              </a:r>
              <a:r>
                <a:rPr lang="en-US" sz="1200" dirty="0">
                  <a:latin typeface="Bahnschrift SemiBold" panose="020B0502040204020203" pitchFamily="34" charset="0"/>
                </a:rPr>
                <a:t> </a:t>
              </a:r>
              <a:r>
                <a:rPr lang="en-US" sz="1200" dirty="0" err="1">
                  <a:latin typeface="Bahnschrift SemiBold" panose="020B0502040204020203" pitchFamily="34" charset="0"/>
                </a:rPr>
                <a:t>thông</a:t>
              </a:r>
              <a:r>
                <a:rPr lang="en-US" sz="1200" dirty="0">
                  <a:latin typeface="Bahnschrift SemiBold" panose="020B0502040204020203" pitchFamily="34" charset="0"/>
                </a:rPr>
                <a:t> </a:t>
              </a:r>
              <a:r>
                <a:rPr lang="en-US" sz="1200" dirty="0" err="1">
                  <a:latin typeface="Bahnschrift SemiBold" panose="020B0502040204020203" pitchFamily="34" charset="0"/>
                </a:rPr>
                <a:t>số</a:t>
              </a:r>
              <a:r>
                <a:rPr lang="en-US" sz="1200" dirty="0">
                  <a:latin typeface="Bahnschrift SemiBold" panose="020B0502040204020203" pitchFamily="34" charset="0"/>
                </a:rPr>
                <a:t> </a:t>
              </a:r>
              <a:r>
                <a:rPr lang="en-US" sz="1200" dirty="0" err="1">
                  <a:latin typeface="Bahnschrift SemiBold" panose="020B0502040204020203" pitchFamily="34" charset="0"/>
                </a:rPr>
                <a:t>mạng</a:t>
              </a:r>
              <a:endParaRPr lang="en-US" sz="1200" dirty="0">
                <a:latin typeface="Bahnschrift SemiBold" panose="020B0502040204020203" pitchFamily="34" charset="0"/>
              </a:endParaRPr>
            </a:p>
          </p:txBody>
        </p:sp>
      </p:grpSp>
      <p:grpSp>
        <p:nvGrpSpPr>
          <p:cNvPr id="24" name="Group 23">
            <a:extLst>
              <a:ext uri="{FF2B5EF4-FFF2-40B4-BE49-F238E27FC236}">
                <a16:creationId xmlns:a16="http://schemas.microsoft.com/office/drawing/2014/main" id="{FC017999-DDEE-93BD-BA1C-AA16C2E13C78}"/>
              </a:ext>
            </a:extLst>
          </p:cNvPr>
          <p:cNvGrpSpPr/>
          <p:nvPr/>
        </p:nvGrpSpPr>
        <p:grpSpPr>
          <a:xfrm>
            <a:off x="-6991350" y="4884653"/>
            <a:ext cx="5355770" cy="492443"/>
            <a:chOff x="438150" y="846364"/>
            <a:chExt cx="5355770" cy="492443"/>
          </a:xfrm>
        </p:grpSpPr>
        <p:sp>
          <p:nvSpPr>
            <p:cNvPr id="25" name="Oval 24">
              <a:extLst>
                <a:ext uri="{FF2B5EF4-FFF2-40B4-BE49-F238E27FC236}">
                  <a16:creationId xmlns:a16="http://schemas.microsoft.com/office/drawing/2014/main" id="{5BD05340-E913-70A2-C4F1-519F09C3A13D}"/>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6" name="TextBox 25">
              <a:extLst>
                <a:ext uri="{FF2B5EF4-FFF2-40B4-BE49-F238E27FC236}">
                  <a16:creationId xmlns:a16="http://schemas.microsoft.com/office/drawing/2014/main" id="{08BD23F5-A669-7B85-744E-3FF6C5B3BED9}"/>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Áp</a:t>
              </a:r>
              <a:r>
                <a:rPr lang="en-US" b="1" dirty="0">
                  <a:latin typeface="Bahnschrift SemiBold" panose="020B0502040204020203" pitchFamily="34" charset="0"/>
                </a:rPr>
                <a:t> </a:t>
              </a:r>
              <a:r>
                <a:rPr lang="en-US" b="1" dirty="0" err="1">
                  <a:latin typeface="Bahnschrift SemiBold" panose="020B0502040204020203" pitchFamily="34" charset="0"/>
                </a:rPr>
                <a:t>dụng</a:t>
              </a:r>
              <a:r>
                <a:rPr lang="en-US" b="1" dirty="0">
                  <a:latin typeface="Bahnschrift SemiBold" panose="020B0502040204020203" pitchFamily="34" charset="0"/>
                </a:rPr>
                <a:t> KNN</a:t>
              </a:r>
            </a:p>
            <a:p>
              <a:r>
                <a:rPr lang="en-US" sz="1200" dirty="0">
                  <a:latin typeface="Bahnschrift SemiBold" panose="020B0502040204020203" pitchFamily="34" charset="0"/>
                </a:rPr>
                <a:t>Training </a:t>
              </a:r>
              <a:r>
                <a:rPr lang="en-US" sz="1200" dirty="0" err="1">
                  <a:latin typeface="Bahnschrift SemiBold" panose="020B0502040204020203" pitchFamily="34" charset="0"/>
                </a:rPr>
                <a:t>mô</a:t>
              </a:r>
              <a:r>
                <a:rPr lang="en-US" sz="1200" dirty="0">
                  <a:latin typeface="Bahnschrift SemiBold" panose="020B0502040204020203" pitchFamily="34" charset="0"/>
                </a:rPr>
                <a:t> </a:t>
              </a:r>
              <a:r>
                <a:rPr lang="en-US" sz="1200" dirty="0" err="1">
                  <a:latin typeface="Bahnschrift SemiBold" panose="020B0502040204020203" pitchFamily="34" charset="0"/>
                </a:rPr>
                <a:t>hình</a:t>
              </a:r>
              <a:r>
                <a:rPr lang="en-US" sz="1200" dirty="0">
                  <a:latin typeface="Bahnschrift SemiBold" panose="020B0502040204020203" pitchFamily="34" charset="0"/>
                </a:rPr>
                <a:t> </a:t>
              </a:r>
              <a:r>
                <a:rPr lang="en-US" sz="1200" dirty="0" err="1">
                  <a:latin typeface="Bahnschrift SemiBold" panose="020B0502040204020203" pitchFamily="34" charset="0"/>
                </a:rPr>
                <a:t>với</a:t>
              </a:r>
              <a:r>
                <a:rPr lang="en-US" sz="1200" dirty="0">
                  <a:latin typeface="Bahnschrift SemiBold" panose="020B0502040204020203" pitchFamily="34" charset="0"/>
                </a:rPr>
                <a:t> dataset </a:t>
              </a:r>
              <a:r>
                <a:rPr lang="en-US" sz="1200" dirty="0" err="1">
                  <a:latin typeface="Bahnschrift SemiBold" panose="020B0502040204020203" pitchFamily="34" charset="0"/>
                </a:rPr>
                <a:t>huấn</a:t>
              </a:r>
              <a:r>
                <a:rPr lang="en-US" sz="1200" dirty="0">
                  <a:latin typeface="Bahnschrift SemiBold" panose="020B0502040204020203" pitchFamily="34" charset="0"/>
                </a:rPr>
                <a:t> </a:t>
              </a:r>
              <a:r>
                <a:rPr lang="en-US" sz="1200" dirty="0" err="1">
                  <a:latin typeface="Bahnschrift SemiBold" panose="020B0502040204020203" pitchFamily="34" charset="0"/>
                </a:rPr>
                <a:t>luyện</a:t>
              </a:r>
              <a:r>
                <a:rPr lang="en-US" sz="1200" dirty="0">
                  <a:latin typeface="Bahnschrift SemiBold" panose="020B0502040204020203" pitchFamily="34" charset="0"/>
                </a:rPr>
                <a:t>, Testing </a:t>
              </a:r>
              <a:r>
                <a:rPr lang="en-US" sz="1200" dirty="0" err="1">
                  <a:latin typeface="Bahnschrift SemiBold" panose="020B0502040204020203" pitchFamily="34" charset="0"/>
                </a:rPr>
                <a:t>với</a:t>
              </a:r>
              <a:r>
                <a:rPr lang="en-US" sz="1200" dirty="0">
                  <a:latin typeface="Bahnschrift SemiBold" panose="020B0502040204020203" pitchFamily="34" charset="0"/>
                </a:rPr>
                <a:t> </a:t>
              </a:r>
              <a:r>
                <a:rPr lang="en-US" sz="1200" dirty="0" err="1">
                  <a:latin typeface="Bahnschrift SemiBold" panose="020B0502040204020203" pitchFamily="34" charset="0"/>
                </a:rPr>
                <a:t>dữ</a:t>
              </a:r>
              <a:r>
                <a:rPr lang="en-US" sz="1200" dirty="0">
                  <a:latin typeface="Bahnschrift SemiBold" panose="020B0502040204020203" pitchFamily="34" charset="0"/>
                </a:rPr>
                <a:t> </a:t>
              </a:r>
              <a:r>
                <a:rPr lang="en-US" sz="1200" dirty="0" err="1">
                  <a:latin typeface="Bahnschrift SemiBold" panose="020B0502040204020203" pitchFamily="34" charset="0"/>
                </a:rPr>
                <a:t>liệu</a:t>
              </a:r>
              <a:r>
                <a:rPr lang="en-US" sz="1200" dirty="0">
                  <a:latin typeface="Bahnschrift SemiBold" panose="020B0502040204020203" pitchFamily="34" charset="0"/>
                </a:rPr>
                <a:t> </a:t>
              </a:r>
              <a:r>
                <a:rPr lang="en-US" sz="1200" dirty="0" err="1">
                  <a:latin typeface="Bahnschrift SemiBold" panose="020B0502040204020203" pitchFamily="34" charset="0"/>
                </a:rPr>
                <a:t>mới</a:t>
              </a:r>
              <a:endParaRPr lang="en-US" sz="1200" dirty="0">
                <a:latin typeface="Bahnschrift SemiBold" panose="020B0502040204020203" pitchFamily="34" charset="0"/>
              </a:endParaRPr>
            </a:p>
          </p:txBody>
        </p:sp>
      </p:grpSp>
      <p:grpSp>
        <p:nvGrpSpPr>
          <p:cNvPr id="27" name="Group 26">
            <a:extLst>
              <a:ext uri="{FF2B5EF4-FFF2-40B4-BE49-F238E27FC236}">
                <a16:creationId xmlns:a16="http://schemas.microsoft.com/office/drawing/2014/main" id="{3AB12604-C1DE-77B6-C448-0DF51603B3E6}"/>
              </a:ext>
            </a:extLst>
          </p:cNvPr>
          <p:cNvGrpSpPr/>
          <p:nvPr/>
        </p:nvGrpSpPr>
        <p:grpSpPr>
          <a:xfrm>
            <a:off x="-6991350" y="5636481"/>
            <a:ext cx="5355770" cy="492443"/>
            <a:chOff x="438150" y="846364"/>
            <a:chExt cx="5355770" cy="492443"/>
          </a:xfrm>
        </p:grpSpPr>
        <p:sp>
          <p:nvSpPr>
            <p:cNvPr id="28" name="Oval 27">
              <a:extLst>
                <a:ext uri="{FF2B5EF4-FFF2-40B4-BE49-F238E27FC236}">
                  <a16:creationId xmlns:a16="http://schemas.microsoft.com/office/drawing/2014/main" id="{F0B17870-0D25-06BB-923B-394D5FC54398}"/>
                </a:ext>
              </a:extLst>
            </p:cNvPr>
            <p:cNvSpPr/>
            <p:nvPr/>
          </p:nvSpPr>
          <p:spPr>
            <a:xfrm>
              <a:off x="438150" y="893920"/>
              <a:ext cx="277586" cy="39732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EA0CE176-D319-83B1-F066-CE0C9598B415}"/>
                </a:ext>
              </a:extLst>
            </p:cNvPr>
            <p:cNvSpPr txBox="1"/>
            <p:nvPr/>
          </p:nvSpPr>
          <p:spPr>
            <a:xfrm>
              <a:off x="677635" y="846364"/>
              <a:ext cx="5116285" cy="492443"/>
            </a:xfrm>
            <a:prstGeom prst="rect">
              <a:avLst/>
            </a:prstGeom>
            <a:noFill/>
          </p:spPr>
          <p:txBody>
            <a:bodyPr wrap="square" rtlCol="0">
              <a:spAutoFit/>
            </a:bodyPr>
            <a:lstStyle/>
            <a:p>
              <a:r>
                <a:rPr lang="en-US" b="1" dirty="0" err="1">
                  <a:latin typeface="Bahnschrift SemiBold" panose="020B0502040204020203" pitchFamily="34" charset="0"/>
                </a:rPr>
                <a:t>Đánh</a:t>
              </a:r>
              <a:r>
                <a:rPr lang="en-US" b="1" dirty="0">
                  <a:latin typeface="Bahnschrift SemiBold" panose="020B0502040204020203" pitchFamily="34" charset="0"/>
                </a:rPr>
                <a:t> </a:t>
              </a:r>
              <a:r>
                <a:rPr lang="en-US" b="1" dirty="0" err="1">
                  <a:latin typeface="Bahnschrift SemiBold" panose="020B0502040204020203" pitchFamily="34" charset="0"/>
                </a:rPr>
                <a:t>giá</a:t>
              </a:r>
              <a:r>
                <a:rPr lang="en-US" b="1" dirty="0">
                  <a:latin typeface="Bahnschrift SemiBold" panose="020B0502040204020203" pitchFamily="34" charset="0"/>
                </a:rPr>
                <a:t> &amp; </a:t>
              </a:r>
              <a:r>
                <a:rPr lang="en-US" b="1" dirty="0" err="1">
                  <a:latin typeface="Bahnschrift SemiBold" panose="020B0502040204020203" pitchFamily="34" charset="0"/>
                </a:rPr>
                <a:t>Cảnh</a:t>
              </a:r>
              <a:r>
                <a:rPr lang="en-US" b="1" dirty="0">
                  <a:latin typeface="Bahnschrift SemiBold" panose="020B0502040204020203" pitchFamily="34" charset="0"/>
                </a:rPr>
                <a:t> </a:t>
              </a:r>
              <a:r>
                <a:rPr lang="en-US" b="1" dirty="0" err="1">
                  <a:latin typeface="Bahnschrift SemiBold" panose="020B0502040204020203" pitchFamily="34" charset="0"/>
                </a:rPr>
                <a:t>báo</a:t>
              </a:r>
              <a:endParaRPr lang="en-US" b="1" dirty="0">
                <a:latin typeface="Bahnschrift SemiBold" panose="020B0502040204020203" pitchFamily="34" charset="0"/>
              </a:endParaRPr>
            </a:p>
            <a:p>
              <a:r>
                <a:rPr lang="en-US" sz="1200" dirty="0" err="1">
                  <a:latin typeface="Bahnschrift SemiBold" panose="020B0502040204020203" pitchFamily="34" charset="0"/>
                </a:rPr>
                <a:t>Tính</a:t>
              </a:r>
              <a:r>
                <a:rPr lang="en-US" sz="1200" dirty="0">
                  <a:latin typeface="Bahnschrift SemiBold" panose="020B0502040204020203" pitchFamily="34" charset="0"/>
                </a:rPr>
                <a:t> </a:t>
              </a:r>
              <a:r>
                <a:rPr lang="en-US" sz="1200" dirty="0" err="1">
                  <a:latin typeface="Bahnschrift SemiBold" panose="020B0502040204020203" pitchFamily="34" charset="0"/>
                </a:rPr>
                <a:t>toán</a:t>
              </a:r>
              <a:r>
                <a:rPr lang="en-US" sz="1200" dirty="0">
                  <a:latin typeface="Bahnschrift SemiBold" panose="020B0502040204020203" pitchFamily="34" charset="0"/>
                </a:rPr>
                <a:t> </a:t>
              </a:r>
              <a:r>
                <a:rPr lang="en-US" sz="1200" dirty="0" err="1">
                  <a:latin typeface="Bahnschrift SemiBold" panose="020B0502040204020203" pitchFamily="34" charset="0"/>
                </a:rPr>
                <a:t>độ</a:t>
              </a:r>
              <a:r>
                <a:rPr lang="en-US" sz="1200" dirty="0">
                  <a:latin typeface="Bahnschrift SemiBold" panose="020B0502040204020203" pitchFamily="34" charset="0"/>
                </a:rPr>
                <a:t> </a:t>
              </a:r>
              <a:r>
                <a:rPr lang="en-US" sz="1200" dirty="0" err="1">
                  <a:latin typeface="Bahnschrift SemiBold" panose="020B0502040204020203" pitchFamily="34" charset="0"/>
                </a:rPr>
                <a:t>chính</a:t>
              </a:r>
              <a:r>
                <a:rPr lang="en-US" sz="1200" dirty="0">
                  <a:latin typeface="Bahnschrift SemiBold" panose="020B0502040204020203" pitchFamily="34" charset="0"/>
                </a:rPr>
                <a:t> </a:t>
              </a:r>
              <a:r>
                <a:rPr lang="en-US" sz="1200" dirty="0" err="1">
                  <a:latin typeface="Bahnschrift SemiBold" panose="020B0502040204020203" pitchFamily="34" charset="0"/>
                </a:rPr>
                <a:t>xác</a:t>
              </a:r>
              <a:r>
                <a:rPr lang="en-US" sz="1200" dirty="0">
                  <a:latin typeface="Bahnschrift SemiBold" panose="020B0502040204020203" pitchFamily="34" charset="0"/>
                </a:rPr>
                <a:t>, precision, recall </a:t>
              </a:r>
              <a:r>
                <a:rPr lang="en-US" sz="1200" dirty="0" err="1">
                  <a:latin typeface="Bahnschrift SemiBold" panose="020B0502040204020203" pitchFamily="34" charset="0"/>
                </a:rPr>
                <a:t>và</a:t>
              </a:r>
              <a:r>
                <a:rPr lang="en-US" sz="1200" dirty="0">
                  <a:latin typeface="Bahnschrift SemiBold" panose="020B0502040204020203" pitchFamily="34" charset="0"/>
                </a:rPr>
                <a:t> </a:t>
              </a:r>
              <a:r>
                <a:rPr lang="en-US" sz="1200" dirty="0" err="1">
                  <a:latin typeface="Bahnschrift SemiBold" panose="020B0502040204020203" pitchFamily="34" charset="0"/>
                </a:rPr>
                <a:t>phát</a:t>
              </a:r>
              <a:r>
                <a:rPr lang="en-US" sz="1200" dirty="0">
                  <a:latin typeface="Bahnschrift SemiBold" panose="020B0502040204020203" pitchFamily="34" charset="0"/>
                </a:rPr>
                <a:t> </a:t>
              </a:r>
              <a:r>
                <a:rPr lang="en-US" sz="1200" dirty="0" err="1">
                  <a:latin typeface="Bahnschrift SemiBold" panose="020B0502040204020203" pitchFamily="34" charset="0"/>
                </a:rPr>
                <a:t>cảnh</a:t>
              </a:r>
              <a:r>
                <a:rPr lang="en-US" sz="1200" dirty="0">
                  <a:latin typeface="Bahnschrift SemiBold" panose="020B0502040204020203" pitchFamily="34" charset="0"/>
                </a:rPr>
                <a:t> </a:t>
              </a:r>
              <a:r>
                <a:rPr lang="en-US" sz="1200" dirty="0" err="1">
                  <a:latin typeface="Bahnschrift SemiBold" panose="020B0502040204020203" pitchFamily="34" charset="0"/>
                </a:rPr>
                <a:t>báo</a:t>
              </a:r>
              <a:r>
                <a:rPr lang="en-US" sz="1200" dirty="0">
                  <a:latin typeface="Bahnschrift SemiBold" panose="020B0502040204020203" pitchFamily="34" charset="0"/>
                </a:rPr>
                <a:t>/block</a:t>
              </a:r>
            </a:p>
          </p:txBody>
        </p:sp>
      </p:grpSp>
      <p:sp>
        <p:nvSpPr>
          <p:cNvPr id="30" name="TextBox 29">
            <a:extLst>
              <a:ext uri="{FF2B5EF4-FFF2-40B4-BE49-F238E27FC236}">
                <a16:creationId xmlns:a16="http://schemas.microsoft.com/office/drawing/2014/main" id="{820220C6-BB50-17BD-9985-D7132EFBAD07}"/>
              </a:ext>
            </a:extLst>
          </p:cNvPr>
          <p:cNvSpPr txBox="1"/>
          <p:nvPr/>
        </p:nvSpPr>
        <p:spPr>
          <a:xfrm>
            <a:off x="-6991350" y="2842124"/>
            <a:ext cx="323850" cy="307777"/>
          </a:xfrm>
          <a:prstGeom prst="rect">
            <a:avLst/>
          </a:prstGeom>
          <a:noFill/>
        </p:spPr>
        <p:txBody>
          <a:bodyPr wrap="square" rtlCol="0">
            <a:spAutoFit/>
          </a:bodyPr>
          <a:lstStyle/>
          <a:p>
            <a:r>
              <a:rPr lang="en-US" dirty="0">
                <a:latin typeface="Bahnschrift SemiBold" panose="020B0502040204020203" pitchFamily="34" charset="0"/>
              </a:rPr>
              <a:t>1</a:t>
            </a:r>
          </a:p>
        </p:txBody>
      </p:sp>
      <p:sp>
        <p:nvSpPr>
          <p:cNvPr id="31" name="TextBox 30">
            <a:extLst>
              <a:ext uri="{FF2B5EF4-FFF2-40B4-BE49-F238E27FC236}">
                <a16:creationId xmlns:a16="http://schemas.microsoft.com/office/drawing/2014/main" id="{6CC803F6-6290-73EB-F84C-6286D11E5061}"/>
              </a:ext>
            </a:extLst>
          </p:cNvPr>
          <p:cNvSpPr txBox="1"/>
          <p:nvPr/>
        </p:nvSpPr>
        <p:spPr>
          <a:xfrm>
            <a:off x="-6991350" y="3542599"/>
            <a:ext cx="277586" cy="307777"/>
          </a:xfrm>
          <a:prstGeom prst="rect">
            <a:avLst/>
          </a:prstGeom>
          <a:noFill/>
        </p:spPr>
        <p:txBody>
          <a:bodyPr wrap="square" rtlCol="0">
            <a:spAutoFit/>
          </a:bodyPr>
          <a:lstStyle/>
          <a:p>
            <a:r>
              <a:rPr lang="en-US" dirty="0">
                <a:latin typeface="Bahnschrift SemiBold" panose="020B0502040204020203" pitchFamily="34" charset="0"/>
              </a:rPr>
              <a:t>2</a:t>
            </a:r>
          </a:p>
        </p:txBody>
      </p:sp>
      <p:sp>
        <p:nvSpPr>
          <p:cNvPr id="32" name="TextBox 31">
            <a:extLst>
              <a:ext uri="{FF2B5EF4-FFF2-40B4-BE49-F238E27FC236}">
                <a16:creationId xmlns:a16="http://schemas.microsoft.com/office/drawing/2014/main" id="{39EEA66C-7D75-C2DC-5B68-BBFFD734F240}"/>
              </a:ext>
            </a:extLst>
          </p:cNvPr>
          <p:cNvSpPr txBox="1"/>
          <p:nvPr/>
        </p:nvSpPr>
        <p:spPr>
          <a:xfrm>
            <a:off x="-6991350" y="4293294"/>
            <a:ext cx="277586" cy="307777"/>
          </a:xfrm>
          <a:prstGeom prst="rect">
            <a:avLst/>
          </a:prstGeom>
          <a:noFill/>
        </p:spPr>
        <p:txBody>
          <a:bodyPr wrap="square" rtlCol="0">
            <a:spAutoFit/>
          </a:bodyPr>
          <a:lstStyle/>
          <a:p>
            <a:r>
              <a:rPr lang="en-US" dirty="0">
                <a:latin typeface="Bahnschrift SemiBold" panose="020B0502040204020203" pitchFamily="34" charset="0"/>
              </a:rPr>
              <a:t>3</a:t>
            </a:r>
          </a:p>
        </p:txBody>
      </p:sp>
      <p:sp>
        <p:nvSpPr>
          <p:cNvPr id="33" name="TextBox 32">
            <a:extLst>
              <a:ext uri="{FF2B5EF4-FFF2-40B4-BE49-F238E27FC236}">
                <a16:creationId xmlns:a16="http://schemas.microsoft.com/office/drawing/2014/main" id="{976B04F4-3204-2B4C-C3AB-AD1A723077AC}"/>
              </a:ext>
            </a:extLst>
          </p:cNvPr>
          <p:cNvSpPr txBox="1"/>
          <p:nvPr/>
        </p:nvSpPr>
        <p:spPr>
          <a:xfrm>
            <a:off x="-6991350" y="4976984"/>
            <a:ext cx="277586" cy="307777"/>
          </a:xfrm>
          <a:prstGeom prst="rect">
            <a:avLst/>
          </a:prstGeom>
          <a:noFill/>
        </p:spPr>
        <p:txBody>
          <a:bodyPr wrap="square" rtlCol="0">
            <a:spAutoFit/>
          </a:bodyPr>
          <a:lstStyle/>
          <a:p>
            <a:r>
              <a:rPr lang="en-US" dirty="0">
                <a:latin typeface="Bahnschrift SemiBold" panose="020B0502040204020203" pitchFamily="34" charset="0"/>
              </a:rPr>
              <a:t>4</a:t>
            </a:r>
          </a:p>
        </p:txBody>
      </p:sp>
      <p:sp>
        <p:nvSpPr>
          <p:cNvPr id="34" name="TextBox 33">
            <a:extLst>
              <a:ext uri="{FF2B5EF4-FFF2-40B4-BE49-F238E27FC236}">
                <a16:creationId xmlns:a16="http://schemas.microsoft.com/office/drawing/2014/main" id="{5B768C91-806D-48F0-C714-A13731080282}"/>
              </a:ext>
            </a:extLst>
          </p:cNvPr>
          <p:cNvSpPr txBox="1"/>
          <p:nvPr/>
        </p:nvSpPr>
        <p:spPr>
          <a:xfrm>
            <a:off x="-6991350" y="5720347"/>
            <a:ext cx="277586" cy="307777"/>
          </a:xfrm>
          <a:prstGeom prst="rect">
            <a:avLst/>
          </a:prstGeom>
          <a:noFill/>
        </p:spPr>
        <p:txBody>
          <a:bodyPr wrap="square" rtlCol="0">
            <a:spAutoFit/>
          </a:bodyPr>
          <a:lstStyle/>
          <a:p>
            <a:r>
              <a:rPr lang="en-US" dirty="0">
                <a:latin typeface="Bahnschrift SemiBold" panose="020B0502040204020203" pitchFamily="34" charset="0"/>
              </a:rPr>
              <a:t>5</a:t>
            </a:r>
          </a:p>
        </p:txBody>
      </p:sp>
      <p:sp>
        <p:nvSpPr>
          <p:cNvPr id="2" name="Google Shape;1798;p44">
            <a:extLst>
              <a:ext uri="{FF2B5EF4-FFF2-40B4-BE49-F238E27FC236}">
                <a16:creationId xmlns:a16="http://schemas.microsoft.com/office/drawing/2014/main" id="{F653C807-EF24-860F-2747-3A2AF0B2861E}"/>
              </a:ext>
            </a:extLst>
          </p:cNvPr>
          <p:cNvSpPr txBox="1">
            <a:spLocks/>
          </p:cNvSpPr>
          <p:nvPr/>
        </p:nvSpPr>
        <p:spPr>
          <a:xfrm>
            <a:off x="3028043" y="-3213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dirty="0">
                <a:solidFill>
                  <a:schemeClr val="lt2"/>
                </a:solidFill>
              </a:rPr>
              <a:t>CICDDoS 2019</a:t>
            </a:r>
            <a:endParaRPr lang="vi-VN" dirty="0">
              <a:solidFill>
                <a:schemeClr val="lt2"/>
              </a:solidFill>
            </a:endParaRPr>
          </a:p>
        </p:txBody>
      </p:sp>
      <p:pic>
        <p:nvPicPr>
          <p:cNvPr id="5" name="Picture 4">
            <a:extLst>
              <a:ext uri="{FF2B5EF4-FFF2-40B4-BE49-F238E27FC236}">
                <a16:creationId xmlns:a16="http://schemas.microsoft.com/office/drawing/2014/main" id="{8F39EA40-0E9C-9905-5362-6CECD3FDE5E5}"/>
              </a:ext>
            </a:extLst>
          </p:cNvPr>
          <p:cNvPicPr>
            <a:picLocks noChangeAspect="1"/>
          </p:cNvPicPr>
          <p:nvPr/>
        </p:nvPicPr>
        <p:blipFill>
          <a:blip r:embed="rId4"/>
          <a:stretch>
            <a:fillRect/>
          </a:stretch>
        </p:blipFill>
        <p:spPr>
          <a:xfrm>
            <a:off x="0" y="4601070"/>
            <a:ext cx="9144000" cy="4625647"/>
          </a:xfrm>
          <a:prstGeom prst="rect">
            <a:avLst/>
          </a:prstGeom>
        </p:spPr>
      </p:pic>
      <p:cxnSp>
        <p:nvCxnSpPr>
          <p:cNvPr id="6" name="Straight Arrow Connector 5">
            <a:extLst>
              <a:ext uri="{FF2B5EF4-FFF2-40B4-BE49-F238E27FC236}">
                <a16:creationId xmlns:a16="http://schemas.microsoft.com/office/drawing/2014/main" id="{76522D2A-56FC-6221-7141-D7A4B63D36A6}"/>
              </a:ext>
            </a:extLst>
          </p:cNvPr>
          <p:cNvCxnSpPr>
            <a:cxnSpLocks/>
          </p:cNvCxnSpPr>
          <p:nvPr/>
        </p:nvCxnSpPr>
        <p:spPr>
          <a:xfrm flipV="1">
            <a:off x="566057" y="1426029"/>
            <a:ext cx="0" cy="30698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Google Shape;1798;p44">
            <a:extLst>
              <a:ext uri="{FF2B5EF4-FFF2-40B4-BE49-F238E27FC236}">
                <a16:creationId xmlns:a16="http://schemas.microsoft.com/office/drawing/2014/main" id="{0E0F2B96-EBF9-5A46-811C-B3AE67F2F26B}"/>
              </a:ext>
            </a:extLst>
          </p:cNvPr>
          <p:cNvSpPr txBox="1">
            <a:spLocks/>
          </p:cNvSpPr>
          <p:nvPr/>
        </p:nvSpPr>
        <p:spPr>
          <a:xfrm>
            <a:off x="143765" y="254218"/>
            <a:ext cx="161908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Mã số chuẩn hóa của giao thức mạng ở tầng Transport</a:t>
            </a:r>
            <a:endParaRPr lang="vi-VN" sz="1600" dirty="0">
              <a:solidFill>
                <a:schemeClr val="lt2"/>
              </a:solidFill>
            </a:endParaRPr>
          </a:p>
        </p:txBody>
      </p:sp>
      <p:cxnSp>
        <p:nvCxnSpPr>
          <p:cNvPr id="9" name="Straight Arrow Connector 8">
            <a:extLst>
              <a:ext uri="{FF2B5EF4-FFF2-40B4-BE49-F238E27FC236}">
                <a16:creationId xmlns:a16="http://schemas.microsoft.com/office/drawing/2014/main" id="{5F88D476-F97A-81F9-5F3C-9D00F0E2BAFF}"/>
              </a:ext>
            </a:extLst>
          </p:cNvPr>
          <p:cNvCxnSpPr>
            <a:cxnSpLocks/>
          </p:cNvCxnSpPr>
          <p:nvPr/>
        </p:nvCxnSpPr>
        <p:spPr>
          <a:xfrm flipV="1">
            <a:off x="1415142" y="2634333"/>
            <a:ext cx="0" cy="1896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Google Shape;1798;p44">
            <a:extLst>
              <a:ext uri="{FF2B5EF4-FFF2-40B4-BE49-F238E27FC236}">
                <a16:creationId xmlns:a16="http://schemas.microsoft.com/office/drawing/2014/main" id="{87BEF29E-B369-037B-D92F-10747C244914}"/>
              </a:ext>
            </a:extLst>
          </p:cNvPr>
          <p:cNvSpPr txBox="1">
            <a:spLocks/>
          </p:cNvSpPr>
          <p:nvPr/>
        </p:nvSpPr>
        <p:spPr>
          <a:xfrm>
            <a:off x="657949" y="1426029"/>
            <a:ext cx="161908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Số lượng gói tin trong luồng mạng (flow) có bật cờ Acknowledgment (ACK)</a:t>
            </a:r>
            <a:endParaRPr lang="vi-VN" sz="1600" dirty="0">
              <a:solidFill>
                <a:schemeClr val="lt2"/>
              </a:solidFill>
            </a:endParaRPr>
          </a:p>
        </p:txBody>
      </p:sp>
      <p:cxnSp>
        <p:nvCxnSpPr>
          <p:cNvPr id="13" name="Straight Arrow Connector 12">
            <a:extLst>
              <a:ext uri="{FF2B5EF4-FFF2-40B4-BE49-F238E27FC236}">
                <a16:creationId xmlns:a16="http://schemas.microsoft.com/office/drawing/2014/main" id="{A9ECFDCC-116A-31CC-3E9A-31FF686B5157}"/>
              </a:ext>
            </a:extLst>
          </p:cNvPr>
          <p:cNvCxnSpPr>
            <a:cxnSpLocks/>
          </p:cNvCxnSpPr>
          <p:nvPr/>
        </p:nvCxnSpPr>
        <p:spPr>
          <a:xfrm flipV="1">
            <a:off x="2460171" y="1426029"/>
            <a:ext cx="0" cy="3021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Google Shape;1798;p44">
            <a:extLst>
              <a:ext uri="{FF2B5EF4-FFF2-40B4-BE49-F238E27FC236}">
                <a16:creationId xmlns:a16="http://schemas.microsoft.com/office/drawing/2014/main" id="{8B9D2E7A-59A9-7B8C-889E-D7D26830582B}"/>
              </a:ext>
            </a:extLst>
          </p:cNvPr>
          <p:cNvSpPr txBox="1">
            <a:spLocks/>
          </p:cNvSpPr>
          <p:nvPr/>
        </p:nvSpPr>
        <p:spPr>
          <a:xfrm>
            <a:off x="1856185" y="502992"/>
            <a:ext cx="161908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Số lượng gói tin truyền đi trong một giây</a:t>
            </a:r>
            <a:endParaRPr lang="vi-VN" sz="1600" dirty="0">
              <a:solidFill>
                <a:schemeClr val="lt2"/>
              </a:solidFill>
            </a:endParaRPr>
          </a:p>
        </p:txBody>
      </p:sp>
      <p:cxnSp>
        <p:nvCxnSpPr>
          <p:cNvPr id="37" name="Straight Arrow Connector 36">
            <a:extLst>
              <a:ext uri="{FF2B5EF4-FFF2-40B4-BE49-F238E27FC236}">
                <a16:creationId xmlns:a16="http://schemas.microsoft.com/office/drawing/2014/main" id="{CE5CA260-EE7B-00C1-CC85-5147163A820E}"/>
              </a:ext>
            </a:extLst>
          </p:cNvPr>
          <p:cNvCxnSpPr>
            <a:cxnSpLocks/>
          </p:cNvCxnSpPr>
          <p:nvPr/>
        </p:nvCxnSpPr>
        <p:spPr>
          <a:xfrm flipV="1">
            <a:off x="3624942" y="2950029"/>
            <a:ext cx="0" cy="1580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Google Shape;1798;p44">
            <a:extLst>
              <a:ext uri="{FF2B5EF4-FFF2-40B4-BE49-F238E27FC236}">
                <a16:creationId xmlns:a16="http://schemas.microsoft.com/office/drawing/2014/main" id="{DA6CD248-E931-571B-CF19-9A192B2EC215}"/>
              </a:ext>
            </a:extLst>
          </p:cNvPr>
          <p:cNvSpPr txBox="1">
            <a:spLocks/>
          </p:cNvSpPr>
          <p:nvPr/>
        </p:nvSpPr>
        <p:spPr>
          <a:xfrm>
            <a:off x="2815772" y="1556388"/>
            <a:ext cx="1618339"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Số lượng gói tin phản hồi từ Server (Backward) về Client trong một giây</a:t>
            </a:r>
            <a:endParaRPr lang="vi-VN" sz="1600" dirty="0">
              <a:solidFill>
                <a:schemeClr val="lt2"/>
              </a:solidFill>
            </a:endParaRPr>
          </a:p>
        </p:txBody>
      </p:sp>
      <p:cxnSp>
        <p:nvCxnSpPr>
          <p:cNvPr id="44" name="Straight Arrow Connector 43">
            <a:extLst>
              <a:ext uri="{FF2B5EF4-FFF2-40B4-BE49-F238E27FC236}">
                <a16:creationId xmlns:a16="http://schemas.microsoft.com/office/drawing/2014/main" id="{036E0BD9-30D7-241F-6BC6-E83E17EEF5A4}"/>
              </a:ext>
            </a:extLst>
          </p:cNvPr>
          <p:cNvCxnSpPr>
            <a:cxnSpLocks/>
          </p:cNvCxnSpPr>
          <p:nvPr/>
        </p:nvCxnSpPr>
        <p:spPr>
          <a:xfrm flipV="1">
            <a:off x="4434111" y="1328057"/>
            <a:ext cx="0" cy="3248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Google Shape;1798;p44">
            <a:extLst>
              <a:ext uri="{FF2B5EF4-FFF2-40B4-BE49-F238E27FC236}">
                <a16:creationId xmlns:a16="http://schemas.microsoft.com/office/drawing/2014/main" id="{35F11EA7-0982-45D2-7783-FB1CC0122F6B}"/>
              </a:ext>
            </a:extLst>
          </p:cNvPr>
          <p:cNvSpPr txBox="1">
            <a:spLocks/>
          </p:cNvSpPr>
          <p:nvPr/>
        </p:nvSpPr>
        <p:spPr>
          <a:xfrm>
            <a:off x="4741808" y="1492709"/>
            <a:ext cx="146247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Độ lệch chuẩn thời gian nghỉ</a:t>
            </a:r>
            <a:endParaRPr lang="vi-VN" sz="1600" dirty="0">
              <a:solidFill>
                <a:schemeClr val="lt2"/>
              </a:solidFill>
            </a:endParaRPr>
          </a:p>
        </p:txBody>
      </p:sp>
      <p:cxnSp>
        <p:nvCxnSpPr>
          <p:cNvPr id="47" name="Straight Arrow Connector 46">
            <a:extLst>
              <a:ext uri="{FF2B5EF4-FFF2-40B4-BE49-F238E27FC236}">
                <a16:creationId xmlns:a16="http://schemas.microsoft.com/office/drawing/2014/main" id="{98CD9248-03CA-6CCC-285C-30EB4B31E240}"/>
              </a:ext>
            </a:extLst>
          </p:cNvPr>
          <p:cNvCxnSpPr>
            <a:cxnSpLocks/>
          </p:cNvCxnSpPr>
          <p:nvPr/>
        </p:nvCxnSpPr>
        <p:spPr>
          <a:xfrm flipV="1">
            <a:off x="5272311" y="2129088"/>
            <a:ext cx="0" cy="2431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 name="Google Shape;1798;p44">
            <a:extLst>
              <a:ext uri="{FF2B5EF4-FFF2-40B4-BE49-F238E27FC236}">
                <a16:creationId xmlns:a16="http://schemas.microsoft.com/office/drawing/2014/main" id="{91466162-09F4-0D2E-35D1-881FB98AE1A0}"/>
              </a:ext>
            </a:extLst>
          </p:cNvPr>
          <p:cNvSpPr txBox="1">
            <a:spLocks/>
          </p:cNvSpPr>
          <p:nvPr/>
        </p:nvSpPr>
        <p:spPr>
          <a:xfrm>
            <a:off x="3817579" y="475778"/>
            <a:ext cx="370231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vi-VN" sz="1600" dirty="0"/>
              <a:t>IAT (Inter-Arrival Time) là thời gian trung bình giữa 2 lần nhận/gửi gói tin liên tiếp trong cùng một luồng (đơn vị micro-giây)</a:t>
            </a:r>
            <a:endParaRPr lang="vi-VN" sz="1600" dirty="0">
              <a:solidFill>
                <a:schemeClr val="lt2"/>
              </a:solidFill>
            </a:endParaRPr>
          </a:p>
        </p:txBody>
      </p:sp>
      <p:sp>
        <p:nvSpPr>
          <p:cNvPr id="50" name="Google Shape;1798;p44">
            <a:extLst>
              <a:ext uri="{FF2B5EF4-FFF2-40B4-BE49-F238E27FC236}">
                <a16:creationId xmlns:a16="http://schemas.microsoft.com/office/drawing/2014/main" id="{50FAC9F3-EB02-A9CF-575B-8020273CE61D}"/>
              </a:ext>
            </a:extLst>
          </p:cNvPr>
          <p:cNvSpPr txBox="1">
            <a:spLocks/>
          </p:cNvSpPr>
          <p:nvPr/>
        </p:nvSpPr>
        <p:spPr>
          <a:xfrm>
            <a:off x="6736201" y="3123787"/>
            <a:ext cx="11711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sz="1600" dirty="0" err="1"/>
              <a:t>Tỉ</a:t>
            </a:r>
            <a:r>
              <a:rPr lang="en-US" sz="1600" dirty="0"/>
              <a:t> </a:t>
            </a:r>
            <a:r>
              <a:rPr lang="en-US" sz="1600" dirty="0" err="1"/>
              <a:t>lệ</a:t>
            </a:r>
            <a:r>
              <a:rPr lang="en-US" sz="1600" dirty="0"/>
              <a:t> </a:t>
            </a:r>
            <a:r>
              <a:rPr lang="en-US" sz="1600" dirty="0" err="1"/>
              <a:t>Tải</a:t>
            </a:r>
            <a:r>
              <a:rPr lang="en-US" sz="1600" dirty="0"/>
              <a:t> </a:t>
            </a:r>
            <a:r>
              <a:rPr lang="en-US" sz="1600" dirty="0" err="1"/>
              <a:t>xuống</a:t>
            </a:r>
            <a:r>
              <a:rPr lang="en-US" sz="1600" dirty="0"/>
              <a:t>/</a:t>
            </a:r>
            <a:r>
              <a:rPr lang="en-US" sz="1600" dirty="0" err="1"/>
              <a:t>Tải</a:t>
            </a:r>
            <a:r>
              <a:rPr lang="en-US" sz="1600" dirty="0"/>
              <a:t> </a:t>
            </a:r>
            <a:r>
              <a:rPr lang="en-US" sz="1600" dirty="0" err="1"/>
              <a:t>lên</a:t>
            </a:r>
            <a:endParaRPr lang="vi-VN" sz="1600" dirty="0">
              <a:solidFill>
                <a:schemeClr val="lt2"/>
              </a:solidFill>
            </a:endParaRPr>
          </a:p>
        </p:txBody>
      </p:sp>
      <p:cxnSp>
        <p:nvCxnSpPr>
          <p:cNvPr id="51" name="Straight Arrow Connector 50">
            <a:extLst>
              <a:ext uri="{FF2B5EF4-FFF2-40B4-BE49-F238E27FC236}">
                <a16:creationId xmlns:a16="http://schemas.microsoft.com/office/drawing/2014/main" id="{C6E4D2F5-7109-09CC-4E98-B71576DC221F}"/>
              </a:ext>
            </a:extLst>
          </p:cNvPr>
          <p:cNvCxnSpPr>
            <a:cxnSpLocks/>
          </p:cNvCxnSpPr>
          <p:nvPr/>
        </p:nvCxnSpPr>
        <p:spPr>
          <a:xfrm flipV="1">
            <a:off x="6360882" y="3231125"/>
            <a:ext cx="0" cy="12998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Google Shape;1798;p44">
            <a:extLst>
              <a:ext uri="{FF2B5EF4-FFF2-40B4-BE49-F238E27FC236}">
                <a16:creationId xmlns:a16="http://schemas.microsoft.com/office/drawing/2014/main" id="{83D742D4-3484-AD52-2743-1D67FC22F735}"/>
              </a:ext>
            </a:extLst>
          </p:cNvPr>
          <p:cNvSpPr txBox="1">
            <a:spLocks/>
          </p:cNvSpPr>
          <p:nvPr/>
        </p:nvSpPr>
        <p:spPr>
          <a:xfrm>
            <a:off x="5638406" y="1979331"/>
            <a:ext cx="1905574"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sz="1600" dirty="0"/>
              <a:t>K</a:t>
            </a:r>
            <a:r>
              <a:rPr lang="vi-VN" sz="1600" dirty="0"/>
              <a:t>ích thước của phân đoạn dữ liệu nhỏ nhất được gửi từ kẻ tấn công đến server</a:t>
            </a:r>
            <a:endParaRPr lang="vi-VN" sz="1600" dirty="0">
              <a:solidFill>
                <a:schemeClr val="lt2"/>
              </a:solidFill>
            </a:endParaRPr>
          </a:p>
        </p:txBody>
      </p:sp>
      <p:cxnSp>
        <p:nvCxnSpPr>
          <p:cNvPr id="56" name="Straight Arrow Connector 55">
            <a:extLst>
              <a:ext uri="{FF2B5EF4-FFF2-40B4-BE49-F238E27FC236}">
                <a16:creationId xmlns:a16="http://schemas.microsoft.com/office/drawing/2014/main" id="{FDEAC9DC-4CD8-557F-528D-114CD90FA123}"/>
              </a:ext>
            </a:extLst>
          </p:cNvPr>
          <p:cNvCxnSpPr>
            <a:cxnSpLocks/>
          </p:cNvCxnSpPr>
          <p:nvPr/>
        </p:nvCxnSpPr>
        <p:spPr>
          <a:xfrm flipV="1">
            <a:off x="7229682" y="3957416"/>
            <a:ext cx="0" cy="538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A099AF6-A8C8-DD08-1D79-488CD9408741}"/>
              </a:ext>
            </a:extLst>
          </p:cNvPr>
          <p:cNvCxnSpPr>
            <a:cxnSpLocks/>
          </p:cNvCxnSpPr>
          <p:nvPr/>
        </p:nvCxnSpPr>
        <p:spPr>
          <a:xfrm flipV="1">
            <a:off x="8024339" y="2065409"/>
            <a:ext cx="0" cy="2430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Google Shape;1798;p44">
            <a:extLst>
              <a:ext uri="{FF2B5EF4-FFF2-40B4-BE49-F238E27FC236}">
                <a16:creationId xmlns:a16="http://schemas.microsoft.com/office/drawing/2014/main" id="{BBDFC904-F362-D5B8-F065-3AE8DF8596B4}"/>
              </a:ext>
            </a:extLst>
          </p:cNvPr>
          <p:cNvSpPr txBox="1">
            <a:spLocks/>
          </p:cNvSpPr>
          <p:nvPr/>
        </p:nvSpPr>
        <p:spPr>
          <a:xfrm>
            <a:off x="7543980" y="1129415"/>
            <a:ext cx="1171198"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sz="1600" dirty="0" err="1"/>
              <a:t>Thời</a:t>
            </a:r>
            <a:r>
              <a:rPr lang="en-US" sz="1600" dirty="0"/>
              <a:t> </a:t>
            </a:r>
            <a:r>
              <a:rPr lang="en-US" sz="1600" dirty="0" err="1"/>
              <a:t>gian</a:t>
            </a:r>
            <a:r>
              <a:rPr lang="en-US" sz="1600" dirty="0"/>
              <a:t> </a:t>
            </a:r>
            <a:r>
              <a:rPr lang="en-US" sz="1600" dirty="0" err="1"/>
              <a:t>sống</a:t>
            </a:r>
            <a:r>
              <a:rPr lang="en-US" sz="1600" dirty="0"/>
              <a:t> </a:t>
            </a:r>
            <a:r>
              <a:rPr lang="en-US" sz="1600" dirty="0" err="1"/>
              <a:t>của</a:t>
            </a:r>
            <a:r>
              <a:rPr lang="en-US" sz="1600" dirty="0"/>
              <a:t> </a:t>
            </a:r>
            <a:r>
              <a:rPr lang="en-US" sz="1600" dirty="0" err="1"/>
              <a:t>luồng</a:t>
            </a:r>
            <a:endParaRPr lang="vi-VN" sz="1600" dirty="0">
              <a:solidFill>
                <a:schemeClr val="lt2"/>
              </a:solidFill>
            </a:endParaRPr>
          </a:p>
        </p:txBody>
      </p:sp>
      <p:cxnSp>
        <p:nvCxnSpPr>
          <p:cNvPr id="63" name="Straight Arrow Connector 62">
            <a:extLst>
              <a:ext uri="{FF2B5EF4-FFF2-40B4-BE49-F238E27FC236}">
                <a16:creationId xmlns:a16="http://schemas.microsoft.com/office/drawing/2014/main" id="{A9DBFAF4-0501-C25A-B576-ACED16E837DB}"/>
              </a:ext>
            </a:extLst>
          </p:cNvPr>
          <p:cNvCxnSpPr>
            <a:cxnSpLocks/>
          </p:cNvCxnSpPr>
          <p:nvPr/>
        </p:nvCxnSpPr>
        <p:spPr>
          <a:xfrm flipV="1">
            <a:off x="8840768" y="3149901"/>
            <a:ext cx="0" cy="1345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93" name="Google Shape;1798;p44">
            <a:extLst>
              <a:ext uri="{FF2B5EF4-FFF2-40B4-BE49-F238E27FC236}">
                <a16:creationId xmlns:a16="http://schemas.microsoft.com/office/drawing/2014/main" id="{908A1748-7C65-A197-6688-9EB455ADCE19}"/>
              </a:ext>
            </a:extLst>
          </p:cNvPr>
          <p:cNvSpPr txBox="1">
            <a:spLocks/>
          </p:cNvSpPr>
          <p:nvPr/>
        </p:nvSpPr>
        <p:spPr>
          <a:xfrm>
            <a:off x="8577943" y="2213540"/>
            <a:ext cx="884827"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500"/>
              <a:buFont typeface="Oswald"/>
              <a:buNone/>
              <a:defRPr sz="3500" b="1" i="0" u="none" strike="noStrike" cap="none">
                <a:solidFill>
                  <a:schemeClr val="dk1"/>
                </a:solidFill>
                <a:latin typeface="Oswald"/>
                <a:ea typeface="Oswald"/>
                <a:cs typeface="Oswald"/>
                <a:sym typeface="Oswald"/>
              </a:defRPr>
            </a:lvl9pPr>
          </a:lstStyle>
          <a:p>
            <a:r>
              <a:rPr lang="en-US" sz="1600" dirty="0" err="1"/>
              <a:t>Nhãn</a:t>
            </a:r>
            <a:r>
              <a:rPr lang="en-US" sz="1600" dirty="0"/>
              <a:t> </a:t>
            </a:r>
            <a:r>
              <a:rPr lang="en-US" sz="1600" dirty="0" err="1"/>
              <a:t>phân</a:t>
            </a:r>
            <a:r>
              <a:rPr lang="en-US" sz="1600" dirty="0"/>
              <a:t> </a:t>
            </a:r>
            <a:r>
              <a:rPr lang="en-US" sz="1600" dirty="0" err="1"/>
              <a:t>loại</a:t>
            </a:r>
            <a:endParaRPr lang="vi-VN" sz="1600" dirty="0">
              <a:solidFill>
                <a:schemeClr val="lt2"/>
              </a:solidFill>
            </a:endParaRPr>
          </a:p>
        </p:txBody>
      </p:sp>
    </p:spTree>
    <p:extLst>
      <p:ext uri="{BB962C8B-B14F-4D97-AF65-F5344CB8AC3E}">
        <p14:creationId xmlns:p14="http://schemas.microsoft.com/office/powerpoint/2010/main" val="3343142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500"/>
                                        <p:tgtEl>
                                          <p:spTgt spid="3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fade">
                                      <p:cBhvr>
                                        <p:cTn id="42" dur="5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500"/>
                                        <p:tgtEl>
                                          <p:spTgt spid="4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6" presetID="10" presetClass="entr" presetSubtype="0" fill="hold"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500"/>
                                        <p:tgtEl>
                                          <p:spTgt spid="5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500"/>
                                        <p:tgtEl>
                                          <p:spTgt spid="5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500"/>
                                        <p:tgtEl>
                                          <p:spTgt spid="5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62"/>
                                        </p:tgtEl>
                                        <p:attrNameLst>
                                          <p:attrName>style.visibility</p:attrName>
                                        </p:attrNameLst>
                                      </p:cBhvr>
                                      <p:to>
                                        <p:strVal val="visible"/>
                                      </p:to>
                                    </p:set>
                                    <p:animEffect transition="in" filter="fade">
                                      <p:cBhvr>
                                        <p:cTn id="71" dur="500"/>
                                        <p:tgtEl>
                                          <p:spTgt spid="62"/>
                                        </p:tgtEl>
                                      </p:cBhvr>
                                    </p:animEffect>
                                  </p:childTnLst>
                                </p:cTn>
                              </p:par>
                              <p:par>
                                <p:cTn id="72" presetID="10" presetClass="entr" presetSubtype="0" fill="hold"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500"/>
                                        <p:tgtEl>
                                          <p:spTgt spid="6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1793"/>
                                        </p:tgtEl>
                                        <p:attrNameLst>
                                          <p:attrName>style.visibility</p:attrName>
                                        </p:attrNameLst>
                                      </p:cBhvr>
                                      <p:to>
                                        <p:strVal val="visible"/>
                                      </p:to>
                                    </p:set>
                                    <p:animEffect transition="in" filter="fade">
                                      <p:cBhvr>
                                        <p:cTn id="79" dur="500"/>
                                        <p:tgtEl>
                                          <p:spTgt spid="1793"/>
                                        </p:tgtEl>
                                      </p:cBhvr>
                                    </p:animEffect>
                                  </p:childTnLst>
                                </p:cTn>
                              </p:par>
                              <p:par>
                                <p:cTn id="80" presetID="10" presetClass="entr" presetSubtype="0" fill="hold" nodeType="with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40" grpId="0"/>
      <p:bldP spid="45" grpId="0"/>
      <p:bldP spid="49" grpId="0"/>
      <p:bldP spid="50" grpId="0"/>
      <p:bldP spid="54" grpId="0"/>
      <p:bldP spid="62" grpId="0"/>
      <p:bldP spid="1793" grpId="0"/>
    </p:bldLst>
  </p:timing>
</p:sld>
</file>

<file path=ppt/theme/theme1.xml><?xml version="1.0" encoding="utf-8"?>
<a:theme xmlns:a="http://schemas.openxmlformats.org/drawingml/2006/main" name="Stop Cyber Terrorism Campaign by Slidesgo">
  <a:themeElements>
    <a:clrScheme name="Simple Light">
      <a:dk1>
        <a:srgbClr val="3C3C3B"/>
      </a:dk1>
      <a:lt1>
        <a:srgbClr val="FFFFFF"/>
      </a:lt1>
      <a:dk2>
        <a:srgbClr val="878787"/>
      </a:dk2>
      <a:lt2>
        <a:srgbClr val="C22B3A"/>
      </a:lt2>
      <a:accent1>
        <a:srgbClr val="E83345"/>
      </a:accent1>
      <a:accent2>
        <a:srgbClr val="D18E17"/>
      </a:accent2>
      <a:accent3>
        <a:srgbClr val="F9B233"/>
      </a:accent3>
      <a:accent4>
        <a:srgbClr val="FCC7A2"/>
      </a:accent4>
      <a:accent5>
        <a:srgbClr val="375D68"/>
      </a:accent5>
      <a:accent6>
        <a:srgbClr val="4DC8DB"/>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6091</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28</vt:i4>
      </vt:variant>
    </vt:vector>
  </HeadingPairs>
  <TitlesOfParts>
    <vt:vector size="43" baseType="lpstr">
      <vt:lpstr>Alexandria Semi Bold</vt:lpstr>
      <vt:lpstr>Arial</vt:lpstr>
      <vt:lpstr>Bahnschrift</vt:lpstr>
      <vt:lpstr>Bahnschrift Condensed</vt:lpstr>
      <vt:lpstr>Bahnschrift Light</vt:lpstr>
      <vt:lpstr>Bahnschrift Light SemiCondensed</vt:lpstr>
      <vt:lpstr>Bahnschrift SemiBold</vt:lpstr>
      <vt:lpstr>Bahnschrift SemiBold Condensed</vt:lpstr>
      <vt:lpstr>Bebas Neue</vt:lpstr>
      <vt:lpstr>Cambria Math</vt:lpstr>
      <vt:lpstr>Nunito</vt:lpstr>
      <vt:lpstr>Nunito Medium</vt:lpstr>
      <vt:lpstr>Oswald</vt:lpstr>
      <vt:lpstr>Sora Light</vt:lpstr>
      <vt:lpstr>Stop Cyber Terrorism Campaign by Slidesgo</vt:lpstr>
      <vt:lpstr>THUẬT TOÁN K-NEAREST NEIGHBORS TRONG PHÁT HIỆN TẤN CÔNG DDoS SYN FLOOD</vt:lpstr>
      <vt:lpstr>THUẬT TOÁN K-NEAREST NEIGHBORS TRONG PHÁT HIỆN TẤN CÔNG DDoS SYN FLOOD</vt:lpstr>
      <vt:lpstr>THUẬT TOÁN K-NEAREST NEIGHBORS TRONG PHÁT HIỆN TẤN CÔNG DDoS SYN FLOOD</vt:lpstr>
      <vt:lpstr>MỞ ĐẦU</vt:lpstr>
      <vt:lpstr>MỞ ĐẦU</vt:lpstr>
      <vt:lpstr>MỞ ĐẦU</vt:lpstr>
      <vt:lpstr>MỞ ĐẦU</vt:lpstr>
      <vt:lpstr>MỞ ĐẦU</vt:lpstr>
      <vt:lpstr>MỞ ĐẦU</vt:lpstr>
      <vt:lpstr>PowerPoint Presentation</vt:lpstr>
      <vt:lpstr>CƠ SỞ LÝ THUYẾT</vt:lpstr>
      <vt:lpstr>MACHINE LEARNING</vt:lpstr>
      <vt:lpstr>MACHINE LEARNING</vt:lpstr>
      <vt:lpstr>MACHINE LEARNING</vt:lpstr>
      <vt:lpstr>MACHINE LEARNING</vt:lpstr>
      <vt:lpstr>MẠNH &amp; YẾU</vt:lpstr>
      <vt:lpstr>THUẬT TOÁN KNN</vt:lpstr>
      <vt:lpstr>ĐẶC ĐIỂM CƠ BẢN</vt:lpstr>
      <vt:lpstr>NGUYÊN LÝ HOẠT ĐỘNG</vt:lpstr>
      <vt:lpstr>Các độ đo khoảng cách trong KNN</vt:lpstr>
      <vt:lpstr>Các độ đo khoảng cách trong KNN</vt:lpstr>
      <vt:lpstr>Các độ đo khoảng cách trong KNN</vt:lpstr>
      <vt:lpstr>PowerPoint Presentation</vt:lpstr>
      <vt:lpstr>PowerPoint Presentation</vt:lpstr>
      <vt:lpstr>Sơ đồ kiến trúc tổng thể của hệ thống</vt:lpstr>
      <vt:lpstr>Sơ đồ kiến trúc tổng thể của hệ thống</vt:lpstr>
      <vt:lpstr>Sơ đồ kiến trúc tổng thể của hệ thống</vt:lpstr>
      <vt:lpstr>Sơ đồ kiến trúc tổng thể của hệ thống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cp:lastModifiedBy>
  <cp:revision>35</cp:revision>
  <dcterms:modified xsi:type="dcterms:W3CDTF">2026-04-05T03:17:14Z</dcterms:modified>
</cp:coreProperties>
</file>